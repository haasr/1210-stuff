
<file path=[Content_Types].xml><?xml version="1.0" encoding="utf-8"?>
<Types xmlns="http://schemas.openxmlformats.org/package/2006/content-types">
  <Default Extension="bin" ContentType="application/vnd.openxmlformats-officedocument.oleObject"/>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9.xml" ContentType="application/vnd.openxmlformats-officedocument.presentationml.notesSlide+xml"/>
  <Override PartName="/ppt/notesSlides/notesSlide10.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1.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Lst>
  <p:notesMasterIdLst>
    <p:notesMasterId r:id="rId87"/>
  </p:notesMasterIdLst>
  <p:handoutMasterIdLst>
    <p:handoutMasterId r:id="rId88"/>
  </p:handoutMasterIdLst>
  <p:sldIdLst>
    <p:sldId id="260" r:id="rId3"/>
    <p:sldId id="455" r:id="rId4"/>
    <p:sldId id="346" r:id="rId5"/>
    <p:sldId id="323" r:id="rId6"/>
    <p:sldId id="347" r:id="rId7"/>
    <p:sldId id="348" r:id="rId8"/>
    <p:sldId id="443" r:id="rId9"/>
    <p:sldId id="444" r:id="rId10"/>
    <p:sldId id="349" r:id="rId11"/>
    <p:sldId id="445" r:id="rId12"/>
    <p:sldId id="350" r:id="rId13"/>
    <p:sldId id="446" r:id="rId14"/>
    <p:sldId id="351" r:id="rId15"/>
    <p:sldId id="447" r:id="rId16"/>
    <p:sldId id="352" r:id="rId17"/>
    <p:sldId id="355" r:id="rId18"/>
    <p:sldId id="353" r:id="rId19"/>
    <p:sldId id="354" r:id="rId20"/>
    <p:sldId id="448" r:id="rId21"/>
    <p:sldId id="449" r:id="rId22"/>
    <p:sldId id="429" r:id="rId23"/>
    <p:sldId id="430" r:id="rId24"/>
    <p:sldId id="356" r:id="rId25"/>
    <p:sldId id="357" r:id="rId26"/>
    <p:sldId id="325" r:id="rId27"/>
    <p:sldId id="450" r:id="rId28"/>
    <p:sldId id="345" r:id="rId29"/>
    <p:sldId id="451" r:id="rId30"/>
    <p:sldId id="467" r:id="rId31"/>
    <p:sldId id="257" r:id="rId32"/>
    <p:sldId id="388" r:id="rId33"/>
    <p:sldId id="370" r:id="rId34"/>
    <p:sldId id="371" r:id="rId35"/>
    <p:sldId id="372" r:id="rId36"/>
    <p:sldId id="374" r:id="rId37"/>
    <p:sldId id="375" r:id="rId38"/>
    <p:sldId id="468" r:id="rId39"/>
    <p:sldId id="397" r:id="rId40"/>
    <p:sldId id="392" r:id="rId41"/>
    <p:sldId id="394" r:id="rId42"/>
    <p:sldId id="376" r:id="rId43"/>
    <p:sldId id="377" r:id="rId44"/>
    <p:sldId id="380" r:id="rId45"/>
    <p:sldId id="379" r:id="rId46"/>
    <p:sldId id="381" r:id="rId47"/>
    <p:sldId id="453" r:id="rId48"/>
    <p:sldId id="469" r:id="rId49"/>
    <p:sldId id="470" r:id="rId50"/>
    <p:sldId id="456" r:id="rId51"/>
    <p:sldId id="383" r:id="rId52"/>
    <p:sldId id="382" r:id="rId53"/>
    <p:sldId id="384" r:id="rId54"/>
    <p:sldId id="385" r:id="rId55"/>
    <p:sldId id="386" r:id="rId56"/>
    <p:sldId id="396" r:id="rId57"/>
    <p:sldId id="471" r:id="rId58"/>
    <p:sldId id="472" r:id="rId59"/>
    <p:sldId id="473" r:id="rId60"/>
    <p:sldId id="474" r:id="rId61"/>
    <p:sldId id="475" r:id="rId62"/>
    <p:sldId id="440" r:id="rId63"/>
    <p:sldId id="441" r:id="rId64"/>
    <p:sldId id="454" r:id="rId65"/>
    <p:sldId id="442" r:id="rId66"/>
    <p:sldId id="431" r:id="rId67"/>
    <p:sldId id="432" r:id="rId68"/>
    <p:sldId id="433" r:id="rId69"/>
    <p:sldId id="434" r:id="rId70"/>
    <p:sldId id="435" r:id="rId71"/>
    <p:sldId id="436" r:id="rId72"/>
    <p:sldId id="437" r:id="rId73"/>
    <p:sldId id="438" r:id="rId74"/>
    <p:sldId id="457" r:id="rId75"/>
    <p:sldId id="458" r:id="rId76"/>
    <p:sldId id="459" r:id="rId77"/>
    <p:sldId id="460" r:id="rId78"/>
    <p:sldId id="461" r:id="rId79"/>
    <p:sldId id="462" r:id="rId80"/>
    <p:sldId id="463" r:id="rId81"/>
    <p:sldId id="464" r:id="rId82"/>
    <p:sldId id="465" r:id="rId83"/>
    <p:sldId id="466" r:id="rId84"/>
    <p:sldId id="439" r:id="rId85"/>
    <p:sldId id="259"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4D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0693" autoAdjust="0"/>
    <p:restoredTop sz="88032" autoAdjust="0"/>
  </p:normalViewPr>
  <p:slideViewPr>
    <p:cSldViewPr snapToGrid="0">
      <p:cViewPr varScale="1">
        <p:scale>
          <a:sx n="94" d="100"/>
          <a:sy n="94" d="100"/>
        </p:scale>
        <p:origin x="822" y="78"/>
      </p:cViewPr>
      <p:guideLst/>
    </p:cSldViewPr>
  </p:slideViewPr>
  <p:notesTextViewPr>
    <p:cViewPr>
      <p:scale>
        <a:sx n="3" d="2"/>
        <a:sy n="3" d="2"/>
      </p:scale>
      <p:origin x="0" y="0"/>
    </p:cViewPr>
  </p:notesTextViewPr>
  <p:notesViewPr>
    <p:cSldViewPr snapToGrid="0">
      <p:cViewPr varScale="1">
        <p:scale>
          <a:sx n="86" d="100"/>
          <a:sy n="86" d="100"/>
        </p:scale>
        <p:origin x="3786" y="78"/>
      </p:cViewPr>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slide" Target="slides/slide61.xml"/><Relationship Id="rId68" Type="http://schemas.openxmlformats.org/officeDocument/2006/relationships/slide" Target="slides/slide66.xml"/><Relationship Id="rId84" Type="http://schemas.openxmlformats.org/officeDocument/2006/relationships/slide" Target="slides/slide82.xml"/><Relationship Id="rId89" Type="http://schemas.openxmlformats.org/officeDocument/2006/relationships/presProps" Target="presProps.xml"/><Relationship Id="rId16" Type="http://schemas.openxmlformats.org/officeDocument/2006/relationships/slide" Target="slides/slide14.xml"/><Relationship Id="rId11" Type="http://schemas.openxmlformats.org/officeDocument/2006/relationships/slide" Target="slides/slide9.xml"/><Relationship Id="rId32" Type="http://schemas.openxmlformats.org/officeDocument/2006/relationships/slide" Target="slides/slide30.xml"/><Relationship Id="rId37" Type="http://schemas.openxmlformats.org/officeDocument/2006/relationships/slide" Target="slides/slide35.xml"/><Relationship Id="rId53" Type="http://schemas.openxmlformats.org/officeDocument/2006/relationships/slide" Target="slides/slide51.xml"/><Relationship Id="rId58" Type="http://schemas.openxmlformats.org/officeDocument/2006/relationships/slide" Target="slides/slide56.xml"/><Relationship Id="rId74" Type="http://schemas.openxmlformats.org/officeDocument/2006/relationships/slide" Target="slides/slide72.xml"/><Relationship Id="rId79" Type="http://schemas.openxmlformats.org/officeDocument/2006/relationships/slide" Target="slides/slide77.xml"/><Relationship Id="rId5" Type="http://schemas.openxmlformats.org/officeDocument/2006/relationships/slide" Target="slides/slide3.xml"/><Relationship Id="rId90" Type="http://schemas.openxmlformats.org/officeDocument/2006/relationships/viewProps" Target="viewProps.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slide" Target="slides/slide62.xml"/><Relationship Id="rId69" Type="http://schemas.openxmlformats.org/officeDocument/2006/relationships/slide" Target="slides/slide67.xml"/><Relationship Id="rId77" Type="http://schemas.openxmlformats.org/officeDocument/2006/relationships/slide" Target="slides/slide75.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80" Type="http://schemas.openxmlformats.org/officeDocument/2006/relationships/slide" Target="slides/slide78.xml"/><Relationship Id="rId85" Type="http://schemas.openxmlformats.org/officeDocument/2006/relationships/slide" Target="slides/slide83.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openxmlformats.org/officeDocument/2006/relationships/slide" Target="slides/slide65.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slide" Target="slides/slide60.xml"/><Relationship Id="rId70" Type="http://schemas.openxmlformats.org/officeDocument/2006/relationships/slide" Target="slides/slide68.xml"/><Relationship Id="rId75" Type="http://schemas.openxmlformats.org/officeDocument/2006/relationships/slide" Target="slides/slide73.xml"/><Relationship Id="rId83" Type="http://schemas.openxmlformats.org/officeDocument/2006/relationships/slide" Target="slides/slide81.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slide" Target="slides/slide63.xml"/><Relationship Id="rId73" Type="http://schemas.openxmlformats.org/officeDocument/2006/relationships/slide" Target="slides/slide71.xml"/><Relationship Id="rId78" Type="http://schemas.openxmlformats.org/officeDocument/2006/relationships/slide" Target="slides/slide76.xml"/><Relationship Id="rId81" Type="http://schemas.openxmlformats.org/officeDocument/2006/relationships/slide" Target="slides/slide79.xml"/><Relationship Id="rId86" Type="http://schemas.openxmlformats.org/officeDocument/2006/relationships/slide" Target="slides/slide84.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tableStyles" Target="tableStyles.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notesMaster" Target="notesMasters/notesMaster1.xml"/><Relationship Id="rId61" Type="http://schemas.openxmlformats.org/officeDocument/2006/relationships/slide" Target="slides/slide59.xml"/><Relationship Id="rId82" Type="http://schemas.openxmlformats.org/officeDocument/2006/relationships/slide" Target="slides/slide80.xml"/><Relationship Id="rId19" Type="http://schemas.openxmlformats.org/officeDocument/2006/relationships/slide" Target="slides/slide17.xml"/></Relationships>
</file>

<file path=ppt/diagrams/_rels/data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svg"/><Relationship Id="rId1" Type="http://schemas.openxmlformats.org/officeDocument/2006/relationships/image" Target="../media/image29.png"/><Relationship Id="rId6" Type="http://schemas.openxmlformats.org/officeDocument/2006/relationships/image" Target="../media/image34.svg"/><Relationship Id="rId5" Type="http://schemas.openxmlformats.org/officeDocument/2006/relationships/image" Target="../media/image33.png"/><Relationship Id="rId4" Type="http://schemas.openxmlformats.org/officeDocument/2006/relationships/image" Target="../media/image32.svg"/></Relationships>
</file>

<file path=ppt/diagrams/_rels/data2.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svg"/><Relationship Id="rId1" Type="http://schemas.openxmlformats.org/officeDocument/2006/relationships/image" Target="../media/image35.png"/><Relationship Id="rId6" Type="http://schemas.openxmlformats.org/officeDocument/2006/relationships/image" Target="../media/image40.svg"/><Relationship Id="rId5" Type="http://schemas.openxmlformats.org/officeDocument/2006/relationships/image" Target="../media/image39.png"/><Relationship Id="rId4" Type="http://schemas.openxmlformats.org/officeDocument/2006/relationships/image" Target="../media/image38.svg"/></Relationships>
</file>

<file path=ppt/diagrams/_rels/drawing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svg"/><Relationship Id="rId1" Type="http://schemas.openxmlformats.org/officeDocument/2006/relationships/image" Target="../media/image29.png"/><Relationship Id="rId6" Type="http://schemas.openxmlformats.org/officeDocument/2006/relationships/image" Target="../media/image34.svg"/><Relationship Id="rId5" Type="http://schemas.openxmlformats.org/officeDocument/2006/relationships/image" Target="../media/image33.png"/><Relationship Id="rId4" Type="http://schemas.openxmlformats.org/officeDocument/2006/relationships/image" Target="../media/image32.svg"/></Relationships>
</file>

<file path=ppt/diagrams/_rels/drawing2.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svg"/><Relationship Id="rId1" Type="http://schemas.openxmlformats.org/officeDocument/2006/relationships/image" Target="../media/image35.png"/><Relationship Id="rId6" Type="http://schemas.openxmlformats.org/officeDocument/2006/relationships/image" Target="../media/image40.svg"/><Relationship Id="rId5" Type="http://schemas.openxmlformats.org/officeDocument/2006/relationships/image" Target="../media/image39.png"/><Relationship Id="rId4" Type="http://schemas.openxmlformats.org/officeDocument/2006/relationships/image" Target="../media/image38.sv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5">
  <dgm:title val=""/>
  <dgm:desc val=""/>
  <dgm:catLst>
    <dgm:cat type="accent1" pri="11500"/>
  </dgm:catLst>
  <dgm:styleLbl name="node0">
    <dgm:fillClrLst meth="cycle">
      <a:schemeClr val="accent1">
        <a:alpha val="80000"/>
      </a:schemeClr>
    </dgm:fillClrLst>
    <dgm:linClrLst meth="repeat">
      <a:schemeClr val="lt1"/>
    </dgm:linClrLst>
    <dgm:effectClrLst/>
    <dgm:txLinClrLst/>
    <dgm:txFillClrLst/>
    <dgm:txEffectClrLst/>
  </dgm:styleLbl>
  <dgm:styleLbl name="node1">
    <dgm:fillClrLst>
      <a:schemeClr val="accent1">
        <a:alpha val="90000"/>
      </a:schemeClr>
      <a:schemeClr val="accent1">
        <a:alpha val="50000"/>
      </a:schemeClr>
    </dgm:fillClrLst>
    <dgm:linClrLst meth="repeat">
      <a:schemeClr val="lt1"/>
    </dgm:linClrLst>
    <dgm:effectClrLst/>
    <dgm:txLinClrLst/>
    <dgm:txFillClrLst/>
    <dgm:txEffectClrLst/>
  </dgm:styleLbl>
  <dgm:styleLbl name="alignNode1">
    <dgm:fillClrLst>
      <a:schemeClr val="accent1">
        <a:alpha val="90000"/>
      </a:schemeClr>
      <a:schemeClr val="accent1">
        <a:alpha val="50000"/>
      </a:schemeClr>
    </dgm:fillClrLst>
    <dgm:linClrLst>
      <a:schemeClr val="accent1">
        <a:alpha val="90000"/>
      </a:schemeClr>
      <a:schemeClr val="accent1">
        <a:alpha val="50000"/>
      </a:schemeClr>
    </dgm:linClrLst>
    <dgm:effectClrLst/>
    <dgm:txLinClrLst/>
    <dgm:txFillClrLst/>
    <dgm:txEffectClrLst/>
  </dgm:styleLbl>
  <dgm:styleLbl name="lnNode1">
    <dgm:fillClrLst>
      <a:schemeClr val="accent1">
        <a:shade val="90000"/>
      </a:schemeClr>
      <a:schemeClr val="accent1">
        <a:alpha val="50000"/>
        <a:tint val="50000"/>
      </a:schemeClr>
    </dgm:fillClrLst>
    <dgm:linClrLst meth="repeat">
      <a:schemeClr val="lt1"/>
    </dgm:linClrLst>
    <dgm:effectClrLst/>
    <dgm:txLinClrLst/>
    <dgm:txFillClrLst/>
    <dgm:txEffectClrLst/>
  </dgm:styleLbl>
  <dgm:styleLbl name="vennNode1">
    <dgm:fillClrLst>
      <a:schemeClr val="accent1">
        <a:shade val="80000"/>
        <a:alpha val="50000"/>
      </a:schemeClr>
      <a:schemeClr val="accent1">
        <a:alpha val="80000"/>
      </a:schemeClr>
    </dgm:fillClrLst>
    <dgm:linClrLst meth="repeat">
      <a:schemeClr val="lt1"/>
    </dgm:linClrLst>
    <dgm:effectClrLst/>
    <dgm:txLinClrLst/>
    <dgm:txFillClrLst/>
    <dgm:txEffectClrLst/>
  </dgm:styleLbl>
  <dgm:styleLbl name="node2">
    <dgm:fillClrLst>
      <a:schemeClr val="accent1">
        <a:alpha val="70000"/>
      </a:schemeClr>
    </dgm:fillClrLst>
    <dgm:linClrLst meth="repeat">
      <a:schemeClr val="lt1"/>
    </dgm:linClrLst>
    <dgm:effectClrLst/>
    <dgm:txLinClrLst/>
    <dgm:txFillClrLst/>
    <dgm:txEffectClrLst/>
  </dgm:styleLbl>
  <dgm:styleLbl name="node3">
    <dgm:fillClrLst>
      <a:schemeClr val="accent1">
        <a:alpha val="50000"/>
      </a:schemeClr>
    </dgm:fillClrLst>
    <dgm:linClrLst meth="repeat">
      <a:schemeClr val="lt1"/>
    </dgm:linClrLst>
    <dgm:effectClrLst/>
    <dgm:txLinClrLst/>
    <dgm:txFillClrLst/>
    <dgm:txEffectClrLst/>
  </dgm:styleLbl>
  <dgm:styleLbl name="node4">
    <dgm:fillClrLst>
      <a:schemeClr val="accent1">
        <a:alpha val="30000"/>
      </a:schemeClr>
    </dgm:fillClrLst>
    <dgm:linClrLst meth="repeat">
      <a:schemeClr val="lt1"/>
    </dgm:linClrLst>
    <dgm:effectClrLst/>
    <dgm:txLinClrLst/>
    <dgm:txFillClrLst/>
    <dgm:txEffectClrLst/>
  </dgm:styleLbl>
  <dgm:styleLbl name="fgImgPlace1">
    <dgm:fillClrLst>
      <a:schemeClr val="accent1">
        <a:tint val="50000"/>
        <a:alpha val="90000"/>
      </a:schemeClr>
      <a:schemeClr val="accent1">
        <a:tint val="20000"/>
        <a:alpha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1">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1">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1">
        <a:shade val="90000"/>
      </a:schemeClr>
      <a:schemeClr val="accent1">
        <a:tint val="50000"/>
      </a:schemeClr>
    </dgm:fillClrLst>
    <dgm:linClrLst>
      <a:schemeClr val="accent1">
        <a:shade val="90000"/>
      </a:schemeClr>
      <a:schemeClr val="accent1">
        <a:tint val="50000"/>
      </a:schemeClr>
    </dgm:linClrLst>
    <dgm:effectClrLst/>
    <dgm:txLinClrLst/>
    <dgm:txFillClrLst/>
    <dgm:txEffectClrLst/>
  </dgm:styleLbl>
  <dgm:styleLbl name="fgSibTrans2D1">
    <dgm:fillClrLst>
      <a:schemeClr val="accent1">
        <a:shade val="90000"/>
      </a:schemeClr>
      <a:schemeClr val="accent1">
        <a:tint val="50000"/>
      </a:schemeClr>
    </dgm:fillClrLst>
    <dgm:linClrLst>
      <a:schemeClr val="accent1">
        <a:shade val="90000"/>
      </a:schemeClr>
      <a:schemeClr val="accent1">
        <a:tint val="50000"/>
      </a:schemeClr>
    </dgm:linClrLst>
    <dgm:effectClrLst/>
    <dgm:txLinClrLst/>
    <dgm:txFillClrLst/>
    <dgm:txEffectClrLst/>
  </dgm:styleLbl>
  <dgm:styleLbl name="bgSibTrans2D1">
    <dgm:fillClrLst>
      <a:schemeClr val="accent1">
        <a:shade val="90000"/>
      </a:schemeClr>
      <a:schemeClr val="accent1">
        <a:tint val="50000"/>
      </a:schemeClr>
    </dgm:fillClrLst>
    <dgm:linClrLst>
      <a:schemeClr val="accent1">
        <a:shade val="90000"/>
      </a:schemeClr>
      <a:schemeClr val="accent1">
        <a:tint val="50000"/>
      </a:schemeClr>
    </dgm:linClrLst>
    <dgm:effectClrLst/>
    <dgm:txLinClrLst/>
    <dgm:txFillClrLst/>
    <dgm:txEffectClrLst/>
  </dgm:styleLbl>
  <dgm:styleLbl name="sibTrans1D1">
    <dgm:fillClrLst>
      <a:schemeClr val="accent1">
        <a:shade val="90000"/>
      </a:schemeClr>
      <a:schemeClr val="accent1">
        <a:tint val="50000"/>
      </a:schemeClr>
    </dgm:fillClrLst>
    <dgm:linClrLst>
      <a:schemeClr val="accent1">
        <a:shade val="90000"/>
      </a:schemeClr>
      <a:schemeClr val="accent1">
        <a:tint val="50000"/>
      </a:schemeClr>
    </dgm:linClrLst>
    <dgm:effectClrLst/>
    <dgm:txLinClrLst/>
    <dgm:txFillClrLst meth="repeat">
      <a:schemeClr val="tx1"/>
    </dgm:txFillClrLst>
    <dgm:txEffectClrLst/>
  </dgm:styleLbl>
  <dgm:styleLbl name="callout">
    <dgm:fillClrLst meth="repeat">
      <a:schemeClr val="accent1"/>
    </dgm:fillClrLst>
    <dgm:linClrLst meth="repeat">
      <a:schemeClr val="accent1"/>
    </dgm:linClrLst>
    <dgm:effectClrLst/>
    <dgm:txLinClrLst/>
    <dgm:txFillClrLst meth="repeat">
      <a:schemeClr val="tx1"/>
    </dgm:txFillClrLst>
    <dgm:txEffectClrLst/>
  </dgm:styleLbl>
  <dgm:styleLbl name="asst0">
    <dgm:fillClrLst meth="repeat">
      <a:schemeClr val="accent1">
        <a:alpha val="90000"/>
      </a:schemeClr>
    </dgm:fillClrLst>
    <dgm:linClrLst meth="repeat">
      <a:schemeClr val="lt1"/>
    </dgm:linClrLst>
    <dgm:effectClrLst/>
    <dgm:txLinClrLst/>
    <dgm:txFillClrLst/>
    <dgm:txEffectClrLst/>
  </dgm:styleLbl>
  <dgm:styleLbl name="asst1">
    <dgm:fillClrLst meth="repeat">
      <a:schemeClr val="accent1">
        <a:alpha val="90000"/>
      </a:schemeClr>
    </dgm:fillClrLst>
    <dgm:linClrLst meth="repeat">
      <a:schemeClr val="lt1"/>
    </dgm:linClrLst>
    <dgm:effectClrLst/>
    <dgm:txLinClrLst/>
    <dgm:txFillClrLst/>
    <dgm:txEffectClrLst/>
  </dgm:styleLbl>
  <dgm:styleLbl name="asst2">
    <dgm:fillClrLst>
      <a:schemeClr val="accent1">
        <a:alpha val="90000"/>
      </a:schemeClr>
    </dgm:fillClrLst>
    <dgm:linClrLst meth="repeat">
      <a:schemeClr val="lt1"/>
    </dgm:linClrLst>
    <dgm:effectClrLst/>
    <dgm:txLinClrLst/>
    <dgm:txFillClrLst/>
    <dgm:txEffectClrLst/>
  </dgm:styleLbl>
  <dgm:styleLbl name="asst3">
    <dgm:fillClrLst>
      <a:schemeClr val="accent1">
        <a:alpha val="70000"/>
      </a:schemeClr>
    </dgm:fillClrLst>
    <dgm:linClrLst meth="repeat">
      <a:schemeClr val="lt1"/>
    </dgm:linClrLst>
    <dgm:effectClrLst/>
    <dgm:txLinClrLst/>
    <dgm:txFillClrLst/>
    <dgm:txEffectClrLst/>
  </dgm:styleLbl>
  <dgm:styleLbl name="asst4">
    <dgm:fillClrLst>
      <a:schemeClr val="accent1">
        <a:alpha val="50000"/>
      </a:schemeClr>
    </dgm:fillClrLst>
    <dgm:linClrLst meth="repeat">
      <a:schemeClr val="lt1"/>
    </dgm:linClrLst>
    <dgm:effectClrLst/>
    <dgm:txLinClrLst/>
    <dgm:txFillClrLst/>
    <dgm:txEffectClrLst/>
  </dgm:styleLbl>
  <dgm:styleLbl name="parChTrans2D1">
    <dgm:fillClrLst meth="repeat">
      <a:schemeClr val="accent1">
        <a:shade val="80000"/>
      </a:schemeClr>
    </dgm:fillClrLst>
    <dgm:linClrLst meth="repeat">
      <a:schemeClr val="accent1">
        <a:shade val="80000"/>
      </a:schemeClr>
    </dgm:linClrLst>
    <dgm:effectClrLst/>
    <dgm:txLinClrLst/>
    <dgm:txFillClrLst/>
    <dgm:txEffectClrLst/>
  </dgm:styleLbl>
  <dgm:styleLbl name="parChTrans2D2">
    <dgm:fillClrLst meth="repeat">
      <a:schemeClr val="accent1">
        <a:tint val="90000"/>
      </a:schemeClr>
    </dgm:fillClrLst>
    <dgm:linClrLst meth="repeat">
      <a:schemeClr val="accent1">
        <a:tint val="90000"/>
      </a:schemeClr>
    </dgm:linClrLst>
    <dgm:effectClrLst/>
    <dgm:txLinClrLst/>
    <dgm:txFillClrLst/>
    <dgm:txEffectClrLst/>
  </dgm:styleLbl>
  <dgm:styleLbl name="parChTrans2D3">
    <dgm:fillClrLst meth="repeat">
      <a:schemeClr val="accent1">
        <a:tint val="70000"/>
      </a:schemeClr>
    </dgm:fillClrLst>
    <dgm:linClrLst meth="repeat">
      <a:schemeClr val="accent1">
        <a:tint val="70000"/>
      </a:schemeClr>
    </dgm:linClrLst>
    <dgm:effectClrLst/>
    <dgm:txLinClrLst/>
    <dgm:txFillClrLst/>
    <dgm:txEffectClrLst/>
  </dgm:styleLbl>
  <dgm:styleLbl name="parChTrans2D4">
    <dgm:fillClrLst meth="repeat">
      <a:schemeClr val="accent1">
        <a:tint val="50000"/>
      </a:schemeClr>
    </dgm:fillClrLst>
    <dgm:linClrLst meth="repeat">
      <a:schemeClr val="accent1">
        <a:tint val="50000"/>
      </a:schemeClr>
    </dgm:linClrLst>
    <dgm:effectClrLst/>
    <dgm:txLinClrLst/>
    <dgm:txFillClrLst meth="repeat">
      <a:schemeClr val="dk1"/>
    </dgm:txFillClrLst>
    <dgm:txEffectClrLst/>
  </dgm:styleLbl>
  <dgm:styleLbl name="parChTrans1D1">
    <dgm:fillClrLst meth="repeat">
      <a:schemeClr val="accent1">
        <a:shade val="80000"/>
      </a:schemeClr>
    </dgm:fillClrLst>
    <dgm:linClrLst meth="repeat">
      <a:schemeClr val="accent1">
        <a:shade val="80000"/>
      </a:schemeClr>
    </dgm:linClrLst>
    <dgm:effectClrLst/>
    <dgm:txLinClrLst/>
    <dgm:txFillClrLst meth="repeat">
      <a:schemeClr val="tx1"/>
    </dgm:txFillClrLst>
    <dgm:txEffectClrLst/>
  </dgm:styleLbl>
  <dgm:styleLbl name="parChTrans1D2">
    <dgm:fillClrLst meth="repeat">
      <a:schemeClr val="accent1">
        <a:tint val="90000"/>
      </a:schemeClr>
    </dgm:fillClrLst>
    <dgm:linClrLst meth="repeat">
      <a:schemeClr val="accent1">
        <a:tint val="90000"/>
      </a:schemeClr>
    </dgm:linClrLst>
    <dgm:effectClrLst/>
    <dgm:txLinClrLst/>
    <dgm:txFillClrLst meth="repeat">
      <a:schemeClr val="tx1"/>
    </dgm:txFillClrLst>
    <dgm:txEffectClrLst/>
  </dgm:styleLbl>
  <dgm:styleLbl name="parChTrans1D3">
    <dgm:fillClrLst meth="repeat">
      <a:schemeClr val="accent1">
        <a:tint val="70000"/>
      </a:schemeClr>
    </dgm:fillClrLst>
    <dgm:linClrLst meth="repeat">
      <a:schemeClr val="accent1">
        <a:tint val="70000"/>
      </a:schemeClr>
    </dgm:linClrLst>
    <dgm:effectClrLst/>
    <dgm:txLinClrLst/>
    <dgm:txFillClrLst meth="repeat">
      <a:schemeClr val="tx1"/>
    </dgm:txFillClrLst>
    <dgm:txEffectClrLst/>
  </dgm:styleLbl>
  <dgm:styleLbl name="parChTrans1D4">
    <dgm:fillClrLst meth="repeat">
      <a:schemeClr val="accent1">
        <a:tint val="50000"/>
      </a:schemeClr>
    </dgm:fillClrLst>
    <dgm:linClrLst meth="repeat">
      <a:schemeClr val="accent1">
        <a:tint val="50000"/>
      </a:schemeClr>
    </dgm:linClrLst>
    <dgm:effectClrLst/>
    <dgm:txLinClrLst/>
    <dgm:txFillClrLst meth="repeat">
      <a:schemeClr val="tx1"/>
    </dgm:txFillClrLst>
    <dgm:txEffectClrLst/>
  </dgm:styleLbl>
  <dgm:styleLbl name="fgAcc1">
    <dgm:fillClrLst meth="repeat">
      <a:schemeClr val="lt1">
        <a:alpha val="90000"/>
      </a:schemeClr>
    </dgm:fillClrLst>
    <dgm:linClrLst>
      <a:schemeClr val="accent1">
        <a:alpha val="90000"/>
      </a:schemeClr>
      <a:schemeClr val="accent1">
        <a:alpha val="50000"/>
      </a:schemeClr>
    </dgm:linClrLst>
    <dgm:effectClrLst/>
    <dgm:txLinClrLst/>
    <dgm:txFillClrLst meth="repeat">
      <a:schemeClr val="dk1"/>
    </dgm:txFillClrLst>
    <dgm:txEffectClrLst/>
  </dgm:styleLbl>
  <dgm:styleLbl name="conFgAcc1">
    <dgm:fillClrLst meth="repeat">
      <a:schemeClr val="lt1">
        <a:alpha val="90000"/>
      </a:schemeClr>
    </dgm:fillClrLst>
    <dgm:linClrLst>
      <a:schemeClr val="accent1">
        <a:alpha val="90000"/>
      </a:schemeClr>
      <a:schemeClr val="accent1">
        <a:alpha val="50000"/>
      </a:schemeClr>
    </dgm:linClrLst>
    <dgm:effectClrLst/>
    <dgm:txLinClrLst/>
    <dgm:txFillClrLst meth="repeat">
      <a:schemeClr val="dk1"/>
    </dgm:txFillClrLst>
    <dgm:txEffectClrLst/>
  </dgm:styleLbl>
  <dgm:styleLbl name="alignAcc1">
    <dgm:fillClrLst meth="repeat">
      <a:schemeClr val="lt1">
        <a:alpha val="90000"/>
      </a:schemeClr>
    </dgm:fillClrLst>
    <dgm:linClrLst>
      <a:schemeClr val="accent1">
        <a:alpha val="90000"/>
      </a:schemeClr>
      <a:schemeClr val="accent1">
        <a:alpha val="50000"/>
      </a:schemeClr>
    </dgm:linClrLst>
    <dgm:effectClrLst/>
    <dgm:txLinClrLst/>
    <dgm:txFillClrLst meth="repeat">
      <a:schemeClr val="dk1"/>
    </dgm:txFillClrLst>
    <dgm:txEffectClrLst/>
  </dgm:styleLbl>
  <dgm:styleLbl name="trAlignAcc1">
    <dgm:fillClrLst meth="repeat">
      <a:schemeClr val="lt1">
        <a:alpha val="40000"/>
      </a:schemeClr>
    </dgm:fillClrLst>
    <dgm:linClrLst>
      <a:schemeClr val="accent1">
        <a:alpha val="90000"/>
      </a:schemeClr>
      <a:schemeClr val="accent1">
        <a:alpha val="50000"/>
      </a:schemeClr>
    </dgm:linClrLst>
    <dgm:effectClrLst/>
    <dgm:txLinClrLst/>
    <dgm:txFillClrLst meth="repeat">
      <a:schemeClr val="dk1"/>
    </dgm:txFillClrLst>
    <dgm:txEffectClrLst/>
  </dgm:styleLbl>
  <dgm:styleLbl name="bgAcc1">
    <dgm:fillClrLst meth="repeat">
      <a:schemeClr val="lt1">
        <a:alpha val="90000"/>
      </a:schemeClr>
    </dgm:fillClrLst>
    <dgm:linClrLst>
      <a:schemeClr val="accent1">
        <a:alpha val="90000"/>
      </a:schemeClr>
      <a:schemeClr val="accent1">
        <a:alpha val="50000"/>
      </a:schemeClr>
    </dgm:linClrLst>
    <dgm:effectClrLst/>
    <dgm:txLinClrLst/>
    <dgm:txFillClrLst meth="repeat">
      <a:schemeClr val="dk1"/>
    </dgm:txFillClrLst>
    <dgm:txEffectClrLst/>
  </dgm:styleLbl>
  <dgm:styleLbl name="solidFgAcc1">
    <dgm:fillClrLst meth="repeat">
      <a:schemeClr val="lt1"/>
    </dgm:fillClrLst>
    <dgm:linClrLst>
      <a:schemeClr val="accent1">
        <a:alpha val="90000"/>
      </a:schemeClr>
      <a:schemeClr val="accent1">
        <a:alpha val="50000"/>
      </a:schemeClr>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a:schemeClr val="accent1">
        <a:alpha val="90000"/>
        <a:tint val="40000"/>
      </a:schemeClr>
      <a:schemeClr val="accent1">
        <a:alpha val="5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lt1"/>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a:shade val="80000"/>
      </a:schemeClr>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a:tint val="90000"/>
      </a:schemeClr>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a:tint val="70000"/>
      </a:schemeClr>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a:tint val="50000"/>
      </a:schemeClr>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1">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62DE563F-A618-482E-B036-3F6F99164705}"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481C4502-633C-4BFB-B383-BAF81E06DE46}">
      <dgm:prSet/>
      <dgm:spPr/>
      <dgm:t>
        <a:bodyPr/>
        <a:lstStyle/>
        <a:p>
          <a:pPr>
            <a:lnSpc>
              <a:spcPct val="100000"/>
            </a:lnSpc>
          </a:pPr>
          <a:r>
            <a:rPr lang="en-US" b="1"/>
            <a:t>Known‑item seeking </a:t>
          </a:r>
          <a:r>
            <a:rPr lang="en-US"/>
            <a:t>– Users are hunting for a single, definitive answer, such as “Which U.S. state has the highest per‑capita income?”</a:t>
          </a:r>
          <a:endParaRPr lang="en-US">
            <a:latin typeface="Avenir"/>
          </a:endParaRPr>
        </a:p>
      </dgm:t>
    </dgm:pt>
    <dgm:pt modelId="{91E2BEAC-45F8-4B7D-A2BF-D1BEA1CBAA6A}" type="parTrans" cxnId="{AC0D1095-92F7-4AEA-89E8-15D98ED00012}">
      <dgm:prSet/>
      <dgm:spPr/>
      <dgm:t>
        <a:bodyPr/>
        <a:lstStyle/>
        <a:p>
          <a:endParaRPr lang="en-US"/>
        </a:p>
      </dgm:t>
    </dgm:pt>
    <dgm:pt modelId="{81C777A2-9D40-484B-A774-008AA7BCE816}" type="sibTrans" cxnId="{AC0D1095-92F7-4AEA-89E8-15D98ED00012}">
      <dgm:prSet/>
      <dgm:spPr/>
      <dgm:t>
        <a:bodyPr/>
        <a:lstStyle/>
        <a:p>
          <a:endParaRPr lang="en-US"/>
        </a:p>
      </dgm:t>
    </dgm:pt>
    <dgm:pt modelId="{DB39127E-BAEB-4F0C-BA10-07E824AFC9EE}">
      <dgm:prSet/>
      <dgm:spPr/>
      <dgm:t>
        <a:bodyPr/>
        <a:lstStyle/>
        <a:p>
          <a:pPr>
            <a:lnSpc>
              <a:spcPct val="100000"/>
            </a:lnSpc>
          </a:pPr>
          <a:r>
            <a:rPr lang="en-US" b="1"/>
            <a:t>Exploratory seeking </a:t>
          </a:r>
          <a:r>
            <a:rPr lang="en-US"/>
            <a:t>– Users want quick, actionable information to meet an immediate need, like “Where can I find a quiet beach to visit this weekend?”</a:t>
          </a:r>
          <a:endParaRPr lang="en-US">
            <a:latin typeface="Avenir"/>
          </a:endParaRPr>
        </a:p>
      </dgm:t>
    </dgm:pt>
    <dgm:pt modelId="{DA13E3E5-963E-4C82-82AF-FF0340B06CD9}" type="parTrans" cxnId="{128D23FD-CBAC-4AFE-8548-1938FC7BB283}">
      <dgm:prSet/>
      <dgm:spPr/>
      <dgm:t>
        <a:bodyPr/>
        <a:lstStyle/>
        <a:p>
          <a:endParaRPr lang="en-US"/>
        </a:p>
      </dgm:t>
    </dgm:pt>
    <dgm:pt modelId="{7AC5EE2C-F6F2-407E-9969-4EC98F1B338B}" type="sibTrans" cxnId="{128D23FD-CBAC-4AFE-8548-1938FC7BB283}">
      <dgm:prSet/>
      <dgm:spPr/>
      <dgm:t>
        <a:bodyPr/>
        <a:lstStyle/>
        <a:p>
          <a:endParaRPr lang="en-US"/>
        </a:p>
      </dgm:t>
    </dgm:pt>
    <dgm:pt modelId="{6CD86BB7-13D9-48CA-89D2-B2261A81B97C}">
      <dgm:prSet/>
      <dgm:spPr/>
      <dgm:t>
        <a:bodyPr/>
        <a:lstStyle/>
        <a:p>
          <a:pPr>
            <a:lnSpc>
              <a:spcPct val="100000"/>
            </a:lnSpc>
          </a:pPr>
          <a:r>
            <a:rPr lang="en-US" b="1" dirty="0" err="1"/>
            <a:t>Refinding</a:t>
          </a:r>
          <a:r>
            <a:rPr lang="en-US" dirty="0"/>
            <a:t> – Users need to retrieve the same or a closely related piece of information again, for example “What are the latest travel advisories for Thailand?”</a:t>
          </a:r>
          <a:endParaRPr lang="en-US" dirty="0">
            <a:latin typeface="Avenir"/>
          </a:endParaRPr>
        </a:p>
      </dgm:t>
    </dgm:pt>
    <dgm:pt modelId="{252DF3A0-E636-4B97-924D-0C6026970169}" type="parTrans" cxnId="{B9517731-F42D-4A28-8339-0102A36124DA}">
      <dgm:prSet/>
      <dgm:spPr/>
      <dgm:t>
        <a:bodyPr/>
        <a:lstStyle/>
        <a:p>
          <a:endParaRPr lang="en-US"/>
        </a:p>
      </dgm:t>
    </dgm:pt>
    <dgm:pt modelId="{4624B8BC-165A-4C97-B030-FA15DD4EFC1E}" type="sibTrans" cxnId="{B9517731-F42D-4A28-8339-0102A36124DA}">
      <dgm:prSet/>
      <dgm:spPr/>
      <dgm:t>
        <a:bodyPr/>
        <a:lstStyle/>
        <a:p>
          <a:endParaRPr lang="en-US"/>
        </a:p>
      </dgm:t>
    </dgm:pt>
    <dgm:pt modelId="{DBEE6947-B6CC-4522-8E86-8D5B7E25B29A}" type="pres">
      <dgm:prSet presAssocID="{62DE563F-A618-482E-B036-3F6F99164705}" presName="root" presStyleCnt="0">
        <dgm:presLayoutVars>
          <dgm:dir/>
          <dgm:resizeHandles val="exact"/>
        </dgm:presLayoutVars>
      </dgm:prSet>
      <dgm:spPr/>
    </dgm:pt>
    <dgm:pt modelId="{7D6DDE88-ACB2-4A9F-98C9-FC860EF41305}" type="pres">
      <dgm:prSet presAssocID="{481C4502-633C-4BFB-B383-BAF81E06DE46}" presName="compNode" presStyleCnt="0"/>
      <dgm:spPr/>
    </dgm:pt>
    <dgm:pt modelId="{7EECB993-FA9D-4CC2-8E97-69FE4A386378}" type="pres">
      <dgm:prSet presAssocID="{481C4502-633C-4BFB-B383-BAF81E06DE46}" presName="bgRect" presStyleLbl="bgShp" presStyleIdx="0" presStyleCnt="3"/>
      <dgm:spPr/>
    </dgm:pt>
    <dgm:pt modelId="{69D5CE03-09BA-41CA-BFFD-B5A96179856A}" type="pres">
      <dgm:prSet presAssocID="{481C4502-633C-4BFB-B383-BAF81E06DE46}"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Document"/>
        </a:ext>
      </dgm:extLst>
    </dgm:pt>
    <dgm:pt modelId="{FBDE8E7D-7DF3-49BD-A9A8-6C885B324399}" type="pres">
      <dgm:prSet presAssocID="{481C4502-633C-4BFB-B383-BAF81E06DE46}" presName="spaceRect" presStyleCnt="0"/>
      <dgm:spPr/>
    </dgm:pt>
    <dgm:pt modelId="{91AF1FCE-4AF7-413E-BF88-D005D0DB09FF}" type="pres">
      <dgm:prSet presAssocID="{481C4502-633C-4BFB-B383-BAF81E06DE46}" presName="parTx" presStyleLbl="revTx" presStyleIdx="0" presStyleCnt="3">
        <dgm:presLayoutVars>
          <dgm:chMax val="0"/>
          <dgm:chPref val="0"/>
        </dgm:presLayoutVars>
      </dgm:prSet>
      <dgm:spPr/>
    </dgm:pt>
    <dgm:pt modelId="{AC4F86D0-A9D1-48BF-9A64-743957CF02DA}" type="pres">
      <dgm:prSet presAssocID="{81C777A2-9D40-484B-A774-008AA7BCE816}" presName="sibTrans" presStyleCnt="0"/>
      <dgm:spPr/>
    </dgm:pt>
    <dgm:pt modelId="{A602E085-005D-4B92-B51F-9E711560E823}" type="pres">
      <dgm:prSet presAssocID="{DB39127E-BAEB-4F0C-BA10-07E824AFC9EE}" presName="compNode" presStyleCnt="0"/>
      <dgm:spPr/>
    </dgm:pt>
    <dgm:pt modelId="{3627CD18-2859-4F7E-A68B-1044F8692D82}" type="pres">
      <dgm:prSet presAssocID="{DB39127E-BAEB-4F0C-BA10-07E824AFC9EE}" presName="bgRect" presStyleLbl="bgShp" presStyleIdx="1" presStyleCnt="3"/>
      <dgm:spPr/>
    </dgm:pt>
    <dgm:pt modelId="{0A727145-9CD1-411A-9EFF-2C6EA61D1D14}" type="pres">
      <dgm:prSet presAssocID="{DB39127E-BAEB-4F0C-BA10-07E824AFC9EE}"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Maze"/>
        </a:ext>
      </dgm:extLst>
    </dgm:pt>
    <dgm:pt modelId="{41DA35EA-2061-4914-BA85-5AAEA7E524D7}" type="pres">
      <dgm:prSet presAssocID="{DB39127E-BAEB-4F0C-BA10-07E824AFC9EE}" presName="spaceRect" presStyleCnt="0"/>
      <dgm:spPr/>
    </dgm:pt>
    <dgm:pt modelId="{60F649CE-6095-43A8-9319-2B8E490F1379}" type="pres">
      <dgm:prSet presAssocID="{DB39127E-BAEB-4F0C-BA10-07E824AFC9EE}" presName="parTx" presStyleLbl="revTx" presStyleIdx="1" presStyleCnt="3">
        <dgm:presLayoutVars>
          <dgm:chMax val="0"/>
          <dgm:chPref val="0"/>
        </dgm:presLayoutVars>
      </dgm:prSet>
      <dgm:spPr/>
    </dgm:pt>
    <dgm:pt modelId="{8A60997C-5BCE-4EC1-934A-67CFAF6A8361}" type="pres">
      <dgm:prSet presAssocID="{7AC5EE2C-F6F2-407E-9969-4EC98F1B338B}" presName="sibTrans" presStyleCnt="0"/>
      <dgm:spPr/>
    </dgm:pt>
    <dgm:pt modelId="{E7D00E3A-C14C-41D3-8A98-0E5440D46C05}" type="pres">
      <dgm:prSet presAssocID="{6CD86BB7-13D9-48CA-89D2-B2261A81B97C}" presName="compNode" presStyleCnt="0"/>
      <dgm:spPr/>
    </dgm:pt>
    <dgm:pt modelId="{889A2C20-B17E-47D3-9ADC-42DE25D6B401}" type="pres">
      <dgm:prSet presAssocID="{6CD86BB7-13D9-48CA-89D2-B2261A81B97C}" presName="bgRect" presStyleLbl="bgShp" presStyleIdx="2" presStyleCnt="3" custLinFactNeighborY="2603"/>
      <dgm:spPr/>
    </dgm:pt>
    <dgm:pt modelId="{2B17899E-0100-42B8-9510-DA90B064C243}" type="pres">
      <dgm:prSet presAssocID="{6CD86BB7-13D9-48CA-89D2-B2261A81B97C}"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dgm:spPr>
      <dgm:extLst>
        <a:ext uri="{E40237B7-FDA0-4F09-8148-C483321AD2D9}">
          <dgm14:cNvPr xmlns:dgm14="http://schemas.microsoft.com/office/drawing/2010/diagram" id="0" name="" descr="Flowchart"/>
        </a:ext>
      </dgm:extLst>
    </dgm:pt>
    <dgm:pt modelId="{B6532FD1-D5B4-49DE-9CEF-4D1DF6163972}" type="pres">
      <dgm:prSet presAssocID="{6CD86BB7-13D9-48CA-89D2-B2261A81B97C}" presName="spaceRect" presStyleCnt="0"/>
      <dgm:spPr/>
    </dgm:pt>
    <dgm:pt modelId="{D93AFC20-56EB-4C18-87C0-98B1B97C09A0}" type="pres">
      <dgm:prSet presAssocID="{6CD86BB7-13D9-48CA-89D2-B2261A81B97C}" presName="parTx" presStyleLbl="revTx" presStyleIdx="2" presStyleCnt="3">
        <dgm:presLayoutVars>
          <dgm:chMax val="0"/>
          <dgm:chPref val="0"/>
        </dgm:presLayoutVars>
      </dgm:prSet>
      <dgm:spPr/>
    </dgm:pt>
  </dgm:ptLst>
  <dgm:cxnLst>
    <dgm:cxn modelId="{B9517731-F42D-4A28-8339-0102A36124DA}" srcId="{62DE563F-A618-482E-B036-3F6F99164705}" destId="{6CD86BB7-13D9-48CA-89D2-B2261A81B97C}" srcOrd="2" destOrd="0" parTransId="{252DF3A0-E636-4B97-924D-0C6026970169}" sibTransId="{4624B8BC-165A-4C97-B030-FA15DD4EFC1E}"/>
    <dgm:cxn modelId="{863E194B-DD03-499E-8828-446B5222474E}" type="presOf" srcId="{481C4502-633C-4BFB-B383-BAF81E06DE46}" destId="{91AF1FCE-4AF7-413E-BF88-D005D0DB09FF}" srcOrd="0" destOrd="0" presId="urn:microsoft.com/office/officeart/2018/2/layout/IconVerticalSolidList"/>
    <dgm:cxn modelId="{BBF6B46B-1082-48CB-9E5C-ED6CCE175EA2}" type="presOf" srcId="{62DE563F-A618-482E-B036-3F6F99164705}" destId="{DBEE6947-B6CC-4522-8E86-8D5B7E25B29A}" srcOrd="0" destOrd="0" presId="urn:microsoft.com/office/officeart/2018/2/layout/IconVerticalSolidList"/>
    <dgm:cxn modelId="{AC0D1095-92F7-4AEA-89E8-15D98ED00012}" srcId="{62DE563F-A618-482E-B036-3F6F99164705}" destId="{481C4502-633C-4BFB-B383-BAF81E06DE46}" srcOrd="0" destOrd="0" parTransId="{91E2BEAC-45F8-4B7D-A2BF-D1BEA1CBAA6A}" sibTransId="{81C777A2-9D40-484B-A774-008AA7BCE816}"/>
    <dgm:cxn modelId="{9C937ABD-A41E-4DBB-AF2A-609463E74B94}" type="presOf" srcId="{6CD86BB7-13D9-48CA-89D2-B2261A81B97C}" destId="{D93AFC20-56EB-4C18-87C0-98B1B97C09A0}" srcOrd="0" destOrd="0" presId="urn:microsoft.com/office/officeart/2018/2/layout/IconVerticalSolidList"/>
    <dgm:cxn modelId="{4CEEE5C6-02E1-4751-B7E6-D8E0E98199F2}" type="presOf" srcId="{DB39127E-BAEB-4F0C-BA10-07E824AFC9EE}" destId="{60F649CE-6095-43A8-9319-2B8E490F1379}" srcOrd="0" destOrd="0" presId="urn:microsoft.com/office/officeart/2018/2/layout/IconVerticalSolidList"/>
    <dgm:cxn modelId="{128D23FD-CBAC-4AFE-8548-1938FC7BB283}" srcId="{62DE563F-A618-482E-B036-3F6F99164705}" destId="{DB39127E-BAEB-4F0C-BA10-07E824AFC9EE}" srcOrd="1" destOrd="0" parTransId="{DA13E3E5-963E-4C82-82AF-FF0340B06CD9}" sibTransId="{7AC5EE2C-F6F2-407E-9969-4EC98F1B338B}"/>
    <dgm:cxn modelId="{F1E80108-A126-4E00-AC33-CDAAC1084224}" type="presParOf" srcId="{DBEE6947-B6CC-4522-8E86-8D5B7E25B29A}" destId="{7D6DDE88-ACB2-4A9F-98C9-FC860EF41305}" srcOrd="0" destOrd="0" presId="urn:microsoft.com/office/officeart/2018/2/layout/IconVerticalSolidList"/>
    <dgm:cxn modelId="{5D369A56-3A77-4B8A-A54C-FEE7DAD79332}" type="presParOf" srcId="{7D6DDE88-ACB2-4A9F-98C9-FC860EF41305}" destId="{7EECB993-FA9D-4CC2-8E97-69FE4A386378}" srcOrd="0" destOrd="0" presId="urn:microsoft.com/office/officeart/2018/2/layout/IconVerticalSolidList"/>
    <dgm:cxn modelId="{54A8C9F5-6A75-49F3-B18E-D542A2EAE403}" type="presParOf" srcId="{7D6DDE88-ACB2-4A9F-98C9-FC860EF41305}" destId="{69D5CE03-09BA-41CA-BFFD-B5A96179856A}" srcOrd="1" destOrd="0" presId="urn:microsoft.com/office/officeart/2018/2/layout/IconVerticalSolidList"/>
    <dgm:cxn modelId="{932E81E5-BE97-4932-8B00-9973AD4F0949}" type="presParOf" srcId="{7D6DDE88-ACB2-4A9F-98C9-FC860EF41305}" destId="{FBDE8E7D-7DF3-49BD-A9A8-6C885B324399}" srcOrd="2" destOrd="0" presId="urn:microsoft.com/office/officeart/2018/2/layout/IconVerticalSolidList"/>
    <dgm:cxn modelId="{6C9E9524-055C-40E6-ACB5-70212BD4BFA2}" type="presParOf" srcId="{7D6DDE88-ACB2-4A9F-98C9-FC860EF41305}" destId="{91AF1FCE-4AF7-413E-BF88-D005D0DB09FF}" srcOrd="3" destOrd="0" presId="urn:microsoft.com/office/officeart/2018/2/layout/IconVerticalSolidList"/>
    <dgm:cxn modelId="{1450B055-B01D-4B3B-8850-C8747F2F4901}" type="presParOf" srcId="{DBEE6947-B6CC-4522-8E86-8D5B7E25B29A}" destId="{AC4F86D0-A9D1-48BF-9A64-743957CF02DA}" srcOrd="1" destOrd="0" presId="urn:microsoft.com/office/officeart/2018/2/layout/IconVerticalSolidList"/>
    <dgm:cxn modelId="{692A5D58-43F9-4F29-81DA-CC5CEA6B51C1}" type="presParOf" srcId="{DBEE6947-B6CC-4522-8E86-8D5B7E25B29A}" destId="{A602E085-005D-4B92-B51F-9E711560E823}" srcOrd="2" destOrd="0" presId="urn:microsoft.com/office/officeart/2018/2/layout/IconVerticalSolidList"/>
    <dgm:cxn modelId="{86342871-0336-4C5D-9188-92F12CF82FD1}" type="presParOf" srcId="{A602E085-005D-4B92-B51F-9E711560E823}" destId="{3627CD18-2859-4F7E-A68B-1044F8692D82}" srcOrd="0" destOrd="0" presId="urn:microsoft.com/office/officeart/2018/2/layout/IconVerticalSolidList"/>
    <dgm:cxn modelId="{6D8F193F-466B-4858-814C-632F15A941BD}" type="presParOf" srcId="{A602E085-005D-4B92-B51F-9E711560E823}" destId="{0A727145-9CD1-411A-9EFF-2C6EA61D1D14}" srcOrd="1" destOrd="0" presId="urn:microsoft.com/office/officeart/2018/2/layout/IconVerticalSolidList"/>
    <dgm:cxn modelId="{B1066462-E6C7-4218-B6B6-A7B2039CD3F9}" type="presParOf" srcId="{A602E085-005D-4B92-B51F-9E711560E823}" destId="{41DA35EA-2061-4914-BA85-5AAEA7E524D7}" srcOrd="2" destOrd="0" presId="urn:microsoft.com/office/officeart/2018/2/layout/IconVerticalSolidList"/>
    <dgm:cxn modelId="{1D505507-4594-4F39-8EC8-DD3DE7FD1DF9}" type="presParOf" srcId="{A602E085-005D-4B92-B51F-9E711560E823}" destId="{60F649CE-6095-43A8-9319-2B8E490F1379}" srcOrd="3" destOrd="0" presId="urn:microsoft.com/office/officeart/2018/2/layout/IconVerticalSolidList"/>
    <dgm:cxn modelId="{9460DFC8-1759-46C0-9CC1-59FE896526B6}" type="presParOf" srcId="{DBEE6947-B6CC-4522-8E86-8D5B7E25B29A}" destId="{8A60997C-5BCE-4EC1-934A-67CFAF6A8361}" srcOrd="3" destOrd="0" presId="urn:microsoft.com/office/officeart/2018/2/layout/IconVerticalSolidList"/>
    <dgm:cxn modelId="{78AFF429-1F65-43BD-A129-84095EFC695E}" type="presParOf" srcId="{DBEE6947-B6CC-4522-8E86-8D5B7E25B29A}" destId="{E7D00E3A-C14C-41D3-8A98-0E5440D46C05}" srcOrd="4" destOrd="0" presId="urn:microsoft.com/office/officeart/2018/2/layout/IconVerticalSolidList"/>
    <dgm:cxn modelId="{8411CEF9-68FC-4AFB-96FD-811C1C1FFEBF}" type="presParOf" srcId="{E7D00E3A-C14C-41D3-8A98-0E5440D46C05}" destId="{889A2C20-B17E-47D3-9ADC-42DE25D6B401}" srcOrd="0" destOrd="0" presId="urn:microsoft.com/office/officeart/2018/2/layout/IconVerticalSolidList"/>
    <dgm:cxn modelId="{440BDCE2-686A-432D-93EA-9EFA076988EB}" type="presParOf" srcId="{E7D00E3A-C14C-41D3-8A98-0E5440D46C05}" destId="{2B17899E-0100-42B8-9510-DA90B064C243}" srcOrd="1" destOrd="0" presId="urn:microsoft.com/office/officeart/2018/2/layout/IconVerticalSolidList"/>
    <dgm:cxn modelId="{E53DF289-66CD-4C0A-B37B-54306D8DD067}" type="presParOf" srcId="{E7D00E3A-C14C-41D3-8A98-0E5440D46C05}" destId="{B6532FD1-D5B4-49DE-9CEF-4D1DF6163972}" srcOrd="2" destOrd="0" presId="urn:microsoft.com/office/officeart/2018/2/layout/IconVerticalSolidList"/>
    <dgm:cxn modelId="{6EADFA97-05D5-4BCF-9165-0674BC8FDF86}" type="presParOf" srcId="{E7D00E3A-C14C-41D3-8A98-0E5440D46C05}" destId="{D93AFC20-56EB-4C18-87C0-98B1B97C09A0}"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62DE563F-A618-482E-B036-3F6F99164705}"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481C4502-633C-4BFB-B383-BAF81E06DE46}">
      <dgm:prSet custT="1"/>
      <dgm:spPr/>
      <dgm:t>
        <a:bodyPr/>
        <a:lstStyle/>
        <a:p>
          <a:pPr>
            <a:lnSpc>
              <a:spcPct val="100000"/>
            </a:lnSpc>
          </a:pPr>
          <a:r>
            <a:rPr lang="en-US" sz="2100" b="1" dirty="0"/>
            <a:t>Labels &amp; naming</a:t>
          </a:r>
        </a:p>
        <a:p>
          <a:pPr>
            <a:lnSpc>
              <a:spcPct val="100000"/>
            </a:lnSpc>
          </a:pPr>
          <a:r>
            <a:rPr lang="en-US" altLang="en-US" sz="2100" dirty="0"/>
            <a:t>What are things called?  Be consistent to avoid confusion. </a:t>
          </a:r>
          <a:endParaRPr lang="en-US" sz="2100" b="1" dirty="0"/>
        </a:p>
      </dgm:t>
    </dgm:pt>
    <dgm:pt modelId="{91E2BEAC-45F8-4B7D-A2BF-D1BEA1CBAA6A}" type="parTrans" cxnId="{AC0D1095-92F7-4AEA-89E8-15D98ED00012}">
      <dgm:prSet/>
      <dgm:spPr/>
      <dgm:t>
        <a:bodyPr/>
        <a:lstStyle/>
        <a:p>
          <a:endParaRPr lang="en-US"/>
        </a:p>
      </dgm:t>
    </dgm:pt>
    <dgm:pt modelId="{81C777A2-9D40-484B-A774-008AA7BCE816}" type="sibTrans" cxnId="{AC0D1095-92F7-4AEA-89E8-15D98ED00012}">
      <dgm:prSet/>
      <dgm:spPr/>
      <dgm:t>
        <a:bodyPr/>
        <a:lstStyle/>
        <a:p>
          <a:endParaRPr lang="en-US"/>
        </a:p>
      </dgm:t>
    </dgm:pt>
    <dgm:pt modelId="{DB39127E-BAEB-4F0C-BA10-07E824AFC9EE}">
      <dgm:prSet custT="1"/>
      <dgm:spPr/>
      <dgm:t>
        <a:bodyPr/>
        <a:lstStyle/>
        <a:p>
          <a:pPr>
            <a:lnSpc>
              <a:spcPct val="100000"/>
            </a:lnSpc>
          </a:pPr>
          <a:r>
            <a:rPr lang="en-US" sz="2100" b="1" dirty="0"/>
            <a:t>Structure of content</a:t>
          </a:r>
        </a:p>
        <a:p>
          <a:pPr>
            <a:lnSpc>
              <a:spcPct val="100000"/>
            </a:lnSpc>
          </a:pPr>
          <a:r>
            <a:rPr lang="en-US" altLang="en-US" sz="2100" dirty="0"/>
            <a:t>What goes where? What is the relationship between elements?</a:t>
          </a:r>
          <a:endParaRPr lang="en-US" sz="2100" dirty="0">
            <a:latin typeface="Avenir"/>
          </a:endParaRPr>
        </a:p>
      </dgm:t>
    </dgm:pt>
    <dgm:pt modelId="{DA13E3E5-963E-4C82-82AF-FF0340B06CD9}" type="parTrans" cxnId="{128D23FD-CBAC-4AFE-8548-1938FC7BB283}">
      <dgm:prSet/>
      <dgm:spPr/>
      <dgm:t>
        <a:bodyPr/>
        <a:lstStyle/>
        <a:p>
          <a:endParaRPr lang="en-US"/>
        </a:p>
      </dgm:t>
    </dgm:pt>
    <dgm:pt modelId="{7AC5EE2C-F6F2-407E-9969-4EC98F1B338B}" type="sibTrans" cxnId="{128D23FD-CBAC-4AFE-8548-1938FC7BB283}">
      <dgm:prSet/>
      <dgm:spPr/>
      <dgm:t>
        <a:bodyPr/>
        <a:lstStyle/>
        <a:p>
          <a:endParaRPr lang="en-US"/>
        </a:p>
      </dgm:t>
    </dgm:pt>
    <dgm:pt modelId="{6CD86BB7-13D9-48CA-89D2-B2261A81B97C}">
      <dgm:prSet custT="1"/>
      <dgm:spPr/>
      <dgm:t>
        <a:bodyPr/>
        <a:lstStyle/>
        <a:p>
          <a:pPr>
            <a:lnSpc>
              <a:spcPct val="100000"/>
            </a:lnSpc>
          </a:pPr>
          <a:r>
            <a:rPr lang="en-US" sz="2100" b="1" dirty="0"/>
            <a:t>Navigation between pages</a:t>
          </a:r>
        </a:p>
        <a:p>
          <a:pPr>
            <a:lnSpc>
              <a:spcPct val="100000"/>
            </a:lnSpc>
          </a:pPr>
          <a:r>
            <a:rPr lang="en-US" altLang="en-US" sz="2100" dirty="0"/>
            <a:t>How to map mental thought process to supported navigation?</a:t>
          </a:r>
          <a:endParaRPr lang="en-US" sz="2100" dirty="0">
            <a:latin typeface="Avenir"/>
          </a:endParaRPr>
        </a:p>
      </dgm:t>
    </dgm:pt>
    <dgm:pt modelId="{252DF3A0-E636-4B97-924D-0C6026970169}" type="parTrans" cxnId="{B9517731-F42D-4A28-8339-0102A36124DA}">
      <dgm:prSet/>
      <dgm:spPr/>
      <dgm:t>
        <a:bodyPr/>
        <a:lstStyle/>
        <a:p>
          <a:endParaRPr lang="en-US"/>
        </a:p>
      </dgm:t>
    </dgm:pt>
    <dgm:pt modelId="{4624B8BC-165A-4C97-B030-FA15DD4EFC1E}" type="sibTrans" cxnId="{B9517731-F42D-4A28-8339-0102A36124DA}">
      <dgm:prSet/>
      <dgm:spPr/>
      <dgm:t>
        <a:bodyPr/>
        <a:lstStyle/>
        <a:p>
          <a:endParaRPr lang="en-US"/>
        </a:p>
      </dgm:t>
    </dgm:pt>
    <dgm:pt modelId="{DBEE6947-B6CC-4522-8E86-8D5B7E25B29A}" type="pres">
      <dgm:prSet presAssocID="{62DE563F-A618-482E-B036-3F6F99164705}" presName="root" presStyleCnt="0">
        <dgm:presLayoutVars>
          <dgm:dir/>
          <dgm:resizeHandles val="exact"/>
        </dgm:presLayoutVars>
      </dgm:prSet>
      <dgm:spPr/>
    </dgm:pt>
    <dgm:pt modelId="{7D6DDE88-ACB2-4A9F-98C9-FC860EF41305}" type="pres">
      <dgm:prSet presAssocID="{481C4502-633C-4BFB-B383-BAF81E06DE46}" presName="compNode" presStyleCnt="0"/>
      <dgm:spPr/>
    </dgm:pt>
    <dgm:pt modelId="{7EECB993-FA9D-4CC2-8E97-69FE4A386378}" type="pres">
      <dgm:prSet presAssocID="{481C4502-633C-4BFB-B383-BAF81E06DE46}" presName="bgRect" presStyleLbl="bgShp" presStyleIdx="0" presStyleCnt="3"/>
      <dgm:spPr/>
    </dgm:pt>
    <dgm:pt modelId="{69D5CE03-09BA-41CA-BFFD-B5A96179856A}" type="pres">
      <dgm:prSet presAssocID="{481C4502-633C-4BFB-B383-BAF81E06DE46}" presName="iconRect" presStyleLbl="node1" presStyleIdx="0" presStyleCnt="3"/>
      <dgm:spPr>
        <a:blipFill>
          <a:blip xmlns:r="http://schemas.openxmlformats.org/officeDocument/2006/relationships" r:embed="rId1">
            <a:extLst>
              <a:ext uri="{96DAC541-7B7A-43D3-8B79-37D633B846F1}">
                <asvg:svgBlip xmlns:asvg="http://schemas.microsoft.com/office/drawing/2016/SVG/main" r:embed="rId2"/>
              </a:ext>
            </a:extLst>
          </a:blip>
          <a:srcRect/>
          <a:stretch>
            <a:fillRect/>
          </a:stretch>
        </a:blipFill>
      </dgm:spPr>
      <dgm:extLst>
        <a:ext uri="{E40237B7-FDA0-4F09-8148-C483321AD2D9}">
          <dgm14:cNvPr xmlns:dgm14="http://schemas.microsoft.com/office/drawing/2010/diagram" id="0" name="" descr="Label with solid fill"/>
        </a:ext>
      </dgm:extLst>
    </dgm:pt>
    <dgm:pt modelId="{FBDE8E7D-7DF3-49BD-A9A8-6C885B324399}" type="pres">
      <dgm:prSet presAssocID="{481C4502-633C-4BFB-B383-BAF81E06DE46}" presName="spaceRect" presStyleCnt="0"/>
      <dgm:spPr/>
    </dgm:pt>
    <dgm:pt modelId="{91AF1FCE-4AF7-413E-BF88-D005D0DB09FF}" type="pres">
      <dgm:prSet presAssocID="{481C4502-633C-4BFB-B383-BAF81E06DE46}" presName="parTx" presStyleLbl="revTx" presStyleIdx="0" presStyleCnt="3">
        <dgm:presLayoutVars>
          <dgm:chMax val="0"/>
          <dgm:chPref val="0"/>
        </dgm:presLayoutVars>
      </dgm:prSet>
      <dgm:spPr/>
    </dgm:pt>
    <dgm:pt modelId="{AC4F86D0-A9D1-48BF-9A64-743957CF02DA}" type="pres">
      <dgm:prSet presAssocID="{81C777A2-9D40-484B-A774-008AA7BCE816}" presName="sibTrans" presStyleCnt="0"/>
      <dgm:spPr/>
    </dgm:pt>
    <dgm:pt modelId="{A602E085-005D-4B92-B51F-9E711560E823}" type="pres">
      <dgm:prSet presAssocID="{DB39127E-BAEB-4F0C-BA10-07E824AFC9EE}" presName="compNode" presStyleCnt="0"/>
      <dgm:spPr/>
    </dgm:pt>
    <dgm:pt modelId="{3627CD18-2859-4F7E-A68B-1044F8692D82}" type="pres">
      <dgm:prSet presAssocID="{DB39127E-BAEB-4F0C-BA10-07E824AFC9EE}" presName="bgRect" presStyleLbl="bgShp" presStyleIdx="1" presStyleCnt="3"/>
      <dgm:spPr/>
    </dgm:pt>
    <dgm:pt modelId="{0A727145-9CD1-411A-9EFF-2C6EA61D1D14}" type="pres">
      <dgm:prSet presAssocID="{DB39127E-BAEB-4F0C-BA10-07E824AFC9EE}"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Hierarchy"/>
        </a:ext>
      </dgm:extLst>
    </dgm:pt>
    <dgm:pt modelId="{41DA35EA-2061-4914-BA85-5AAEA7E524D7}" type="pres">
      <dgm:prSet presAssocID="{DB39127E-BAEB-4F0C-BA10-07E824AFC9EE}" presName="spaceRect" presStyleCnt="0"/>
      <dgm:spPr/>
    </dgm:pt>
    <dgm:pt modelId="{60F649CE-6095-43A8-9319-2B8E490F1379}" type="pres">
      <dgm:prSet presAssocID="{DB39127E-BAEB-4F0C-BA10-07E824AFC9EE}" presName="parTx" presStyleLbl="revTx" presStyleIdx="1" presStyleCnt="3">
        <dgm:presLayoutVars>
          <dgm:chMax val="0"/>
          <dgm:chPref val="0"/>
        </dgm:presLayoutVars>
      </dgm:prSet>
      <dgm:spPr/>
    </dgm:pt>
    <dgm:pt modelId="{8A60997C-5BCE-4EC1-934A-67CFAF6A8361}" type="pres">
      <dgm:prSet presAssocID="{7AC5EE2C-F6F2-407E-9969-4EC98F1B338B}" presName="sibTrans" presStyleCnt="0"/>
      <dgm:spPr/>
    </dgm:pt>
    <dgm:pt modelId="{E7D00E3A-C14C-41D3-8A98-0E5440D46C05}" type="pres">
      <dgm:prSet presAssocID="{6CD86BB7-13D9-48CA-89D2-B2261A81B97C}" presName="compNode" presStyleCnt="0"/>
      <dgm:spPr/>
    </dgm:pt>
    <dgm:pt modelId="{889A2C20-B17E-47D3-9ADC-42DE25D6B401}" type="pres">
      <dgm:prSet presAssocID="{6CD86BB7-13D9-48CA-89D2-B2261A81B97C}" presName="bgRect" presStyleLbl="bgShp" presStyleIdx="2" presStyleCnt="3" custLinFactNeighborY="2603"/>
      <dgm:spPr/>
    </dgm:pt>
    <dgm:pt modelId="{2B17899E-0100-42B8-9510-DA90B064C243}" type="pres">
      <dgm:prSet presAssocID="{6CD86BB7-13D9-48CA-89D2-B2261A81B97C}" presName="iconRect" presStyleLbl="node1" presStyleIdx="2" presStyleCnt="3"/>
      <dgm:spPr>
        <a:blipFill>
          <a:blip xmlns:r="http://schemas.openxmlformats.org/officeDocument/2006/relationships" r:embed="rId5">
            <a:extLst>
              <a:ext uri="{96DAC541-7B7A-43D3-8B79-37D633B846F1}">
                <asvg:svgBlip xmlns:asvg="http://schemas.microsoft.com/office/drawing/2016/SVG/main" r:embed="rId6"/>
              </a:ext>
            </a:extLst>
          </a:blip>
          <a:srcRect/>
          <a:stretch>
            <a:fillRect/>
          </a:stretch>
        </a:blipFill>
      </dgm:spPr>
      <dgm:extLst>
        <a:ext uri="{E40237B7-FDA0-4F09-8148-C483321AD2D9}">
          <dgm14:cNvPr xmlns:dgm14="http://schemas.microsoft.com/office/drawing/2010/diagram" id="0" name="" descr="Connected with solid fill"/>
        </a:ext>
      </dgm:extLst>
    </dgm:pt>
    <dgm:pt modelId="{B6532FD1-D5B4-49DE-9CEF-4D1DF6163972}" type="pres">
      <dgm:prSet presAssocID="{6CD86BB7-13D9-48CA-89D2-B2261A81B97C}" presName="spaceRect" presStyleCnt="0"/>
      <dgm:spPr/>
    </dgm:pt>
    <dgm:pt modelId="{D93AFC20-56EB-4C18-87C0-98B1B97C09A0}" type="pres">
      <dgm:prSet presAssocID="{6CD86BB7-13D9-48CA-89D2-B2261A81B97C}" presName="parTx" presStyleLbl="revTx" presStyleIdx="2" presStyleCnt="3">
        <dgm:presLayoutVars>
          <dgm:chMax val="0"/>
          <dgm:chPref val="0"/>
        </dgm:presLayoutVars>
      </dgm:prSet>
      <dgm:spPr/>
    </dgm:pt>
  </dgm:ptLst>
  <dgm:cxnLst>
    <dgm:cxn modelId="{B9517731-F42D-4A28-8339-0102A36124DA}" srcId="{62DE563F-A618-482E-B036-3F6F99164705}" destId="{6CD86BB7-13D9-48CA-89D2-B2261A81B97C}" srcOrd="2" destOrd="0" parTransId="{252DF3A0-E636-4B97-924D-0C6026970169}" sibTransId="{4624B8BC-165A-4C97-B030-FA15DD4EFC1E}"/>
    <dgm:cxn modelId="{863E194B-DD03-499E-8828-446B5222474E}" type="presOf" srcId="{481C4502-633C-4BFB-B383-BAF81E06DE46}" destId="{91AF1FCE-4AF7-413E-BF88-D005D0DB09FF}" srcOrd="0" destOrd="0" presId="urn:microsoft.com/office/officeart/2018/2/layout/IconVerticalSolidList"/>
    <dgm:cxn modelId="{BBF6B46B-1082-48CB-9E5C-ED6CCE175EA2}" type="presOf" srcId="{62DE563F-A618-482E-B036-3F6F99164705}" destId="{DBEE6947-B6CC-4522-8E86-8D5B7E25B29A}" srcOrd="0" destOrd="0" presId="urn:microsoft.com/office/officeart/2018/2/layout/IconVerticalSolidList"/>
    <dgm:cxn modelId="{AC0D1095-92F7-4AEA-89E8-15D98ED00012}" srcId="{62DE563F-A618-482E-B036-3F6F99164705}" destId="{481C4502-633C-4BFB-B383-BAF81E06DE46}" srcOrd="0" destOrd="0" parTransId="{91E2BEAC-45F8-4B7D-A2BF-D1BEA1CBAA6A}" sibTransId="{81C777A2-9D40-484B-A774-008AA7BCE816}"/>
    <dgm:cxn modelId="{9C937ABD-A41E-4DBB-AF2A-609463E74B94}" type="presOf" srcId="{6CD86BB7-13D9-48CA-89D2-B2261A81B97C}" destId="{D93AFC20-56EB-4C18-87C0-98B1B97C09A0}" srcOrd="0" destOrd="0" presId="urn:microsoft.com/office/officeart/2018/2/layout/IconVerticalSolidList"/>
    <dgm:cxn modelId="{4CEEE5C6-02E1-4751-B7E6-D8E0E98199F2}" type="presOf" srcId="{DB39127E-BAEB-4F0C-BA10-07E824AFC9EE}" destId="{60F649CE-6095-43A8-9319-2B8E490F1379}" srcOrd="0" destOrd="0" presId="urn:microsoft.com/office/officeart/2018/2/layout/IconVerticalSolidList"/>
    <dgm:cxn modelId="{128D23FD-CBAC-4AFE-8548-1938FC7BB283}" srcId="{62DE563F-A618-482E-B036-3F6F99164705}" destId="{DB39127E-BAEB-4F0C-BA10-07E824AFC9EE}" srcOrd="1" destOrd="0" parTransId="{DA13E3E5-963E-4C82-82AF-FF0340B06CD9}" sibTransId="{7AC5EE2C-F6F2-407E-9969-4EC98F1B338B}"/>
    <dgm:cxn modelId="{F1E80108-A126-4E00-AC33-CDAAC1084224}" type="presParOf" srcId="{DBEE6947-B6CC-4522-8E86-8D5B7E25B29A}" destId="{7D6DDE88-ACB2-4A9F-98C9-FC860EF41305}" srcOrd="0" destOrd="0" presId="urn:microsoft.com/office/officeart/2018/2/layout/IconVerticalSolidList"/>
    <dgm:cxn modelId="{5D369A56-3A77-4B8A-A54C-FEE7DAD79332}" type="presParOf" srcId="{7D6DDE88-ACB2-4A9F-98C9-FC860EF41305}" destId="{7EECB993-FA9D-4CC2-8E97-69FE4A386378}" srcOrd="0" destOrd="0" presId="urn:microsoft.com/office/officeart/2018/2/layout/IconVerticalSolidList"/>
    <dgm:cxn modelId="{54A8C9F5-6A75-49F3-B18E-D542A2EAE403}" type="presParOf" srcId="{7D6DDE88-ACB2-4A9F-98C9-FC860EF41305}" destId="{69D5CE03-09BA-41CA-BFFD-B5A96179856A}" srcOrd="1" destOrd="0" presId="urn:microsoft.com/office/officeart/2018/2/layout/IconVerticalSolidList"/>
    <dgm:cxn modelId="{932E81E5-BE97-4932-8B00-9973AD4F0949}" type="presParOf" srcId="{7D6DDE88-ACB2-4A9F-98C9-FC860EF41305}" destId="{FBDE8E7D-7DF3-49BD-A9A8-6C885B324399}" srcOrd="2" destOrd="0" presId="urn:microsoft.com/office/officeart/2018/2/layout/IconVerticalSolidList"/>
    <dgm:cxn modelId="{6C9E9524-055C-40E6-ACB5-70212BD4BFA2}" type="presParOf" srcId="{7D6DDE88-ACB2-4A9F-98C9-FC860EF41305}" destId="{91AF1FCE-4AF7-413E-BF88-D005D0DB09FF}" srcOrd="3" destOrd="0" presId="urn:microsoft.com/office/officeart/2018/2/layout/IconVerticalSolidList"/>
    <dgm:cxn modelId="{1450B055-B01D-4B3B-8850-C8747F2F4901}" type="presParOf" srcId="{DBEE6947-B6CC-4522-8E86-8D5B7E25B29A}" destId="{AC4F86D0-A9D1-48BF-9A64-743957CF02DA}" srcOrd="1" destOrd="0" presId="urn:microsoft.com/office/officeart/2018/2/layout/IconVerticalSolidList"/>
    <dgm:cxn modelId="{692A5D58-43F9-4F29-81DA-CC5CEA6B51C1}" type="presParOf" srcId="{DBEE6947-B6CC-4522-8E86-8D5B7E25B29A}" destId="{A602E085-005D-4B92-B51F-9E711560E823}" srcOrd="2" destOrd="0" presId="urn:microsoft.com/office/officeart/2018/2/layout/IconVerticalSolidList"/>
    <dgm:cxn modelId="{86342871-0336-4C5D-9188-92F12CF82FD1}" type="presParOf" srcId="{A602E085-005D-4B92-B51F-9E711560E823}" destId="{3627CD18-2859-4F7E-A68B-1044F8692D82}" srcOrd="0" destOrd="0" presId="urn:microsoft.com/office/officeart/2018/2/layout/IconVerticalSolidList"/>
    <dgm:cxn modelId="{6D8F193F-466B-4858-814C-632F15A941BD}" type="presParOf" srcId="{A602E085-005D-4B92-B51F-9E711560E823}" destId="{0A727145-9CD1-411A-9EFF-2C6EA61D1D14}" srcOrd="1" destOrd="0" presId="urn:microsoft.com/office/officeart/2018/2/layout/IconVerticalSolidList"/>
    <dgm:cxn modelId="{B1066462-E6C7-4218-B6B6-A7B2039CD3F9}" type="presParOf" srcId="{A602E085-005D-4B92-B51F-9E711560E823}" destId="{41DA35EA-2061-4914-BA85-5AAEA7E524D7}" srcOrd="2" destOrd="0" presId="urn:microsoft.com/office/officeart/2018/2/layout/IconVerticalSolidList"/>
    <dgm:cxn modelId="{1D505507-4594-4F39-8EC8-DD3DE7FD1DF9}" type="presParOf" srcId="{A602E085-005D-4B92-B51F-9E711560E823}" destId="{60F649CE-6095-43A8-9319-2B8E490F1379}" srcOrd="3" destOrd="0" presId="urn:microsoft.com/office/officeart/2018/2/layout/IconVerticalSolidList"/>
    <dgm:cxn modelId="{9460DFC8-1759-46C0-9CC1-59FE896526B6}" type="presParOf" srcId="{DBEE6947-B6CC-4522-8E86-8D5B7E25B29A}" destId="{8A60997C-5BCE-4EC1-934A-67CFAF6A8361}" srcOrd="3" destOrd="0" presId="urn:microsoft.com/office/officeart/2018/2/layout/IconVerticalSolidList"/>
    <dgm:cxn modelId="{78AFF429-1F65-43BD-A129-84095EFC695E}" type="presParOf" srcId="{DBEE6947-B6CC-4522-8E86-8D5B7E25B29A}" destId="{E7D00E3A-C14C-41D3-8A98-0E5440D46C05}" srcOrd="4" destOrd="0" presId="urn:microsoft.com/office/officeart/2018/2/layout/IconVerticalSolidList"/>
    <dgm:cxn modelId="{8411CEF9-68FC-4AFB-96FD-811C1C1FFEBF}" type="presParOf" srcId="{E7D00E3A-C14C-41D3-8A98-0E5440D46C05}" destId="{889A2C20-B17E-47D3-9ADC-42DE25D6B401}" srcOrd="0" destOrd="0" presId="urn:microsoft.com/office/officeart/2018/2/layout/IconVerticalSolidList"/>
    <dgm:cxn modelId="{440BDCE2-686A-432D-93EA-9EFA076988EB}" type="presParOf" srcId="{E7D00E3A-C14C-41D3-8A98-0E5440D46C05}" destId="{2B17899E-0100-42B8-9510-DA90B064C243}" srcOrd="1" destOrd="0" presId="urn:microsoft.com/office/officeart/2018/2/layout/IconVerticalSolidList"/>
    <dgm:cxn modelId="{E53DF289-66CD-4C0A-B37B-54306D8DD067}" type="presParOf" srcId="{E7D00E3A-C14C-41D3-8A98-0E5440D46C05}" destId="{B6532FD1-D5B4-49DE-9CEF-4D1DF6163972}" srcOrd="2" destOrd="0" presId="urn:microsoft.com/office/officeart/2018/2/layout/IconVerticalSolidList"/>
    <dgm:cxn modelId="{6EADFA97-05D5-4BCF-9165-0674BC8FDF86}" type="presParOf" srcId="{E7D00E3A-C14C-41D3-8A98-0E5440D46C05}" destId="{D93AFC20-56EB-4C18-87C0-98B1B97C09A0}"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60DF2ECC-B808-42E2-9514-122E2113D9F4}" type="doc">
      <dgm:prSet loTypeId="urn:microsoft.com/office/officeart/2005/8/layout/vProcess5" loCatId="process" qsTypeId="urn:microsoft.com/office/officeart/2005/8/quickstyle/simple1" qsCatId="simple" csTypeId="urn:microsoft.com/office/officeart/2005/8/colors/accent1_5" csCatId="accent1" phldr="1"/>
      <dgm:spPr/>
      <dgm:t>
        <a:bodyPr/>
        <a:lstStyle/>
        <a:p>
          <a:endParaRPr lang="en-US"/>
        </a:p>
      </dgm:t>
    </dgm:pt>
    <dgm:pt modelId="{66EC256C-55FD-489F-9435-118C8FBD513B}">
      <dgm:prSet phldrT="[Text]" custT="1"/>
      <dgm:spPr>
        <a:solidFill>
          <a:schemeClr val="accent1">
            <a:lumMod val="60000"/>
            <a:lumOff val="40000"/>
          </a:schemeClr>
        </a:solidFill>
        <a:ln>
          <a:noFill/>
        </a:ln>
      </dgm:spPr>
      <dgm:t>
        <a:bodyPr/>
        <a:lstStyle/>
        <a:p>
          <a:pPr>
            <a:buFont typeface="+mj-lt"/>
            <a:buAutoNum type="arabicPeriod"/>
          </a:pPr>
          <a:r>
            <a:rPr lang="en-US" altLang="en-US" sz="3000" b="1" dirty="0">
              <a:solidFill>
                <a:srgbClr val="626CBA"/>
              </a:solidFill>
            </a:rPr>
            <a:t>1. </a:t>
          </a:r>
          <a:r>
            <a:rPr lang="en-US" altLang="en-US" sz="2700" dirty="0">
              <a:solidFill>
                <a:schemeClr val="bg2">
                  <a:lumMod val="25000"/>
                </a:schemeClr>
              </a:solidFill>
            </a:rPr>
            <a:t>Decide what information elements and functional content site must provide</a:t>
          </a:r>
          <a:endParaRPr lang="en-US" sz="2700" dirty="0">
            <a:solidFill>
              <a:schemeClr val="bg2">
                <a:lumMod val="25000"/>
              </a:schemeClr>
            </a:solidFill>
          </a:endParaRPr>
        </a:p>
      </dgm:t>
    </dgm:pt>
    <dgm:pt modelId="{578F8B34-AE27-45D3-A9AE-6CFF6309C2FE}" type="parTrans" cxnId="{1F7BD3D9-50E8-4141-99F4-779C53CF951A}">
      <dgm:prSet/>
      <dgm:spPr/>
      <dgm:t>
        <a:bodyPr/>
        <a:lstStyle/>
        <a:p>
          <a:endParaRPr lang="en-US"/>
        </a:p>
      </dgm:t>
    </dgm:pt>
    <dgm:pt modelId="{B92C18FE-8ECB-4D88-B543-0E6D911236E8}" type="sibTrans" cxnId="{1F7BD3D9-50E8-4141-99F4-779C53CF951A}">
      <dgm:prSet/>
      <dgm:spPr>
        <a:solidFill>
          <a:schemeClr val="tx2">
            <a:lumMod val="40000"/>
            <a:lumOff val="60000"/>
            <a:alpha val="90000"/>
          </a:schemeClr>
        </a:solidFill>
        <a:ln>
          <a:noFill/>
        </a:ln>
      </dgm:spPr>
      <dgm:t>
        <a:bodyPr/>
        <a:lstStyle/>
        <a:p>
          <a:endParaRPr lang="en-US"/>
        </a:p>
      </dgm:t>
    </dgm:pt>
    <dgm:pt modelId="{2B4DA6CB-9517-4C7C-9E94-42CE21E93686}">
      <dgm:prSet phldrT="[Text]" custT="1"/>
      <dgm:spPr>
        <a:solidFill>
          <a:schemeClr val="accent1">
            <a:lumMod val="40000"/>
            <a:lumOff val="60000"/>
          </a:schemeClr>
        </a:solidFill>
        <a:ln>
          <a:noFill/>
        </a:ln>
      </dgm:spPr>
      <dgm:t>
        <a:bodyPr/>
        <a:lstStyle/>
        <a:p>
          <a:pPr>
            <a:buFont typeface="+mj-lt"/>
            <a:buAutoNum type="arabicPeriod"/>
          </a:pPr>
          <a:r>
            <a:rPr lang="en-US" altLang="en-US" sz="3000" b="1" dirty="0">
              <a:solidFill>
                <a:schemeClr val="tx2">
                  <a:lumMod val="60000"/>
                  <a:lumOff val="40000"/>
                </a:schemeClr>
              </a:solidFill>
            </a:rPr>
            <a:t>2. </a:t>
          </a:r>
          <a:r>
            <a:rPr lang="en-US" altLang="en-US" sz="2800" dirty="0">
              <a:solidFill>
                <a:schemeClr val="bg2">
                  <a:lumMod val="25000"/>
                </a:schemeClr>
              </a:solidFill>
            </a:rPr>
            <a:t>Decide how above can best be grouped and organized</a:t>
          </a:r>
          <a:endParaRPr lang="en-US" sz="2800" dirty="0">
            <a:solidFill>
              <a:schemeClr val="bg2">
                <a:lumMod val="25000"/>
              </a:schemeClr>
            </a:solidFill>
          </a:endParaRPr>
        </a:p>
      </dgm:t>
    </dgm:pt>
    <dgm:pt modelId="{AED87D88-7F4A-4854-B138-7C8F47B38B02}" type="parTrans" cxnId="{E3EC3938-6279-4455-A16F-91AB0A2834B7}">
      <dgm:prSet/>
      <dgm:spPr/>
      <dgm:t>
        <a:bodyPr/>
        <a:lstStyle/>
        <a:p>
          <a:endParaRPr lang="en-US"/>
        </a:p>
      </dgm:t>
    </dgm:pt>
    <dgm:pt modelId="{150B2C8A-73F6-4613-ACB8-1733D18BA873}" type="sibTrans" cxnId="{E3EC3938-6279-4455-A16F-91AB0A2834B7}">
      <dgm:prSet/>
      <dgm:spPr>
        <a:solidFill>
          <a:schemeClr val="tx2">
            <a:lumMod val="20000"/>
            <a:lumOff val="80000"/>
            <a:alpha val="85098"/>
          </a:schemeClr>
        </a:solidFill>
        <a:ln>
          <a:noFill/>
        </a:ln>
      </dgm:spPr>
      <dgm:t>
        <a:bodyPr/>
        <a:lstStyle/>
        <a:p>
          <a:endParaRPr lang="en-US"/>
        </a:p>
      </dgm:t>
    </dgm:pt>
    <dgm:pt modelId="{D1193D73-C687-453E-B560-215F96578A4D}">
      <dgm:prSet phldrT="[Text]" custT="1"/>
      <dgm:spPr>
        <a:solidFill>
          <a:schemeClr val="accent1">
            <a:lumMod val="20000"/>
            <a:lumOff val="80000"/>
          </a:schemeClr>
        </a:solidFill>
        <a:ln>
          <a:noFill/>
        </a:ln>
      </dgm:spPr>
      <dgm:t>
        <a:bodyPr/>
        <a:lstStyle/>
        <a:p>
          <a:pPr>
            <a:buFont typeface="+mj-lt"/>
            <a:buAutoNum type="arabicPeriod"/>
          </a:pPr>
          <a:r>
            <a:rPr lang="en-US" altLang="en-US" sz="3000" b="1" dirty="0">
              <a:solidFill>
                <a:schemeClr val="tx2">
                  <a:lumMod val="40000"/>
                  <a:lumOff val="60000"/>
                </a:schemeClr>
              </a:solidFill>
            </a:rPr>
            <a:t>3. </a:t>
          </a:r>
          <a:r>
            <a:rPr lang="en-US" altLang="en-US" sz="3000" dirty="0">
              <a:solidFill>
                <a:schemeClr val="bg2">
                  <a:lumMod val="25000"/>
                </a:schemeClr>
              </a:solidFill>
            </a:rPr>
            <a:t>Plan connecting navigation among elements</a:t>
          </a:r>
          <a:endParaRPr lang="en-US" sz="3000" dirty="0">
            <a:solidFill>
              <a:schemeClr val="bg2">
                <a:lumMod val="25000"/>
              </a:schemeClr>
            </a:solidFill>
          </a:endParaRPr>
        </a:p>
      </dgm:t>
    </dgm:pt>
    <dgm:pt modelId="{A5147F8C-7747-4AC4-8D12-A2684AD85EC1}" type="parTrans" cxnId="{B39E96D0-604E-46CE-B18C-A23B37260063}">
      <dgm:prSet/>
      <dgm:spPr/>
      <dgm:t>
        <a:bodyPr/>
        <a:lstStyle/>
        <a:p>
          <a:endParaRPr lang="en-US"/>
        </a:p>
      </dgm:t>
    </dgm:pt>
    <dgm:pt modelId="{DD611833-9451-49BF-9D4D-9576B1543AA0}" type="sibTrans" cxnId="{B39E96D0-604E-46CE-B18C-A23B37260063}">
      <dgm:prSet/>
      <dgm:spPr/>
      <dgm:t>
        <a:bodyPr/>
        <a:lstStyle/>
        <a:p>
          <a:endParaRPr lang="en-US"/>
        </a:p>
      </dgm:t>
    </dgm:pt>
    <dgm:pt modelId="{565C700F-B4BB-4B0B-AE78-1D6C9A10EA2E}" type="pres">
      <dgm:prSet presAssocID="{60DF2ECC-B808-42E2-9514-122E2113D9F4}" presName="outerComposite" presStyleCnt="0">
        <dgm:presLayoutVars>
          <dgm:chMax val="5"/>
          <dgm:dir/>
          <dgm:resizeHandles val="exact"/>
        </dgm:presLayoutVars>
      </dgm:prSet>
      <dgm:spPr/>
    </dgm:pt>
    <dgm:pt modelId="{2465697B-7900-4AEF-96E9-6A7CFACF6051}" type="pres">
      <dgm:prSet presAssocID="{60DF2ECC-B808-42E2-9514-122E2113D9F4}" presName="dummyMaxCanvas" presStyleCnt="0">
        <dgm:presLayoutVars/>
      </dgm:prSet>
      <dgm:spPr/>
    </dgm:pt>
    <dgm:pt modelId="{20E09DDC-FD64-483D-8340-2710C3106315}" type="pres">
      <dgm:prSet presAssocID="{60DF2ECC-B808-42E2-9514-122E2113D9F4}" presName="ThreeNodes_1" presStyleLbl="node1" presStyleIdx="0" presStyleCnt="3">
        <dgm:presLayoutVars>
          <dgm:bulletEnabled val="1"/>
        </dgm:presLayoutVars>
      </dgm:prSet>
      <dgm:spPr/>
    </dgm:pt>
    <dgm:pt modelId="{DA7E690C-542C-4096-A40D-8DA5509CCC02}" type="pres">
      <dgm:prSet presAssocID="{60DF2ECC-B808-42E2-9514-122E2113D9F4}" presName="ThreeNodes_2" presStyleLbl="node1" presStyleIdx="1" presStyleCnt="3">
        <dgm:presLayoutVars>
          <dgm:bulletEnabled val="1"/>
        </dgm:presLayoutVars>
      </dgm:prSet>
      <dgm:spPr/>
    </dgm:pt>
    <dgm:pt modelId="{969C3A6B-737B-4AFB-869B-065DBB9B8E0D}" type="pres">
      <dgm:prSet presAssocID="{60DF2ECC-B808-42E2-9514-122E2113D9F4}" presName="ThreeNodes_3" presStyleLbl="node1" presStyleIdx="2" presStyleCnt="3">
        <dgm:presLayoutVars>
          <dgm:bulletEnabled val="1"/>
        </dgm:presLayoutVars>
      </dgm:prSet>
      <dgm:spPr/>
    </dgm:pt>
    <dgm:pt modelId="{2C2D6700-F9E2-419D-A3B1-CFD326E1B431}" type="pres">
      <dgm:prSet presAssocID="{60DF2ECC-B808-42E2-9514-122E2113D9F4}" presName="ThreeConn_1-2" presStyleLbl="fgAccFollowNode1" presStyleIdx="0" presStyleCnt="2">
        <dgm:presLayoutVars>
          <dgm:bulletEnabled val="1"/>
        </dgm:presLayoutVars>
      </dgm:prSet>
      <dgm:spPr/>
    </dgm:pt>
    <dgm:pt modelId="{E19FFCAD-5459-4551-AA28-93DC8FAA7860}" type="pres">
      <dgm:prSet presAssocID="{60DF2ECC-B808-42E2-9514-122E2113D9F4}" presName="ThreeConn_2-3" presStyleLbl="fgAccFollowNode1" presStyleIdx="1" presStyleCnt="2">
        <dgm:presLayoutVars>
          <dgm:bulletEnabled val="1"/>
        </dgm:presLayoutVars>
      </dgm:prSet>
      <dgm:spPr/>
    </dgm:pt>
    <dgm:pt modelId="{003A8AB0-7366-4737-A8F8-1ACB880C53A8}" type="pres">
      <dgm:prSet presAssocID="{60DF2ECC-B808-42E2-9514-122E2113D9F4}" presName="ThreeNodes_1_text" presStyleLbl="node1" presStyleIdx="2" presStyleCnt="3">
        <dgm:presLayoutVars>
          <dgm:bulletEnabled val="1"/>
        </dgm:presLayoutVars>
      </dgm:prSet>
      <dgm:spPr/>
    </dgm:pt>
    <dgm:pt modelId="{B4EBB439-F267-486A-83BB-931DA2A71E60}" type="pres">
      <dgm:prSet presAssocID="{60DF2ECC-B808-42E2-9514-122E2113D9F4}" presName="ThreeNodes_2_text" presStyleLbl="node1" presStyleIdx="2" presStyleCnt="3">
        <dgm:presLayoutVars>
          <dgm:bulletEnabled val="1"/>
        </dgm:presLayoutVars>
      </dgm:prSet>
      <dgm:spPr/>
    </dgm:pt>
    <dgm:pt modelId="{1FCD96A5-EC9C-4E70-8710-5028F6334402}" type="pres">
      <dgm:prSet presAssocID="{60DF2ECC-B808-42E2-9514-122E2113D9F4}" presName="ThreeNodes_3_text" presStyleLbl="node1" presStyleIdx="2" presStyleCnt="3">
        <dgm:presLayoutVars>
          <dgm:bulletEnabled val="1"/>
        </dgm:presLayoutVars>
      </dgm:prSet>
      <dgm:spPr/>
    </dgm:pt>
  </dgm:ptLst>
  <dgm:cxnLst>
    <dgm:cxn modelId="{046A1A06-D9D9-4A28-A28F-1AFBDCCDFD59}" type="presOf" srcId="{2B4DA6CB-9517-4C7C-9E94-42CE21E93686}" destId="{DA7E690C-542C-4096-A40D-8DA5509CCC02}" srcOrd="0" destOrd="0" presId="urn:microsoft.com/office/officeart/2005/8/layout/vProcess5"/>
    <dgm:cxn modelId="{3731FC32-9249-48AD-887A-46E0B29BA58B}" type="presOf" srcId="{2B4DA6CB-9517-4C7C-9E94-42CE21E93686}" destId="{B4EBB439-F267-486A-83BB-931DA2A71E60}" srcOrd="1" destOrd="0" presId="urn:microsoft.com/office/officeart/2005/8/layout/vProcess5"/>
    <dgm:cxn modelId="{E3EC3938-6279-4455-A16F-91AB0A2834B7}" srcId="{60DF2ECC-B808-42E2-9514-122E2113D9F4}" destId="{2B4DA6CB-9517-4C7C-9E94-42CE21E93686}" srcOrd="1" destOrd="0" parTransId="{AED87D88-7F4A-4854-B138-7C8F47B38B02}" sibTransId="{150B2C8A-73F6-4613-ACB8-1733D18BA873}"/>
    <dgm:cxn modelId="{11E3C33C-8038-46F4-A4F9-D0DFE647DA91}" type="presOf" srcId="{B92C18FE-8ECB-4D88-B543-0E6D911236E8}" destId="{2C2D6700-F9E2-419D-A3B1-CFD326E1B431}" srcOrd="0" destOrd="0" presId="urn:microsoft.com/office/officeart/2005/8/layout/vProcess5"/>
    <dgm:cxn modelId="{7F7BD242-A4CD-43BE-89E6-388CD73D842B}" type="presOf" srcId="{150B2C8A-73F6-4613-ACB8-1733D18BA873}" destId="{E19FFCAD-5459-4551-AA28-93DC8FAA7860}" srcOrd="0" destOrd="0" presId="urn:microsoft.com/office/officeart/2005/8/layout/vProcess5"/>
    <dgm:cxn modelId="{2C583F46-69DB-43AD-BD38-16FFD5565618}" type="presOf" srcId="{D1193D73-C687-453E-B560-215F96578A4D}" destId="{969C3A6B-737B-4AFB-869B-065DBB9B8E0D}" srcOrd="0" destOrd="0" presId="urn:microsoft.com/office/officeart/2005/8/layout/vProcess5"/>
    <dgm:cxn modelId="{F5CA8191-265C-4B41-80F7-904279DB4249}" type="presOf" srcId="{66EC256C-55FD-489F-9435-118C8FBD513B}" destId="{20E09DDC-FD64-483D-8340-2710C3106315}" srcOrd="0" destOrd="0" presId="urn:microsoft.com/office/officeart/2005/8/layout/vProcess5"/>
    <dgm:cxn modelId="{B42091AD-41C0-4F3E-A9DC-5F63C605C6EE}" type="presOf" srcId="{66EC256C-55FD-489F-9435-118C8FBD513B}" destId="{003A8AB0-7366-4737-A8F8-1ACB880C53A8}" srcOrd="1" destOrd="0" presId="urn:microsoft.com/office/officeart/2005/8/layout/vProcess5"/>
    <dgm:cxn modelId="{B39E96D0-604E-46CE-B18C-A23B37260063}" srcId="{60DF2ECC-B808-42E2-9514-122E2113D9F4}" destId="{D1193D73-C687-453E-B560-215F96578A4D}" srcOrd="2" destOrd="0" parTransId="{A5147F8C-7747-4AC4-8D12-A2684AD85EC1}" sibTransId="{DD611833-9451-49BF-9D4D-9576B1543AA0}"/>
    <dgm:cxn modelId="{1F7BD3D9-50E8-4141-99F4-779C53CF951A}" srcId="{60DF2ECC-B808-42E2-9514-122E2113D9F4}" destId="{66EC256C-55FD-489F-9435-118C8FBD513B}" srcOrd="0" destOrd="0" parTransId="{578F8B34-AE27-45D3-A9AE-6CFF6309C2FE}" sibTransId="{B92C18FE-8ECB-4D88-B543-0E6D911236E8}"/>
    <dgm:cxn modelId="{98C0B9F5-2D68-427D-BE8C-7833F1716C5B}" type="presOf" srcId="{D1193D73-C687-453E-B560-215F96578A4D}" destId="{1FCD96A5-EC9C-4E70-8710-5028F6334402}" srcOrd="1" destOrd="0" presId="urn:microsoft.com/office/officeart/2005/8/layout/vProcess5"/>
    <dgm:cxn modelId="{DFBB26FE-584D-4779-8291-D7855D1E3FED}" type="presOf" srcId="{60DF2ECC-B808-42E2-9514-122E2113D9F4}" destId="{565C700F-B4BB-4B0B-AE78-1D6C9A10EA2E}" srcOrd="0" destOrd="0" presId="urn:microsoft.com/office/officeart/2005/8/layout/vProcess5"/>
    <dgm:cxn modelId="{8BDAB547-3CB7-42FC-BBFC-4EDF38246BFF}" type="presParOf" srcId="{565C700F-B4BB-4B0B-AE78-1D6C9A10EA2E}" destId="{2465697B-7900-4AEF-96E9-6A7CFACF6051}" srcOrd="0" destOrd="0" presId="urn:microsoft.com/office/officeart/2005/8/layout/vProcess5"/>
    <dgm:cxn modelId="{6541BEB9-B5E8-4838-B59E-9D1CD5F5AA0C}" type="presParOf" srcId="{565C700F-B4BB-4B0B-AE78-1D6C9A10EA2E}" destId="{20E09DDC-FD64-483D-8340-2710C3106315}" srcOrd="1" destOrd="0" presId="urn:microsoft.com/office/officeart/2005/8/layout/vProcess5"/>
    <dgm:cxn modelId="{1214A875-9E5C-46F9-8254-355DAD67554A}" type="presParOf" srcId="{565C700F-B4BB-4B0B-AE78-1D6C9A10EA2E}" destId="{DA7E690C-542C-4096-A40D-8DA5509CCC02}" srcOrd="2" destOrd="0" presId="urn:microsoft.com/office/officeart/2005/8/layout/vProcess5"/>
    <dgm:cxn modelId="{F99F51BA-DBCB-4690-8C01-B5DC7C611BED}" type="presParOf" srcId="{565C700F-B4BB-4B0B-AE78-1D6C9A10EA2E}" destId="{969C3A6B-737B-4AFB-869B-065DBB9B8E0D}" srcOrd="3" destOrd="0" presId="urn:microsoft.com/office/officeart/2005/8/layout/vProcess5"/>
    <dgm:cxn modelId="{4DDC6814-6112-4487-BB6D-AFC10E362218}" type="presParOf" srcId="{565C700F-B4BB-4B0B-AE78-1D6C9A10EA2E}" destId="{2C2D6700-F9E2-419D-A3B1-CFD326E1B431}" srcOrd="4" destOrd="0" presId="urn:microsoft.com/office/officeart/2005/8/layout/vProcess5"/>
    <dgm:cxn modelId="{CACC52F0-0CC7-4136-9D76-DA82AD7A6713}" type="presParOf" srcId="{565C700F-B4BB-4B0B-AE78-1D6C9A10EA2E}" destId="{E19FFCAD-5459-4551-AA28-93DC8FAA7860}" srcOrd="5" destOrd="0" presId="urn:microsoft.com/office/officeart/2005/8/layout/vProcess5"/>
    <dgm:cxn modelId="{F06421CB-9A8F-47B1-B62A-83CD8D80A111}" type="presParOf" srcId="{565C700F-B4BB-4B0B-AE78-1D6C9A10EA2E}" destId="{003A8AB0-7366-4737-A8F8-1ACB880C53A8}" srcOrd="6" destOrd="0" presId="urn:microsoft.com/office/officeart/2005/8/layout/vProcess5"/>
    <dgm:cxn modelId="{1916C999-07CC-4E50-B9B4-D7D998A8779B}" type="presParOf" srcId="{565C700F-B4BB-4B0B-AE78-1D6C9A10EA2E}" destId="{B4EBB439-F267-486A-83BB-931DA2A71E60}" srcOrd="7" destOrd="0" presId="urn:microsoft.com/office/officeart/2005/8/layout/vProcess5"/>
    <dgm:cxn modelId="{FC3DB692-9F76-4DEC-8507-694402B921DA}" type="presParOf" srcId="{565C700F-B4BB-4B0B-AE78-1D6C9A10EA2E}" destId="{1FCD96A5-EC9C-4E70-8710-5028F6334402}" srcOrd="8" destOrd="0" presId="urn:microsoft.com/office/officeart/2005/8/layout/vProcess5"/>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06C3A428-6DA2-4E80-A46A-067D483EE5C2}" type="doc">
      <dgm:prSet loTypeId="urn:microsoft.com/office/officeart/2008/layout/LinedList" loCatId="list" qsTypeId="urn:microsoft.com/office/officeart/2005/8/quickstyle/simple2" qsCatId="simple" csTypeId="urn:microsoft.com/office/officeart/2005/8/colors/accent0_3" csCatId="mainScheme"/>
      <dgm:spPr/>
      <dgm:t>
        <a:bodyPr/>
        <a:lstStyle/>
        <a:p>
          <a:endParaRPr lang="en-US"/>
        </a:p>
      </dgm:t>
    </dgm:pt>
    <dgm:pt modelId="{796A090C-7817-46F2-884B-6EC4530471EC}">
      <dgm:prSet custT="1"/>
      <dgm:spPr/>
      <dgm:t>
        <a:bodyPr anchor="ctr"/>
        <a:lstStyle/>
        <a:p>
          <a:r>
            <a:rPr lang="en-US" sz="2700" b="1" i="1" dirty="0">
              <a:solidFill>
                <a:schemeClr val="accent2">
                  <a:lumMod val="75000"/>
                </a:schemeClr>
              </a:solidFill>
            </a:rPr>
            <a:t>User knows what they want — the site needs to get out of the way.</a:t>
          </a:r>
        </a:p>
      </dgm:t>
    </dgm:pt>
    <dgm:pt modelId="{6F5838AC-5118-4B66-B811-C8CCA4344096}" type="parTrans" cxnId="{D2D97F6C-7B87-425B-9561-A54D2065648D}">
      <dgm:prSet/>
      <dgm:spPr/>
      <dgm:t>
        <a:bodyPr/>
        <a:lstStyle/>
        <a:p>
          <a:endParaRPr lang="en-US"/>
        </a:p>
      </dgm:t>
    </dgm:pt>
    <dgm:pt modelId="{8A1FF0E5-6515-4A33-8880-D67F9703E845}" type="sibTrans" cxnId="{D2D97F6C-7B87-425B-9561-A54D2065648D}">
      <dgm:prSet/>
      <dgm:spPr/>
      <dgm:t>
        <a:bodyPr/>
        <a:lstStyle/>
        <a:p>
          <a:endParaRPr lang="en-US"/>
        </a:p>
      </dgm:t>
    </dgm:pt>
    <dgm:pt modelId="{1B04706D-457B-41D1-9169-C95074CA7316}">
      <dgm:prSet custT="1"/>
      <dgm:spPr/>
      <dgm:t>
        <a:bodyPr/>
        <a:lstStyle/>
        <a:p>
          <a:r>
            <a:rPr lang="en-US" sz="1900" dirty="0"/>
            <a:t>Category labels must be </a:t>
          </a:r>
          <a:r>
            <a:rPr lang="en-US" sz="1900" b="1" dirty="0">
              <a:solidFill>
                <a:schemeClr val="accent5">
                  <a:lumMod val="75000"/>
                </a:schemeClr>
              </a:solidFill>
            </a:rPr>
            <a:t>precise</a:t>
          </a:r>
          <a:r>
            <a:rPr lang="en-US" sz="1900" dirty="0"/>
            <a:t> and </a:t>
          </a:r>
          <a:r>
            <a:rPr lang="en-US" sz="1900" b="1" dirty="0">
              <a:solidFill>
                <a:schemeClr val="accent5">
                  <a:lumMod val="75000"/>
                </a:schemeClr>
              </a:solidFill>
            </a:rPr>
            <a:t>mutually exclusive </a:t>
          </a:r>
          <a:r>
            <a:rPr lang="en-US" sz="1900" dirty="0"/>
            <a:t>— ambiguous or overlapping labels force the user to guess and backtrack</a:t>
          </a:r>
        </a:p>
      </dgm:t>
    </dgm:pt>
    <dgm:pt modelId="{F7C7F72A-CB07-4EB9-ACCD-F34D7A1B17A6}" type="parTrans" cxnId="{E5B4A3D9-7D63-4BB3-9533-3A1BE0B539A5}">
      <dgm:prSet/>
      <dgm:spPr/>
      <dgm:t>
        <a:bodyPr/>
        <a:lstStyle/>
        <a:p>
          <a:endParaRPr lang="en-US"/>
        </a:p>
      </dgm:t>
    </dgm:pt>
    <dgm:pt modelId="{1EDD97BE-6FBB-4489-9BC4-A06282AE8EC3}" type="sibTrans" cxnId="{E5B4A3D9-7D63-4BB3-9533-3A1BE0B539A5}">
      <dgm:prSet/>
      <dgm:spPr/>
      <dgm:t>
        <a:bodyPr/>
        <a:lstStyle/>
        <a:p>
          <a:endParaRPr lang="en-US"/>
        </a:p>
      </dgm:t>
    </dgm:pt>
    <dgm:pt modelId="{DC781688-B52C-42CD-AB47-C1110BBACEF7}">
      <dgm:prSet custT="1"/>
      <dgm:spPr/>
      <dgm:t>
        <a:bodyPr/>
        <a:lstStyle/>
        <a:p>
          <a:r>
            <a:rPr lang="en-US" sz="1900" dirty="0"/>
            <a:t>Navigation </a:t>
          </a:r>
          <a:r>
            <a:rPr lang="en-US" sz="1900" b="1" dirty="0">
              <a:solidFill>
                <a:schemeClr val="accent5">
                  <a:lumMod val="75000"/>
                </a:schemeClr>
              </a:solidFill>
            </a:rPr>
            <a:t>depth over breadth </a:t>
          </a:r>
          <a:r>
            <a:rPr lang="en-US" sz="1900" dirty="0"/>
            <a:t>— a deeper hierarchy with specific labels is better than a wide, vague top-level menu</a:t>
          </a:r>
        </a:p>
      </dgm:t>
    </dgm:pt>
    <dgm:pt modelId="{B01A91C1-337A-485E-B7D8-D09FDFADE423}" type="parTrans" cxnId="{4B9EAE81-43AA-4A14-9C05-91B655836231}">
      <dgm:prSet/>
      <dgm:spPr/>
      <dgm:t>
        <a:bodyPr/>
        <a:lstStyle/>
        <a:p>
          <a:endParaRPr lang="en-US"/>
        </a:p>
      </dgm:t>
    </dgm:pt>
    <dgm:pt modelId="{BFF3C8B5-0455-46F5-8EE9-91E9775491AA}" type="sibTrans" cxnId="{4B9EAE81-43AA-4A14-9C05-91B655836231}">
      <dgm:prSet/>
      <dgm:spPr/>
      <dgm:t>
        <a:bodyPr/>
        <a:lstStyle/>
        <a:p>
          <a:endParaRPr lang="en-US"/>
        </a:p>
      </dgm:t>
    </dgm:pt>
    <dgm:pt modelId="{2B9234BF-2B14-4249-B851-2F52A8CDC5D7}">
      <dgm:prSet custT="1"/>
      <dgm:spPr/>
      <dgm:t>
        <a:bodyPr/>
        <a:lstStyle/>
        <a:p>
          <a:r>
            <a:rPr lang="en-US" sz="1900" b="1" dirty="0">
              <a:solidFill>
                <a:schemeClr val="accent5">
                  <a:lumMod val="75000"/>
                </a:schemeClr>
              </a:solidFill>
            </a:rPr>
            <a:t>Utility navigation </a:t>
          </a:r>
          <a:r>
            <a:rPr lang="en-US" sz="1900" dirty="0"/>
            <a:t>(e.g., top-right links for Login, Contact, Hours) for highly specific, frequently sought items that don't fit the main taxonomy</a:t>
          </a:r>
        </a:p>
      </dgm:t>
    </dgm:pt>
    <dgm:pt modelId="{73A38366-E1C4-4489-9EFC-5B91AA6D0C02}" type="parTrans" cxnId="{6D47442B-673B-40E2-B685-4D8F87AE4009}">
      <dgm:prSet/>
      <dgm:spPr/>
      <dgm:t>
        <a:bodyPr/>
        <a:lstStyle/>
        <a:p>
          <a:endParaRPr lang="en-US"/>
        </a:p>
      </dgm:t>
    </dgm:pt>
    <dgm:pt modelId="{4648586C-1D33-4348-A91D-2223F94A0BA5}" type="sibTrans" cxnId="{6D47442B-673B-40E2-B685-4D8F87AE4009}">
      <dgm:prSet/>
      <dgm:spPr/>
      <dgm:t>
        <a:bodyPr/>
        <a:lstStyle/>
        <a:p>
          <a:endParaRPr lang="en-US"/>
        </a:p>
      </dgm:t>
    </dgm:pt>
    <dgm:pt modelId="{418B1DD2-D0F4-4F9C-BCCA-063629A03F23}">
      <dgm:prSet custT="1"/>
      <dgm:spPr/>
      <dgm:t>
        <a:bodyPr/>
        <a:lstStyle/>
        <a:p>
          <a:r>
            <a:rPr lang="en-US" sz="1900" dirty="0"/>
            <a:t>Consistent, </a:t>
          </a:r>
          <a:r>
            <a:rPr lang="en-US" sz="1900" b="1" dirty="0">
              <a:solidFill>
                <a:schemeClr val="accent5">
                  <a:lumMod val="75000"/>
                </a:schemeClr>
              </a:solidFill>
            </a:rPr>
            <a:t>literal labeling </a:t>
          </a:r>
          <a:r>
            <a:rPr lang="en-US" sz="1900" dirty="0"/>
            <a:t>— avoid clever/branded category names; users scanning for a known item need labels that match their mental model</a:t>
          </a:r>
        </a:p>
      </dgm:t>
    </dgm:pt>
    <dgm:pt modelId="{F3FCDC51-A353-493F-A21B-0D1EAD4C66DA}" type="parTrans" cxnId="{52D17451-8CD8-43E1-B86E-029909A6F5FA}">
      <dgm:prSet/>
      <dgm:spPr/>
      <dgm:t>
        <a:bodyPr/>
        <a:lstStyle/>
        <a:p>
          <a:endParaRPr lang="en-US"/>
        </a:p>
      </dgm:t>
    </dgm:pt>
    <dgm:pt modelId="{8D2531EC-CEE3-4DC8-BC62-689AED8E2986}" type="sibTrans" cxnId="{52D17451-8CD8-43E1-B86E-029909A6F5FA}">
      <dgm:prSet/>
      <dgm:spPr/>
      <dgm:t>
        <a:bodyPr/>
        <a:lstStyle/>
        <a:p>
          <a:endParaRPr lang="en-US"/>
        </a:p>
      </dgm:t>
    </dgm:pt>
    <dgm:pt modelId="{4A926DAC-7F10-426D-8768-5AF73F1A5941}">
      <dgm:prSet custT="1"/>
      <dgm:spPr/>
      <dgm:t>
        <a:bodyPr/>
        <a:lstStyle/>
        <a:p>
          <a:r>
            <a:rPr lang="en-US" sz="1900" dirty="0"/>
            <a:t>Page layout: </a:t>
          </a:r>
          <a:r>
            <a:rPr lang="en-US" sz="1900" b="1" dirty="0">
              <a:solidFill>
                <a:schemeClr val="accent5">
                  <a:lumMod val="75000"/>
                </a:schemeClr>
              </a:solidFill>
            </a:rPr>
            <a:t>answer-first</a:t>
          </a:r>
          <a:r>
            <a:rPr lang="en-US" sz="1900" dirty="0"/>
            <a:t> — lead with the key fact, spec, or definition; supporting context follows below</a:t>
          </a:r>
        </a:p>
      </dgm:t>
    </dgm:pt>
    <dgm:pt modelId="{60E9ECE4-BE69-48B4-99FA-0903E07BAC9F}" type="parTrans" cxnId="{AEDBDAD7-F4CC-4D99-B9D5-207370CAFFB7}">
      <dgm:prSet/>
      <dgm:spPr/>
      <dgm:t>
        <a:bodyPr/>
        <a:lstStyle/>
        <a:p>
          <a:endParaRPr lang="en-US"/>
        </a:p>
      </dgm:t>
    </dgm:pt>
    <dgm:pt modelId="{60DDCD12-33EB-4F68-AAA5-FD21075153CE}" type="sibTrans" cxnId="{AEDBDAD7-F4CC-4D99-B9D5-207370CAFFB7}">
      <dgm:prSet/>
      <dgm:spPr/>
      <dgm:t>
        <a:bodyPr/>
        <a:lstStyle/>
        <a:p>
          <a:endParaRPr lang="en-US"/>
        </a:p>
      </dgm:t>
    </dgm:pt>
    <dgm:pt modelId="{4153B492-4636-4C74-9517-090BE8DE3157}" type="pres">
      <dgm:prSet presAssocID="{06C3A428-6DA2-4E80-A46A-067D483EE5C2}" presName="vert0" presStyleCnt="0">
        <dgm:presLayoutVars>
          <dgm:dir/>
          <dgm:animOne val="branch"/>
          <dgm:animLvl val="lvl"/>
        </dgm:presLayoutVars>
      </dgm:prSet>
      <dgm:spPr/>
    </dgm:pt>
    <dgm:pt modelId="{AE42C90C-1EDF-4132-9B14-DD7D794E78DD}" type="pres">
      <dgm:prSet presAssocID="{796A090C-7817-46F2-884B-6EC4530471EC}" presName="thickLine" presStyleLbl="alignNode1" presStyleIdx="0" presStyleCnt="1"/>
      <dgm:spPr/>
    </dgm:pt>
    <dgm:pt modelId="{020EC565-55A8-4805-A28B-C4EFA6F7A9BA}" type="pres">
      <dgm:prSet presAssocID="{796A090C-7817-46F2-884B-6EC4530471EC}" presName="horz1" presStyleCnt="0"/>
      <dgm:spPr/>
    </dgm:pt>
    <dgm:pt modelId="{E9179E95-1DF6-40D5-A0C6-6D7C4B968298}" type="pres">
      <dgm:prSet presAssocID="{796A090C-7817-46F2-884B-6EC4530471EC}" presName="tx1" presStyleLbl="revTx" presStyleIdx="0" presStyleCnt="6"/>
      <dgm:spPr/>
    </dgm:pt>
    <dgm:pt modelId="{0BE80B7E-1E00-48EE-9C31-90D1D3C29D6F}" type="pres">
      <dgm:prSet presAssocID="{796A090C-7817-46F2-884B-6EC4530471EC}" presName="vert1" presStyleCnt="0"/>
      <dgm:spPr/>
    </dgm:pt>
    <dgm:pt modelId="{64673765-E601-4674-BFFB-64DEFD4C02E5}" type="pres">
      <dgm:prSet presAssocID="{1B04706D-457B-41D1-9169-C95074CA7316}" presName="vertSpace2a" presStyleCnt="0"/>
      <dgm:spPr/>
    </dgm:pt>
    <dgm:pt modelId="{FE545C84-B795-4E23-B767-3D214EB5A240}" type="pres">
      <dgm:prSet presAssocID="{1B04706D-457B-41D1-9169-C95074CA7316}" presName="horz2" presStyleCnt="0"/>
      <dgm:spPr/>
    </dgm:pt>
    <dgm:pt modelId="{CD228C30-EC86-4A8B-9347-8D3775C7982F}" type="pres">
      <dgm:prSet presAssocID="{1B04706D-457B-41D1-9169-C95074CA7316}" presName="horzSpace2" presStyleCnt="0"/>
      <dgm:spPr/>
    </dgm:pt>
    <dgm:pt modelId="{199C02EE-DEC8-4750-A8BB-C51D80DE506D}" type="pres">
      <dgm:prSet presAssocID="{1B04706D-457B-41D1-9169-C95074CA7316}" presName="tx2" presStyleLbl="revTx" presStyleIdx="1" presStyleCnt="6"/>
      <dgm:spPr/>
    </dgm:pt>
    <dgm:pt modelId="{23D62A3E-A639-4B9A-A9DE-6FE03165449D}" type="pres">
      <dgm:prSet presAssocID="{1B04706D-457B-41D1-9169-C95074CA7316}" presName="vert2" presStyleCnt="0"/>
      <dgm:spPr/>
    </dgm:pt>
    <dgm:pt modelId="{7F84BF2C-8FB2-4CF5-9B57-318D5C5B34F6}" type="pres">
      <dgm:prSet presAssocID="{1B04706D-457B-41D1-9169-C95074CA7316}" presName="thinLine2b" presStyleLbl="callout" presStyleIdx="0" presStyleCnt="5"/>
      <dgm:spPr/>
    </dgm:pt>
    <dgm:pt modelId="{498F7992-2352-4F45-BBCC-2DD4993DD0C9}" type="pres">
      <dgm:prSet presAssocID="{1B04706D-457B-41D1-9169-C95074CA7316}" presName="vertSpace2b" presStyleCnt="0"/>
      <dgm:spPr/>
    </dgm:pt>
    <dgm:pt modelId="{331EA3BE-68DE-4C2D-9EDD-DB698267E733}" type="pres">
      <dgm:prSet presAssocID="{DC781688-B52C-42CD-AB47-C1110BBACEF7}" presName="horz2" presStyleCnt="0"/>
      <dgm:spPr/>
    </dgm:pt>
    <dgm:pt modelId="{4D98D7B5-1B3C-4792-847E-8EA54C57F2A0}" type="pres">
      <dgm:prSet presAssocID="{DC781688-B52C-42CD-AB47-C1110BBACEF7}" presName="horzSpace2" presStyleCnt="0"/>
      <dgm:spPr/>
    </dgm:pt>
    <dgm:pt modelId="{A9436C7E-E2A5-48A6-88C8-6C3B21AD7C24}" type="pres">
      <dgm:prSet presAssocID="{DC781688-B52C-42CD-AB47-C1110BBACEF7}" presName="tx2" presStyleLbl="revTx" presStyleIdx="2" presStyleCnt="6"/>
      <dgm:spPr/>
    </dgm:pt>
    <dgm:pt modelId="{EFE8D00A-FFEF-4104-9099-710F8CABB2EB}" type="pres">
      <dgm:prSet presAssocID="{DC781688-B52C-42CD-AB47-C1110BBACEF7}" presName="vert2" presStyleCnt="0"/>
      <dgm:spPr/>
    </dgm:pt>
    <dgm:pt modelId="{0959C976-026B-455F-9AC5-82C79C221CCB}" type="pres">
      <dgm:prSet presAssocID="{DC781688-B52C-42CD-AB47-C1110BBACEF7}" presName="thinLine2b" presStyleLbl="callout" presStyleIdx="1" presStyleCnt="5"/>
      <dgm:spPr/>
    </dgm:pt>
    <dgm:pt modelId="{B913733C-5509-4DEE-8DB0-1519948B9505}" type="pres">
      <dgm:prSet presAssocID="{DC781688-B52C-42CD-AB47-C1110BBACEF7}" presName="vertSpace2b" presStyleCnt="0"/>
      <dgm:spPr/>
    </dgm:pt>
    <dgm:pt modelId="{7E821ACB-FB93-40DB-A113-8660C7EDB067}" type="pres">
      <dgm:prSet presAssocID="{2B9234BF-2B14-4249-B851-2F52A8CDC5D7}" presName="horz2" presStyleCnt="0"/>
      <dgm:spPr/>
    </dgm:pt>
    <dgm:pt modelId="{91941F76-1CAD-40B2-AD80-237DCBAE2C27}" type="pres">
      <dgm:prSet presAssocID="{2B9234BF-2B14-4249-B851-2F52A8CDC5D7}" presName="horzSpace2" presStyleCnt="0"/>
      <dgm:spPr/>
    </dgm:pt>
    <dgm:pt modelId="{E1D3734C-F460-4FF7-8736-7D1DCA93BAED}" type="pres">
      <dgm:prSet presAssocID="{2B9234BF-2B14-4249-B851-2F52A8CDC5D7}" presName="tx2" presStyleLbl="revTx" presStyleIdx="3" presStyleCnt="6"/>
      <dgm:spPr/>
    </dgm:pt>
    <dgm:pt modelId="{F6026895-5ABD-4581-9D4C-84C06203C177}" type="pres">
      <dgm:prSet presAssocID="{2B9234BF-2B14-4249-B851-2F52A8CDC5D7}" presName="vert2" presStyleCnt="0"/>
      <dgm:spPr/>
    </dgm:pt>
    <dgm:pt modelId="{C3276E96-EB30-4580-9106-461598C1C1E7}" type="pres">
      <dgm:prSet presAssocID="{2B9234BF-2B14-4249-B851-2F52A8CDC5D7}" presName="thinLine2b" presStyleLbl="callout" presStyleIdx="2" presStyleCnt="5"/>
      <dgm:spPr/>
    </dgm:pt>
    <dgm:pt modelId="{F809B9DB-EF0A-4A3F-BDDF-7CEC2E5869F6}" type="pres">
      <dgm:prSet presAssocID="{2B9234BF-2B14-4249-B851-2F52A8CDC5D7}" presName="vertSpace2b" presStyleCnt="0"/>
      <dgm:spPr/>
    </dgm:pt>
    <dgm:pt modelId="{4A0EDA06-3713-44BF-AA48-6FD655BA5B94}" type="pres">
      <dgm:prSet presAssocID="{418B1DD2-D0F4-4F9C-BCCA-063629A03F23}" presName="horz2" presStyleCnt="0"/>
      <dgm:spPr/>
    </dgm:pt>
    <dgm:pt modelId="{2E82DB67-04A7-4B08-BF19-A5CB30992960}" type="pres">
      <dgm:prSet presAssocID="{418B1DD2-D0F4-4F9C-BCCA-063629A03F23}" presName="horzSpace2" presStyleCnt="0"/>
      <dgm:spPr/>
    </dgm:pt>
    <dgm:pt modelId="{9FFC7036-4E71-48C3-9920-C9E45EDFA657}" type="pres">
      <dgm:prSet presAssocID="{418B1DD2-D0F4-4F9C-BCCA-063629A03F23}" presName="tx2" presStyleLbl="revTx" presStyleIdx="4" presStyleCnt="6"/>
      <dgm:spPr/>
    </dgm:pt>
    <dgm:pt modelId="{7728BC0F-ECE1-4D9F-9180-0BF2DCFCD455}" type="pres">
      <dgm:prSet presAssocID="{418B1DD2-D0F4-4F9C-BCCA-063629A03F23}" presName="vert2" presStyleCnt="0"/>
      <dgm:spPr/>
    </dgm:pt>
    <dgm:pt modelId="{EF21FEA6-7038-4032-984F-052F90C4DADF}" type="pres">
      <dgm:prSet presAssocID="{418B1DD2-D0F4-4F9C-BCCA-063629A03F23}" presName="thinLine2b" presStyleLbl="callout" presStyleIdx="3" presStyleCnt="5"/>
      <dgm:spPr/>
    </dgm:pt>
    <dgm:pt modelId="{3CE4491C-5722-49A0-9702-C234B38E54AA}" type="pres">
      <dgm:prSet presAssocID="{418B1DD2-D0F4-4F9C-BCCA-063629A03F23}" presName="vertSpace2b" presStyleCnt="0"/>
      <dgm:spPr/>
    </dgm:pt>
    <dgm:pt modelId="{7ECD9166-E31B-407A-BE50-6B0AA5AB89F9}" type="pres">
      <dgm:prSet presAssocID="{4A926DAC-7F10-426D-8768-5AF73F1A5941}" presName="horz2" presStyleCnt="0"/>
      <dgm:spPr/>
    </dgm:pt>
    <dgm:pt modelId="{CAF60B64-78EA-46A0-B6D9-891B4955BE2A}" type="pres">
      <dgm:prSet presAssocID="{4A926DAC-7F10-426D-8768-5AF73F1A5941}" presName="horzSpace2" presStyleCnt="0"/>
      <dgm:spPr/>
    </dgm:pt>
    <dgm:pt modelId="{C8D7F805-408F-4A97-9EAE-5E8A04AADD14}" type="pres">
      <dgm:prSet presAssocID="{4A926DAC-7F10-426D-8768-5AF73F1A5941}" presName="tx2" presStyleLbl="revTx" presStyleIdx="5" presStyleCnt="6"/>
      <dgm:spPr/>
    </dgm:pt>
    <dgm:pt modelId="{FE39B465-54EE-4225-B70E-C93DB7C38994}" type="pres">
      <dgm:prSet presAssocID="{4A926DAC-7F10-426D-8768-5AF73F1A5941}" presName="vert2" presStyleCnt="0"/>
      <dgm:spPr/>
    </dgm:pt>
    <dgm:pt modelId="{832A5ACC-4C56-4248-8A0D-C5E79D60A139}" type="pres">
      <dgm:prSet presAssocID="{4A926DAC-7F10-426D-8768-5AF73F1A5941}" presName="thinLine2b" presStyleLbl="callout" presStyleIdx="4" presStyleCnt="5"/>
      <dgm:spPr/>
    </dgm:pt>
    <dgm:pt modelId="{C3B1E55D-855E-48C8-A70B-F3E70D0D18A6}" type="pres">
      <dgm:prSet presAssocID="{4A926DAC-7F10-426D-8768-5AF73F1A5941}" presName="vertSpace2b" presStyleCnt="0"/>
      <dgm:spPr/>
    </dgm:pt>
  </dgm:ptLst>
  <dgm:cxnLst>
    <dgm:cxn modelId="{57797C16-3F10-41C1-B139-034B9A000293}" type="presOf" srcId="{1B04706D-457B-41D1-9169-C95074CA7316}" destId="{199C02EE-DEC8-4750-A8BB-C51D80DE506D}" srcOrd="0" destOrd="0" presId="urn:microsoft.com/office/officeart/2008/layout/LinedList"/>
    <dgm:cxn modelId="{7D0D3427-9DA6-447F-ACE2-8AB528147EA7}" type="presOf" srcId="{DC781688-B52C-42CD-AB47-C1110BBACEF7}" destId="{A9436C7E-E2A5-48A6-88C8-6C3B21AD7C24}" srcOrd="0" destOrd="0" presId="urn:microsoft.com/office/officeart/2008/layout/LinedList"/>
    <dgm:cxn modelId="{6D47442B-673B-40E2-B685-4D8F87AE4009}" srcId="{796A090C-7817-46F2-884B-6EC4530471EC}" destId="{2B9234BF-2B14-4249-B851-2F52A8CDC5D7}" srcOrd="2" destOrd="0" parTransId="{73A38366-E1C4-4489-9EFC-5B91AA6D0C02}" sibTransId="{4648586C-1D33-4348-A91D-2223F94A0BA5}"/>
    <dgm:cxn modelId="{C03AF040-551E-4F85-AA60-7717529745C3}" type="presOf" srcId="{4A926DAC-7F10-426D-8768-5AF73F1A5941}" destId="{C8D7F805-408F-4A97-9EAE-5E8A04AADD14}" srcOrd="0" destOrd="0" presId="urn:microsoft.com/office/officeart/2008/layout/LinedList"/>
    <dgm:cxn modelId="{DDB61560-8291-4625-969B-004AB14B4CD8}" type="presOf" srcId="{796A090C-7817-46F2-884B-6EC4530471EC}" destId="{E9179E95-1DF6-40D5-A0C6-6D7C4B968298}" srcOrd="0" destOrd="0" presId="urn:microsoft.com/office/officeart/2008/layout/LinedList"/>
    <dgm:cxn modelId="{D2D97F6C-7B87-425B-9561-A54D2065648D}" srcId="{06C3A428-6DA2-4E80-A46A-067D483EE5C2}" destId="{796A090C-7817-46F2-884B-6EC4530471EC}" srcOrd="0" destOrd="0" parTransId="{6F5838AC-5118-4B66-B811-C8CCA4344096}" sibTransId="{8A1FF0E5-6515-4A33-8880-D67F9703E845}"/>
    <dgm:cxn modelId="{52D17451-8CD8-43E1-B86E-029909A6F5FA}" srcId="{796A090C-7817-46F2-884B-6EC4530471EC}" destId="{418B1DD2-D0F4-4F9C-BCCA-063629A03F23}" srcOrd="3" destOrd="0" parTransId="{F3FCDC51-A353-493F-A21B-0D1EAD4C66DA}" sibTransId="{8D2531EC-CEE3-4DC8-BC62-689AED8E2986}"/>
    <dgm:cxn modelId="{4B9EAE81-43AA-4A14-9C05-91B655836231}" srcId="{796A090C-7817-46F2-884B-6EC4530471EC}" destId="{DC781688-B52C-42CD-AB47-C1110BBACEF7}" srcOrd="1" destOrd="0" parTransId="{B01A91C1-337A-485E-B7D8-D09FDFADE423}" sibTransId="{BFF3C8B5-0455-46F5-8EE9-91E9775491AA}"/>
    <dgm:cxn modelId="{3A7B72B7-3C5B-424E-87FE-967B065AD893}" type="presOf" srcId="{06C3A428-6DA2-4E80-A46A-067D483EE5C2}" destId="{4153B492-4636-4C74-9517-090BE8DE3157}" srcOrd="0" destOrd="0" presId="urn:microsoft.com/office/officeart/2008/layout/LinedList"/>
    <dgm:cxn modelId="{964995C6-ECD1-43A7-8B66-C14F2B82AF7F}" type="presOf" srcId="{418B1DD2-D0F4-4F9C-BCCA-063629A03F23}" destId="{9FFC7036-4E71-48C3-9920-C9E45EDFA657}" srcOrd="0" destOrd="0" presId="urn:microsoft.com/office/officeart/2008/layout/LinedList"/>
    <dgm:cxn modelId="{AEDBDAD7-F4CC-4D99-B9D5-207370CAFFB7}" srcId="{796A090C-7817-46F2-884B-6EC4530471EC}" destId="{4A926DAC-7F10-426D-8768-5AF73F1A5941}" srcOrd="4" destOrd="0" parTransId="{60E9ECE4-BE69-48B4-99FA-0903E07BAC9F}" sibTransId="{60DDCD12-33EB-4F68-AAA5-FD21075153CE}"/>
    <dgm:cxn modelId="{E5B4A3D9-7D63-4BB3-9533-3A1BE0B539A5}" srcId="{796A090C-7817-46F2-884B-6EC4530471EC}" destId="{1B04706D-457B-41D1-9169-C95074CA7316}" srcOrd="0" destOrd="0" parTransId="{F7C7F72A-CB07-4EB9-ACCD-F34D7A1B17A6}" sibTransId="{1EDD97BE-6FBB-4489-9BC4-A06282AE8EC3}"/>
    <dgm:cxn modelId="{EC68ACF4-33B1-4B3B-B96E-80C471310362}" type="presOf" srcId="{2B9234BF-2B14-4249-B851-2F52A8CDC5D7}" destId="{E1D3734C-F460-4FF7-8736-7D1DCA93BAED}" srcOrd="0" destOrd="0" presId="urn:microsoft.com/office/officeart/2008/layout/LinedList"/>
    <dgm:cxn modelId="{39B06DCE-3702-4EF2-8A3E-4EC1A6A43346}" type="presParOf" srcId="{4153B492-4636-4C74-9517-090BE8DE3157}" destId="{AE42C90C-1EDF-4132-9B14-DD7D794E78DD}" srcOrd="0" destOrd="0" presId="urn:microsoft.com/office/officeart/2008/layout/LinedList"/>
    <dgm:cxn modelId="{F38696AD-D2D4-4629-9CC0-2B218B2F156B}" type="presParOf" srcId="{4153B492-4636-4C74-9517-090BE8DE3157}" destId="{020EC565-55A8-4805-A28B-C4EFA6F7A9BA}" srcOrd="1" destOrd="0" presId="urn:microsoft.com/office/officeart/2008/layout/LinedList"/>
    <dgm:cxn modelId="{09E642E4-7D99-4792-825C-67476A3E4E06}" type="presParOf" srcId="{020EC565-55A8-4805-A28B-C4EFA6F7A9BA}" destId="{E9179E95-1DF6-40D5-A0C6-6D7C4B968298}" srcOrd="0" destOrd="0" presId="urn:microsoft.com/office/officeart/2008/layout/LinedList"/>
    <dgm:cxn modelId="{370EC01D-D8AB-4715-9F00-0928E5FF8FB5}" type="presParOf" srcId="{020EC565-55A8-4805-A28B-C4EFA6F7A9BA}" destId="{0BE80B7E-1E00-48EE-9C31-90D1D3C29D6F}" srcOrd="1" destOrd="0" presId="urn:microsoft.com/office/officeart/2008/layout/LinedList"/>
    <dgm:cxn modelId="{FD43AF13-CBEF-4B97-82BF-5EFC749CE9DF}" type="presParOf" srcId="{0BE80B7E-1E00-48EE-9C31-90D1D3C29D6F}" destId="{64673765-E601-4674-BFFB-64DEFD4C02E5}" srcOrd="0" destOrd="0" presId="urn:microsoft.com/office/officeart/2008/layout/LinedList"/>
    <dgm:cxn modelId="{BD3F9EC6-8BD5-4345-9D84-B78F83371FA9}" type="presParOf" srcId="{0BE80B7E-1E00-48EE-9C31-90D1D3C29D6F}" destId="{FE545C84-B795-4E23-B767-3D214EB5A240}" srcOrd="1" destOrd="0" presId="urn:microsoft.com/office/officeart/2008/layout/LinedList"/>
    <dgm:cxn modelId="{C92076B3-00ED-4237-9C90-61D29EEB9143}" type="presParOf" srcId="{FE545C84-B795-4E23-B767-3D214EB5A240}" destId="{CD228C30-EC86-4A8B-9347-8D3775C7982F}" srcOrd="0" destOrd="0" presId="urn:microsoft.com/office/officeart/2008/layout/LinedList"/>
    <dgm:cxn modelId="{EA1076F6-C9F1-47E1-939C-48ED6A8EB747}" type="presParOf" srcId="{FE545C84-B795-4E23-B767-3D214EB5A240}" destId="{199C02EE-DEC8-4750-A8BB-C51D80DE506D}" srcOrd="1" destOrd="0" presId="urn:microsoft.com/office/officeart/2008/layout/LinedList"/>
    <dgm:cxn modelId="{FAAB9FD6-6E4D-4499-A1E4-0E5371712286}" type="presParOf" srcId="{FE545C84-B795-4E23-B767-3D214EB5A240}" destId="{23D62A3E-A639-4B9A-A9DE-6FE03165449D}" srcOrd="2" destOrd="0" presId="urn:microsoft.com/office/officeart/2008/layout/LinedList"/>
    <dgm:cxn modelId="{03AFE420-3528-4F9C-987C-6CD496E3582E}" type="presParOf" srcId="{0BE80B7E-1E00-48EE-9C31-90D1D3C29D6F}" destId="{7F84BF2C-8FB2-4CF5-9B57-318D5C5B34F6}" srcOrd="2" destOrd="0" presId="urn:microsoft.com/office/officeart/2008/layout/LinedList"/>
    <dgm:cxn modelId="{F4F41706-7584-4565-AB25-EF964FD55427}" type="presParOf" srcId="{0BE80B7E-1E00-48EE-9C31-90D1D3C29D6F}" destId="{498F7992-2352-4F45-BBCC-2DD4993DD0C9}" srcOrd="3" destOrd="0" presId="urn:microsoft.com/office/officeart/2008/layout/LinedList"/>
    <dgm:cxn modelId="{D3390604-AD25-4B7A-9F8A-B352A36A9A3B}" type="presParOf" srcId="{0BE80B7E-1E00-48EE-9C31-90D1D3C29D6F}" destId="{331EA3BE-68DE-4C2D-9EDD-DB698267E733}" srcOrd="4" destOrd="0" presId="urn:microsoft.com/office/officeart/2008/layout/LinedList"/>
    <dgm:cxn modelId="{406A9D8C-D1F0-4684-B78A-0480A54580AE}" type="presParOf" srcId="{331EA3BE-68DE-4C2D-9EDD-DB698267E733}" destId="{4D98D7B5-1B3C-4792-847E-8EA54C57F2A0}" srcOrd="0" destOrd="0" presId="urn:microsoft.com/office/officeart/2008/layout/LinedList"/>
    <dgm:cxn modelId="{66F0B7AB-FEA1-4737-9DCF-B5088886924F}" type="presParOf" srcId="{331EA3BE-68DE-4C2D-9EDD-DB698267E733}" destId="{A9436C7E-E2A5-48A6-88C8-6C3B21AD7C24}" srcOrd="1" destOrd="0" presId="urn:microsoft.com/office/officeart/2008/layout/LinedList"/>
    <dgm:cxn modelId="{3A252C05-16C5-46EF-B6A2-B4000BD01E31}" type="presParOf" srcId="{331EA3BE-68DE-4C2D-9EDD-DB698267E733}" destId="{EFE8D00A-FFEF-4104-9099-710F8CABB2EB}" srcOrd="2" destOrd="0" presId="urn:microsoft.com/office/officeart/2008/layout/LinedList"/>
    <dgm:cxn modelId="{4F41971F-5750-492C-A9F9-573928F77CFF}" type="presParOf" srcId="{0BE80B7E-1E00-48EE-9C31-90D1D3C29D6F}" destId="{0959C976-026B-455F-9AC5-82C79C221CCB}" srcOrd="5" destOrd="0" presId="urn:microsoft.com/office/officeart/2008/layout/LinedList"/>
    <dgm:cxn modelId="{CFCAABAB-233D-4ABF-857C-720625E67E80}" type="presParOf" srcId="{0BE80B7E-1E00-48EE-9C31-90D1D3C29D6F}" destId="{B913733C-5509-4DEE-8DB0-1519948B9505}" srcOrd="6" destOrd="0" presId="urn:microsoft.com/office/officeart/2008/layout/LinedList"/>
    <dgm:cxn modelId="{ED425F78-82D5-43B3-9F05-01521D6627B8}" type="presParOf" srcId="{0BE80B7E-1E00-48EE-9C31-90D1D3C29D6F}" destId="{7E821ACB-FB93-40DB-A113-8660C7EDB067}" srcOrd="7" destOrd="0" presId="urn:microsoft.com/office/officeart/2008/layout/LinedList"/>
    <dgm:cxn modelId="{FA3ABAAB-8A22-4BB0-9408-7B6BCDDDE95D}" type="presParOf" srcId="{7E821ACB-FB93-40DB-A113-8660C7EDB067}" destId="{91941F76-1CAD-40B2-AD80-237DCBAE2C27}" srcOrd="0" destOrd="0" presId="urn:microsoft.com/office/officeart/2008/layout/LinedList"/>
    <dgm:cxn modelId="{A29E84FC-4863-4F8F-AFA5-522494A8AD79}" type="presParOf" srcId="{7E821ACB-FB93-40DB-A113-8660C7EDB067}" destId="{E1D3734C-F460-4FF7-8736-7D1DCA93BAED}" srcOrd="1" destOrd="0" presId="urn:microsoft.com/office/officeart/2008/layout/LinedList"/>
    <dgm:cxn modelId="{54761E67-F06E-4722-8EEE-6B10AEF84570}" type="presParOf" srcId="{7E821ACB-FB93-40DB-A113-8660C7EDB067}" destId="{F6026895-5ABD-4581-9D4C-84C06203C177}" srcOrd="2" destOrd="0" presId="urn:microsoft.com/office/officeart/2008/layout/LinedList"/>
    <dgm:cxn modelId="{0FBBA56C-6FE2-4007-B19C-202E9B5A880A}" type="presParOf" srcId="{0BE80B7E-1E00-48EE-9C31-90D1D3C29D6F}" destId="{C3276E96-EB30-4580-9106-461598C1C1E7}" srcOrd="8" destOrd="0" presId="urn:microsoft.com/office/officeart/2008/layout/LinedList"/>
    <dgm:cxn modelId="{BBDF0398-6617-4BC0-B628-F365E5BAAC30}" type="presParOf" srcId="{0BE80B7E-1E00-48EE-9C31-90D1D3C29D6F}" destId="{F809B9DB-EF0A-4A3F-BDDF-7CEC2E5869F6}" srcOrd="9" destOrd="0" presId="urn:microsoft.com/office/officeart/2008/layout/LinedList"/>
    <dgm:cxn modelId="{44865A86-8638-4863-8D89-9A0D847BD1AF}" type="presParOf" srcId="{0BE80B7E-1E00-48EE-9C31-90D1D3C29D6F}" destId="{4A0EDA06-3713-44BF-AA48-6FD655BA5B94}" srcOrd="10" destOrd="0" presId="urn:microsoft.com/office/officeart/2008/layout/LinedList"/>
    <dgm:cxn modelId="{55D097F6-D755-49B7-AF79-D8E770B4B9C4}" type="presParOf" srcId="{4A0EDA06-3713-44BF-AA48-6FD655BA5B94}" destId="{2E82DB67-04A7-4B08-BF19-A5CB30992960}" srcOrd="0" destOrd="0" presId="urn:microsoft.com/office/officeart/2008/layout/LinedList"/>
    <dgm:cxn modelId="{730143AD-1D46-4C55-809B-DD73CD3DC4A8}" type="presParOf" srcId="{4A0EDA06-3713-44BF-AA48-6FD655BA5B94}" destId="{9FFC7036-4E71-48C3-9920-C9E45EDFA657}" srcOrd="1" destOrd="0" presId="urn:microsoft.com/office/officeart/2008/layout/LinedList"/>
    <dgm:cxn modelId="{D04B92EE-1DF3-4533-9F37-8A948166E38A}" type="presParOf" srcId="{4A0EDA06-3713-44BF-AA48-6FD655BA5B94}" destId="{7728BC0F-ECE1-4D9F-9180-0BF2DCFCD455}" srcOrd="2" destOrd="0" presId="urn:microsoft.com/office/officeart/2008/layout/LinedList"/>
    <dgm:cxn modelId="{0009F060-6192-457E-9B07-FBC07742303D}" type="presParOf" srcId="{0BE80B7E-1E00-48EE-9C31-90D1D3C29D6F}" destId="{EF21FEA6-7038-4032-984F-052F90C4DADF}" srcOrd="11" destOrd="0" presId="urn:microsoft.com/office/officeart/2008/layout/LinedList"/>
    <dgm:cxn modelId="{4B0E3D7D-5C82-44F9-9A27-C7900F30A4CA}" type="presParOf" srcId="{0BE80B7E-1E00-48EE-9C31-90D1D3C29D6F}" destId="{3CE4491C-5722-49A0-9702-C234B38E54AA}" srcOrd="12" destOrd="0" presId="urn:microsoft.com/office/officeart/2008/layout/LinedList"/>
    <dgm:cxn modelId="{6BF7652C-B4FA-4491-851E-1DA7C692284A}" type="presParOf" srcId="{0BE80B7E-1E00-48EE-9C31-90D1D3C29D6F}" destId="{7ECD9166-E31B-407A-BE50-6B0AA5AB89F9}" srcOrd="13" destOrd="0" presId="urn:microsoft.com/office/officeart/2008/layout/LinedList"/>
    <dgm:cxn modelId="{67699ABD-C286-4740-9731-23EDA369CD62}" type="presParOf" srcId="{7ECD9166-E31B-407A-BE50-6B0AA5AB89F9}" destId="{CAF60B64-78EA-46A0-B6D9-891B4955BE2A}" srcOrd="0" destOrd="0" presId="urn:microsoft.com/office/officeart/2008/layout/LinedList"/>
    <dgm:cxn modelId="{A61B0E60-5398-4047-AF98-E6F3716FB6F5}" type="presParOf" srcId="{7ECD9166-E31B-407A-BE50-6B0AA5AB89F9}" destId="{C8D7F805-408F-4A97-9EAE-5E8A04AADD14}" srcOrd="1" destOrd="0" presId="urn:microsoft.com/office/officeart/2008/layout/LinedList"/>
    <dgm:cxn modelId="{0622D780-CFA5-4BD6-87FF-35DE3CAA9F51}" type="presParOf" srcId="{7ECD9166-E31B-407A-BE50-6B0AA5AB89F9}" destId="{FE39B465-54EE-4225-B70E-C93DB7C38994}" srcOrd="2" destOrd="0" presId="urn:microsoft.com/office/officeart/2008/layout/LinedList"/>
    <dgm:cxn modelId="{BA45A06C-84C2-42C5-AE6B-0777D152F0EC}" type="presParOf" srcId="{0BE80B7E-1E00-48EE-9C31-90D1D3C29D6F}" destId="{832A5ACC-4C56-4248-8A0D-C5E79D60A139}" srcOrd="14" destOrd="0" presId="urn:microsoft.com/office/officeart/2008/layout/LinedList"/>
    <dgm:cxn modelId="{C8F3DEB1-55E2-405F-AE9F-F5F862DB9A3D}" type="presParOf" srcId="{0BE80B7E-1E00-48EE-9C31-90D1D3C29D6F}" destId="{C3B1E55D-855E-48C8-A70B-F3E70D0D18A6}" srcOrd="15" destOrd="0" presId="urn:microsoft.com/office/officeart/2008/layout/LinedList"/>
  </dgm:cxnLst>
  <dgm:bg/>
  <dgm:whole/>
  <dgm:extLst>
    <a:ext uri="http://schemas.microsoft.com/office/drawing/2008/diagram">
      <dsp:dataModelExt xmlns:dsp="http://schemas.microsoft.com/office/drawing/2008/diagram" relId="rId9"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06C3A428-6DA2-4E80-A46A-067D483EE5C2}" type="doc">
      <dgm:prSet loTypeId="urn:microsoft.com/office/officeart/2008/layout/LinedList" loCatId="list" qsTypeId="urn:microsoft.com/office/officeart/2005/8/quickstyle/simple2" qsCatId="simple" csTypeId="urn:microsoft.com/office/officeart/2005/8/colors/accent0_3" csCatId="mainScheme" phldr="1"/>
      <dgm:spPr/>
      <dgm:t>
        <a:bodyPr/>
        <a:lstStyle/>
        <a:p>
          <a:endParaRPr lang="en-US"/>
        </a:p>
      </dgm:t>
    </dgm:pt>
    <dgm:pt modelId="{796A090C-7817-46F2-884B-6EC4530471EC}">
      <dgm:prSet custT="1"/>
      <dgm:spPr/>
      <dgm:t>
        <a:bodyPr anchor="ctr"/>
        <a:lstStyle/>
        <a:p>
          <a:r>
            <a:rPr lang="en-US" sz="2700" b="1" i="1" dirty="0">
              <a:solidFill>
                <a:srgbClr val="5D8592"/>
              </a:solidFill>
            </a:rPr>
            <a:t>User has a vague goal — the site should help them discover and refine it.</a:t>
          </a:r>
          <a:endParaRPr lang="en-US" sz="2700" b="1" i="1" dirty="0">
            <a:solidFill>
              <a:schemeClr val="accent2">
                <a:lumMod val="75000"/>
              </a:schemeClr>
            </a:solidFill>
          </a:endParaRPr>
        </a:p>
      </dgm:t>
    </dgm:pt>
    <dgm:pt modelId="{6F5838AC-5118-4B66-B811-C8CCA4344096}" type="parTrans" cxnId="{D2D97F6C-7B87-425B-9561-A54D2065648D}">
      <dgm:prSet/>
      <dgm:spPr/>
      <dgm:t>
        <a:bodyPr/>
        <a:lstStyle/>
        <a:p>
          <a:endParaRPr lang="en-US"/>
        </a:p>
      </dgm:t>
    </dgm:pt>
    <dgm:pt modelId="{8A1FF0E5-6515-4A33-8880-D67F9703E845}" type="sibTrans" cxnId="{D2D97F6C-7B87-425B-9561-A54D2065648D}">
      <dgm:prSet/>
      <dgm:spPr/>
      <dgm:t>
        <a:bodyPr/>
        <a:lstStyle/>
        <a:p>
          <a:endParaRPr lang="en-US"/>
        </a:p>
      </dgm:t>
    </dgm:pt>
    <dgm:pt modelId="{1B04706D-457B-41D1-9169-C95074CA7316}">
      <dgm:prSet custT="1"/>
      <dgm:spPr/>
      <dgm:t>
        <a:bodyPr/>
        <a:lstStyle/>
        <a:p>
          <a:r>
            <a:rPr lang="en-US" sz="1900" dirty="0"/>
            <a:t>Broad, inviting top-level categories — </a:t>
          </a:r>
          <a:r>
            <a:rPr lang="en-US" sz="1900" b="1" dirty="0">
              <a:solidFill>
                <a:schemeClr val="accent5">
                  <a:lumMod val="75000"/>
                </a:schemeClr>
              </a:solidFill>
            </a:rPr>
            <a:t>fewer, wider buckets at the top </a:t>
          </a:r>
          <a:r>
            <a:rPr lang="en-US" sz="1900" dirty="0"/>
            <a:t>level reduce the commitment required to start browsing</a:t>
          </a:r>
        </a:p>
      </dgm:t>
    </dgm:pt>
    <dgm:pt modelId="{F7C7F72A-CB07-4EB9-ACCD-F34D7A1B17A6}" type="parTrans" cxnId="{E5B4A3D9-7D63-4BB3-9533-3A1BE0B539A5}">
      <dgm:prSet/>
      <dgm:spPr/>
      <dgm:t>
        <a:bodyPr/>
        <a:lstStyle/>
        <a:p>
          <a:endParaRPr lang="en-US"/>
        </a:p>
      </dgm:t>
    </dgm:pt>
    <dgm:pt modelId="{1EDD97BE-6FBB-4489-9BC4-A06282AE8EC3}" type="sibTrans" cxnId="{E5B4A3D9-7D63-4BB3-9533-3A1BE0B539A5}">
      <dgm:prSet/>
      <dgm:spPr/>
      <dgm:t>
        <a:bodyPr/>
        <a:lstStyle/>
        <a:p>
          <a:endParaRPr lang="en-US"/>
        </a:p>
      </dgm:t>
    </dgm:pt>
    <dgm:pt modelId="{DC781688-B52C-42CD-AB47-C1110BBACEF7}">
      <dgm:prSet custT="1"/>
      <dgm:spPr/>
      <dgm:t>
        <a:bodyPr/>
        <a:lstStyle/>
        <a:p>
          <a:r>
            <a:rPr lang="en-US" sz="1900" b="1" dirty="0">
              <a:solidFill>
                <a:schemeClr val="accent5">
                  <a:lumMod val="75000"/>
                </a:schemeClr>
              </a:solidFill>
            </a:rPr>
            <a:t>Hub/landing pages per category </a:t>
          </a:r>
          <a:r>
            <a:rPr lang="en-US" sz="1900" dirty="0"/>
            <a:t>with </a:t>
          </a:r>
          <a:r>
            <a:rPr lang="en-US" sz="1900" b="1" dirty="0">
              <a:solidFill>
                <a:schemeClr val="accent5">
                  <a:lumMod val="75000"/>
                </a:schemeClr>
              </a:solidFill>
            </a:rPr>
            <a:t>short descriptions of sub-categories </a:t>
          </a:r>
          <a:r>
            <a:rPr lang="en-US" sz="1900" dirty="0"/>
            <a:t>— don't just show a list of links, give users enough context to orient</a:t>
          </a:r>
        </a:p>
      </dgm:t>
    </dgm:pt>
    <dgm:pt modelId="{B01A91C1-337A-485E-B7D8-D09FDFADE423}" type="parTrans" cxnId="{4B9EAE81-43AA-4A14-9C05-91B655836231}">
      <dgm:prSet/>
      <dgm:spPr/>
      <dgm:t>
        <a:bodyPr/>
        <a:lstStyle/>
        <a:p>
          <a:endParaRPr lang="en-US"/>
        </a:p>
      </dgm:t>
    </dgm:pt>
    <dgm:pt modelId="{BFF3C8B5-0455-46F5-8EE9-91E9775491AA}" type="sibTrans" cxnId="{4B9EAE81-43AA-4A14-9C05-91B655836231}">
      <dgm:prSet/>
      <dgm:spPr/>
      <dgm:t>
        <a:bodyPr/>
        <a:lstStyle/>
        <a:p>
          <a:endParaRPr lang="en-US"/>
        </a:p>
      </dgm:t>
    </dgm:pt>
    <dgm:pt modelId="{2B9234BF-2B14-4249-B851-2F52A8CDC5D7}">
      <dgm:prSet custT="1"/>
      <dgm:spPr/>
      <dgm:t>
        <a:bodyPr/>
        <a:lstStyle/>
        <a:p>
          <a:r>
            <a:rPr lang="en-US" sz="1900" b="1" dirty="0">
              <a:solidFill>
                <a:schemeClr val="accent5">
                  <a:lumMod val="75000"/>
                </a:schemeClr>
              </a:solidFill>
            </a:rPr>
            <a:t>Cross-links</a:t>
          </a:r>
          <a:r>
            <a:rPr lang="en-US" sz="1900" dirty="0"/>
            <a:t> and </a:t>
          </a:r>
          <a:r>
            <a:rPr lang="en-US" sz="1900" dirty="0">
              <a:solidFill>
                <a:schemeClr val="accent5">
                  <a:lumMod val="75000"/>
                </a:schemeClr>
              </a:solidFill>
            </a:rPr>
            <a:t>"</a:t>
          </a:r>
          <a:r>
            <a:rPr lang="en-US" sz="1900" b="1" dirty="0">
              <a:solidFill>
                <a:schemeClr val="accent5">
                  <a:lumMod val="75000"/>
                </a:schemeClr>
              </a:solidFill>
            </a:rPr>
            <a:t>see also</a:t>
          </a:r>
          <a:r>
            <a:rPr lang="en-US" sz="1900" dirty="0">
              <a:solidFill>
                <a:schemeClr val="accent5">
                  <a:lumMod val="75000"/>
                </a:schemeClr>
              </a:solidFill>
            </a:rPr>
            <a:t>" </a:t>
          </a:r>
          <a:r>
            <a:rPr lang="en-US" sz="1900" dirty="0"/>
            <a:t>relationships embedded in navigation </a:t>
          </a:r>
          <a:r>
            <a:rPr lang="en-US" sz="1900" b="1" dirty="0">
              <a:solidFill>
                <a:schemeClr val="accent5">
                  <a:lumMod val="75000"/>
                </a:schemeClr>
              </a:solidFill>
            </a:rPr>
            <a:t>and page content</a:t>
          </a:r>
          <a:r>
            <a:rPr lang="en-US" sz="1900" dirty="0"/>
            <a:t> — support lateral movement between adjacent topics</a:t>
          </a:r>
        </a:p>
      </dgm:t>
    </dgm:pt>
    <dgm:pt modelId="{73A38366-E1C4-4489-9EFC-5B91AA6D0C02}" type="parTrans" cxnId="{6D47442B-673B-40E2-B685-4D8F87AE4009}">
      <dgm:prSet/>
      <dgm:spPr/>
      <dgm:t>
        <a:bodyPr/>
        <a:lstStyle/>
        <a:p>
          <a:endParaRPr lang="en-US"/>
        </a:p>
      </dgm:t>
    </dgm:pt>
    <dgm:pt modelId="{4648586C-1D33-4348-A91D-2223F94A0BA5}" type="sibTrans" cxnId="{6D47442B-673B-40E2-B685-4D8F87AE4009}">
      <dgm:prSet/>
      <dgm:spPr/>
      <dgm:t>
        <a:bodyPr/>
        <a:lstStyle/>
        <a:p>
          <a:endParaRPr lang="en-US"/>
        </a:p>
      </dgm:t>
    </dgm:pt>
    <dgm:pt modelId="{418B1DD2-D0F4-4F9C-BCCA-063629A03F23}">
      <dgm:prSet custT="1"/>
      <dgm:spPr/>
      <dgm:t>
        <a:bodyPr/>
        <a:lstStyle/>
        <a:p>
          <a:r>
            <a:rPr lang="en-US" sz="1900" dirty="0"/>
            <a:t>Page layout: </a:t>
          </a:r>
          <a:r>
            <a:rPr lang="en-US" sz="1900" b="1" dirty="0">
              <a:solidFill>
                <a:schemeClr val="accent5">
                  <a:lumMod val="75000"/>
                </a:schemeClr>
              </a:solidFill>
            </a:rPr>
            <a:t>overview before detail </a:t>
          </a:r>
          <a:r>
            <a:rPr lang="en-US" sz="1900" dirty="0"/>
            <a:t>— lead with summaries, use progressive disclosure to reveal depth; card-based or thumbnail-heavy layouts lower the cost of scanning</a:t>
          </a:r>
        </a:p>
      </dgm:t>
    </dgm:pt>
    <dgm:pt modelId="{F3FCDC51-A353-493F-A21B-0D1EAD4C66DA}" type="parTrans" cxnId="{52D17451-8CD8-43E1-B86E-029909A6F5FA}">
      <dgm:prSet/>
      <dgm:spPr/>
      <dgm:t>
        <a:bodyPr/>
        <a:lstStyle/>
        <a:p>
          <a:endParaRPr lang="en-US"/>
        </a:p>
      </dgm:t>
    </dgm:pt>
    <dgm:pt modelId="{8D2531EC-CEE3-4DC8-BC62-689AED8E2986}" type="sibTrans" cxnId="{52D17451-8CD8-43E1-B86E-029909A6F5FA}">
      <dgm:prSet/>
      <dgm:spPr/>
      <dgm:t>
        <a:bodyPr/>
        <a:lstStyle/>
        <a:p>
          <a:endParaRPr lang="en-US"/>
        </a:p>
      </dgm:t>
    </dgm:pt>
    <dgm:pt modelId="{4A926DAC-7F10-426D-8768-5AF73F1A5941}">
      <dgm:prSet custT="1"/>
      <dgm:spPr/>
      <dgm:t>
        <a:bodyPr/>
        <a:lstStyle/>
        <a:p>
          <a:r>
            <a:rPr lang="en-US" sz="1900" dirty="0"/>
            <a:t>Visual affordances that </a:t>
          </a:r>
          <a:r>
            <a:rPr lang="en-US" sz="1900" b="1" dirty="0">
              <a:solidFill>
                <a:schemeClr val="accent5">
                  <a:lumMod val="75000"/>
                </a:schemeClr>
              </a:solidFill>
            </a:rPr>
            <a:t>signal "there's more" </a:t>
          </a:r>
          <a:r>
            <a:rPr lang="en-US" sz="1900" dirty="0"/>
            <a:t>— clear section breaks, </a:t>
          </a:r>
          <a:r>
            <a:rPr lang="en-US" sz="1900" b="1" dirty="0">
              <a:solidFill>
                <a:schemeClr val="accent5">
                  <a:lumMod val="75000"/>
                </a:schemeClr>
              </a:solidFill>
            </a:rPr>
            <a:t>teaser text</a:t>
          </a:r>
          <a:r>
            <a:rPr lang="en-US" sz="1900" dirty="0"/>
            <a:t>, "browse all" links</a:t>
          </a:r>
        </a:p>
      </dgm:t>
    </dgm:pt>
    <dgm:pt modelId="{60E9ECE4-BE69-48B4-99FA-0903E07BAC9F}" type="parTrans" cxnId="{AEDBDAD7-F4CC-4D99-B9D5-207370CAFFB7}">
      <dgm:prSet/>
      <dgm:spPr/>
      <dgm:t>
        <a:bodyPr/>
        <a:lstStyle/>
        <a:p>
          <a:endParaRPr lang="en-US"/>
        </a:p>
      </dgm:t>
    </dgm:pt>
    <dgm:pt modelId="{60DDCD12-33EB-4F68-AAA5-FD21075153CE}" type="sibTrans" cxnId="{AEDBDAD7-F4CC-4D99-B9D5-207370CAFFB7}">
      <dgm:prSet/>
      <dgm:spPr/>
      <dgm:t>
        <a:bodyPr/>
        <a:lstStyle/>
        <a:p>
          <a:endParaRPr lang="en-US"/>
        </a:p>
      </dgm:t>
    </dgm:pt>
    <dgm:pt modelId="{4153B492-4636-4C74-9517-090BE8DE3157}" type="pres">
      <dgm:prSet presAssocID="{06C3A428-6DA2-4E80-A46A-067D483EE5C2}" presName="vert0" presStyleCnt="0">
        <dgm:presLayoutVars>
          <dgm:dir/>
          <dgm:animOne val="branch"/>
          <dgm:animLvl val="lvl"/>
        </dgm:presLayoutVars>
      </dgm:prSet>
      <dgm:spPr/>
    </dgm:pt>
    <dgm:pt modelId="{AE42C90C-1EDF-4132-9B14-DD7D794E78DD}" type="pres">
      <dgm:prSet presAssocID="{796A090C-7817-46F2-884B-6EC4530471EC}" presName="thickLine" presStyleLbl="alignNode1" presStyleIdx="0" presStyleCnt="1"/>
      <dgm:spPr/>
    </dgm:pt>
    <dgm:pt modelId="{020EC565-55A8-4805-A28B-C4EFA6F7A9BA}" type="pres">
      <dgm:prSet presAssocID="{796A090C-7817-46F2-884B-6EC4530471EC}" presName="horz1" presStyleCnt="0"/>
      <dgm:spPr/>
    </dgm:pt>
    <dgm:pt modelId="{E9179E95-1DF6-40D5-A0C6-6D7C4B968298}" type="pres">
      <dgm:prSet presAssocID="{796A090C-7817-46F2-884B-6EC4530471EC}" presName="tx1" presStyleLbl="revTx" presStyleIdx="0" presStyleCnt="6"/>
      <dgm:spPr/>
    </dgm:pt>
    <dgm:pt modelId="{0BE80B7E-1E00-48EE-9C31-90D1D3C29D6F}" type="pres">
      <dgm:prSet presAssocID="{796A090C-7817-46F2-884B-6EC4530471EC}" presName="vert1" presStyleCnt="0"/>
      <dgm:spPr/>
    </dgm:pt>
    <dgm:pt modelId="{64673765-E601-4674-BFFB-64DEFD4C02E5}" type="pres">
      <dgm:prSet presAssocID="{1B04706D-457B-41D1-9169-C95074CA7316}" presName="vertSpace2a" presStyleCnt="0"/>
      <dgm:spPr/>
    </dgm:pt>
    <dgm:pt modelId="{FE545C84-B795-4E23-B767-3D214EB5A240}" type="pres">
      <dgm:prSet presAssocID="{1B04706D-457B-41D1-9169-C95074CA7316}" presName="horz2" presStyleCnt="0"/>
      <dgm:spPr/>
    </dgm:pt>
    <dgm:pt modelId="{CD228C30-EC86-4A8B-9347-8D3775C7982F}" type="pres">
      <dgm:prSet presAssocID="{1B04706D-457B-41D1-9169-C95074CA7316}" presName="horzSpace2" presStyleCnt="0"/>
      <dgm:spPr/>
    </dgm:pt>
    <dgm:pt modelId="{199C02EE-DEC8-4750-A8BB-C51D80DE506D}" type="pres">
      <dgm:prSet presAssocID="{1B04706D-457B-41D1-9169-C95074CA7316}" presName="tx2" presStyleLbl="revTx" presStyleIdx="1" presStyleCnt="6"/>
      <dgm:spPr/>
    </dgm:pt>
    <dgm:pt modelId="{23D62A3E-A639-4B9A-A9DE-6FE03165449D}" type="pres">
      <dgm:prSet presAssocID="{1B04706D-457B-41D1-9169-C95074CA7316}" presName="vert2" presStyleCnt="0"/>
      <dgm:spPr/>
    </dgm:pt>
    <dgm:pt modelId="{7F84BF2C-8FB2-4CF5-9B57-318D5C5B34F6}" type="pres">
      <dgm:prSet presAssocID="{1B04706D-457B-41D1-9169-C95074CA7316}" presName="thinLine2b" presStyleLbl="callout" presStyleIdx="0" presStyleCnt="5"/>
      <dgm:spPr/>
    </dgm:pt>
    <dgm:pt modelId="{498F7992-2352-4F45-BBCC-2DD4993DD0C9}" type="pres">
      <dgm:prSet presAssocID="{1B04706D-457B-41D1-9169-C95074CA7316}" presName="vertSpace2b" presStyleCnt="0"/>
      <dgm:spPr/>
    </dgm:pt>
    <dgm:pt modelId="{331EA3BE-68DE-4C2D-9EDD-DB698267E733}" type="pres">
      <dgm:prSet presAssocID="{DC781688-B52C-42CD-AB47-C1110BBACEF7}" presName="horz2" presStyleCnt="0"/>
      <dgm:spPr/>
    </dgm:pt>
    <dgm:pt modelId="{4D98D7B5-1B3C-4792-847E-8EA54C57F2A0}" type="pres">
      <dgm:prSet presAssocID="{DC781688-B52C-42CD-AB47-C1110BBACEF7}" presName="horzSpace2" presStyleCnt="0"/>
      <dgm:spPr/>
    </dgm:pt>
    <dgm:pt modelId="{A9436C7E-E2A5-48A6-88C8-6C3B21AD7C24}" type="pres">
      <dgm:prSet presAssocID="{DC781688-B52C-42CD-AB47-C1110BBACEF7}" presName="tx2" presStyleLbl="revTx" presStyleIdx="2" presStyleCnt="6"/>
      <dgm:spPr/>
    </dgm:pt>
    <dgm:pt modelId="{EFE8D00A-FFEF-4104-9099-710F8CABB2EB}" type="pres">
      <dgm:prSet presAssocID="{DC781688-B52C-42CD-AB47-C1110BBACEF7}" presName="vert2" presStyleCnt="0"/>
      <dgm:spPr/>
    </dgm:pt>
    <dgm:pt modelId="{0959C976-026B-455F-9AC5-82C79C221CCB}" type="pres">
      <dgm:prSet presAssocID="{DC781688-B52C-42CD-AB47-C1110BBACEF7}" presName="thinLine2b" presStyleLbl="callout" presStyleIdx="1" presStyleCnt="5"/>
      <dgm:spPr/>
    </dgm:pt>
    <dgm:pt modelId="{B913733C-5509-4DEE-8DB0-1519948B9505}" type="pres">
      <dgm:prSet presAssocID="{DC781688-B52C-42CD-AB47-C1110BBACEF7}" presName="vertSpace2b" presStyleCnt="0"/>
      <dgm:spPr/>
    </dgm:pt>
    <dgm:pt modelId="{7E821ACB-FB93-40DB-A113-8660C7EDB067}" type="pres">
      <dgm:prSet presAssocID="{2B9234BF-2B14-4249-B851-2F52A8CDC5D7}" presName="horz2" presStyleCnt="0"/>
      <dgm:spPr/>
    </dgm:pt>
    <dgm:pt modelId="{91941F76-1CAD-40B2-AD80-237DCBAE2C27}" type="pres">
      <dgm:prSet presAssocID="{2B9234BF-2B14-4249-B851-2F52A8CDC5D7}" presName="horzSpace2" presStyleCnt="0"/>
      <dgm:spPr/>
    </dgm:pt>
    <dgm:pt modelId="{E1D3734C-F460-4FF7-8736-7D1DCA93BAED}" type="pres">
      <dgm:prSet presAssocID="{2B9234BF-2B14-4249-B851-2F52A8CDC5D7}" presName="tx2" presStyleLbl="revTx" presStyleIdx="3" presStyleCnt="6"/>
      <dgm:spPr/>
    </dgm:pt>
    <dgm:pt modelId="{F6026895-5ABD-4581-9D4C-84C06203C177}" type="pres">
      <dgm:prSet presAssocID="{2B9234BF-2B14-4249-B851-2F52A8CDC5D7}" presName="vert2" presStyleCnt="0"/>
      <dgm:spPr/>
    </dgm:pt>
    <dgm:pt modelId="{C3276E96-EB30-4580-9106-461598C1C1E7}" type="pres">
      <dgm:prSet presAssocID="{2B9234BF-2B14-4249-B851-2F52A8CDC5D7}" presName="thinLine2b" presStyleLbl="callout" presStyleIdx="2" presStyleCnt="5"/>
      <dgm:spPr/>
    </dgm:pt>
    <dgm:pt modelId="{F809B9DB-EF0A-4A3F-BDDF-7CEC2E5869F6}" type="pres">
      <dgm:prSet presAssocID="{2B9234BF-2B14-4249-B851-2F52A8CDC5D7}" presName="vertSpace2b" presStyleCnt="0"/>
      <dgm:spPr/>
    </dgm:pt>
    <dgm:pt modelId="{4A0EDA06-3713-44BF-AA48-6FD655BA5B94}" type="pres">
      <dgm:prSet presAssocID="{418B1DD2-D0F4-4F9C-BCCA-063629A03F23}" presName="horz2" presStyleCnt="0"/>
      <dgm:spPr/>
    </dgm:pt>
    <dgm:pt modelId="{2E82DB67-04A7-4B08-BF19-A5CB30992960}" type="pres">
      <dgm:prSet presAssocID="{418B1DD2-D0F4-4F9C-BCCA-063629A03F23}" presName="horzSpace2" presStyleCnt="0"/>
      <dgm:spPr/>
    </dgm:pt>
    <dgm:pt modelId="{9FFC7036-4E71-48C3-9920-C9E45EDFA657}" type="pres">
      <dgm:prSet presAssocID="{418B1DD2-D0F4-4F9C-BCCA-063629A03F23}" presName="tx2" presStyleLbl="revTx" presStyleIdx="4" presStyleCnt="6" custLinFactNeighborY="-7006"/>
      <dgm:spPr/>
    </dgm:pt>
    <dgm:pt modelId="{7728BC0F-ECE1-4D9F-9180-0BF2DCFCD455}" type="pres">
      <dgm:prSet presAssocID="{418B1DD2-D0F4-4F9C-BCCA-063629A03F23}" presName="vert2" presStyleCnt="0"/>
      <dgm:spPr/>
    </dgm:pt>
    <dgm:pt modelId="{EF21FEA6-7038-4032-984F-052F90C4DADF}" type="pres">
      <dgm:prSet presAssocID="{418B1DD2-D0F4-4F9C-BCCA-063629A03F23}" presName="thinLine2b" presStyleLbl="callout" presStyleIdx="3" presStyleCnt="5"/>
      <dgm:spPr/>
    </dgm:pt>
    <dgm:pt modelId="{3CE4491C-5722-49A0-9702-C234B38E54AA}" type="pres">
      <dgm:prSet presAssocID="{418B1DD2-D0F4-4F9C-BCCA-063629A03F23}" presName="vertSpace2b" presStyleCnt="0"/>
      <dgm:spPr/>
    </dgm:pt>
    <dgm:pt modelId="{7ECD9166-E31B-407A-BE50-6B0AA5AB89F9}" type="pres">
      <dgm:prSet presAssocID="{4A926DAC-7F10-426D-8768-5AF73F1A5941}" presName="horz2" presStyleCnt="0"/>
      <dgm:spPr/>
    </dgm:pt>
    <dgm:pt modelId="{CAF60B64-78EA-46A0-B6D9-891B4955BE2A}" type="pres">
      <dgm:prSet presAssocID="{4A926DAC-7F10-426D-8768-5AF73F1A5941}" presName="horzSpace2" presStyleCnt="0"/>
      <dgm:spPr/>
    </dgm:pt>
    <dgm:pt modelId="{C8D7F805-408F-4A97-9EAE-5E8A04AADD14}" type="pres">
      <dgm:prSet presAssocID="{4A926DAC-7F10-426D-8768-5AF73F1A5941}" presName="tx2" presStyleLbl="revTx" presStyleIdx="5" presStyleCnt="6"/>
      <dgm:spPr/>
    </dgm:pt>
    <dgm:pt modelId="{FE39B465-54EE-4225-B70E-C93DB7C38994}" type="pres">
      <dgm:prSet presAssocID="{4A926DAC-7F10-426D-8768-5AF73F1A5941}" presName="vert2" presStyleCnt="0"/>
      <dgm:spPr/>
    </dgm:pt>
    <dgm:pt modelId="{832A5ACC-4C56-4248-8A0D-C5E79D60A139}" type="pres">
      <dgm:prSet presAssocID="{4A926DAC-7F10-426D-8768-5AF73F1A5941}" presName="thinLine2b" presStyleLbl="callout" presStyleIdx="4" presStyleCnt="5"/>
      <dgm:spPr/>
    </dgm:pt>
    <dgm:pt modelId="{C3B1E55D-855E-48C8-A70B-F3E70D0D18A6}" type="pres">
      <dgm:prSet presAssocID="{4A926DAC-7F10-426D-8768-5AF73F1A5941}" presName="vertSpace2b" presStyleCnt="0"/>
      <dgm:spPr/>
    </dgm:pt>
  </dgm:ptLst>
  <dgm:cxnLst>
    <dgm:cxn modelId="{57797C16-3F10-41C1-B139-034B9A000293}" type="presOf" srcId="{1B04706D-457B-41D1-9169-C95074CA7316}" destId="{199C02EE-DEC8-4750-A8BB-C51D80DE506D}" srcOrd="0" destOrd="0" presId="urn:microsoft.com/office/officeart/2008/layout/LinedList"/>
    <dgm:cxn modelId="{7D0D3427-9DA6-447F-ACE2-8AB528147EA7}" type="presOf" srcId="{DC781688-B52C-42CD-AB47-C1110BBACEF7}" destId="{A9436C7E-E2A5-48A6-88C8-6C3B21AD7C24}" srcOrd="0" destOrd="0" presId="urn:microsoft.com/office/officeart/2008/layout/LinedList"/>
    <dgm:cxn modelId="{6D47442B-673B-40E2-B685-4D8F87AE4009}" srcId="{796A090C-7817-46F2-884B-6EC4530471EC}" destId="{2B9234BF-2B14-4249-B851-2F52A8CDC5D7}" srcOrd="2" destOrd="0" parTransId="{73A38366-E1C4-4489-9EFC-5B91AA6D0C02}" sibTransId="{4648586C-1D33-4348-A91D-2223F94A0BA5}"/>
    <dgm:cxn modelId="{C03AF040-551E-4F85-AA60-7717529745C3}" type="presOf" srcId="{4A926DAC-7F10-426D-8768-5AF73F1A5941}" destId="{C8D7F805-408F-4A97-9EAE-5E8A04AADD14}" srcOrd="0" destOrd="0" presId="urn:microsoft.com/office/officeart/2008/layout/LinedList"/>
    <dgm:cxn modelId="{DDB61560-8291-4625-969B-004AB14B4CD8}" type="presOf" srcId="{796A090C-7817-46F2-884B-6EC4530471EC}" destId="{E9179E95-1DF6-40D5-A0C6-6D7C4B968298}" srcOrd="0" destOrd="0" presId="urn:microsoft.com/office/officeart/2008/layout/LinedList"/>
    <dgm:cxn modelId="{D2D97F6C-7B87-425B-9561-A54D2065648D}" srcId="{06C3A428-6DA2-4E80-A46A-067D483EE5C2}" destId="{796A090C-7817-46F2-884B-6EC4530471EC}" srcOrd="0" destOrd="0" parTransId="{6F5838AC-5118-4B66-B811-C8CCA4344096}" sibTransId="{8A1FF0E5-6515-4A33-8880-D67F9703E845}"/>
    <dgm:cxn modelId="{52D17451-8CD8-43E1-B86E-029909A6F5FA}" srcId="{796A090C-7817-46F2-884B-6EC4530471EC}" destId="{418B1DD2-D0F4-4F9C-BCCA-063629A03F23}" srcOrd="3" destOrd="0" parTransId="{F3FCDC51-A353-493F-A21B-0D1EAD4C66DA}" sibTransId="{8D2531EC-CEE3-4DC8-BC62-689AED8E2986}"/>
    <dgm:cxn modelId="{4B9EAE81-43AA-4A14-9C05-91B655836231}" srcId="{796A090C-7817-46F2-884B-6EC4530471EC}" destId="{DC781688-B52C-42CD-AB47-C1110BBACEF7}" srcOrd="1" destOrd="0" parTransId="{B01A91C1-337A-485E-B7D8-D09FDFADE423}" sibTransId="{BFF3C8B5-0455-46F5-8EE9-91E9775491AA}"/>
    <dgm:cxn modelId="{3A7B72B7-3C5B-424E-87FE-967B065AD893}" type="presOf" srcId="{06C3A428-6DA2-4E80-A46A-067D483EE5C2}" destId="{4153B492-4636-4C74-9517-090BE8DE3157}" srcOrd="0" destOrd="0" presId="urn:microsoft.com/office/officeart/2008/layout/LinedList"/>
    <dgm:cxn modelId="{964995C6-ECD1-43A7-8B66-C14F2B82AF7F}" type="presOf" srcId="{418B1DD2-D0F4-4F9C-BCCA-063629A03F23}" destId="{9FFC7036-4E71-48C3-9920-C9E45EDFA657}" srcOrd="0" destOrd="0" presId="urn:microsoft.com/office/officeart/2008/layout/LinedList"/>
    <dgm:cxn modelId="{AEDBDAD7-F4CC-4D99-B9D5-207370CAFFB7}" srcId="{796A090C-7817-46F2-884B-6EC4530471EC}" destId="{4A926DAC-7F10-426D-8768-5AF73F1A5941}" srcOrd="4" destOrd="0" parTransId="{60E9ECE4-BE69-48B4-99FA-0903E07BAC9F}" sibTransId="{60DDCD12-33EB-4F68-AAA5-FD21075153CE}"/>
    <dgm:cxn modelId="{E5B4A3D9-7D63-4BB3-9533-3A1BE0B539A5}" srcId="{796A090C-7817-46F2-884B-6EC4530471EC}" destId="{1B04706D-457B-41D1-9169-C95074CA7316}" srcOrd="0" destOrd="0" parTransId="{F7C7F72A-CB07-4EB9-ACCD-F34D7A1B17A6}" sibTransId="{1EDD97BE-6FBB-4489-9BC4-A06282AE8EC3}"/>
    <dgm:cxn modelId="{EC68ACF4-33B1-4B3B-B96E-80C471310362}" type="presOf" srcId="{2B9234BF-2B14-4249-B851-2F52A8CDC5D7}" destId="{E1D3734C-F460-4FF7-8736-7D1DCA93BAED}" srcOrd="0" destOrd="0" presId="urn:microsoft.com/office/officeart/2008/layout/LinedList"/>
    <dgm:cxn modelId="{39B06DCE-3702-4EF2-8A3E-4EC1A6A43346}" type="presParOf" srcId="{4153B492-4636-4C74-9517-090BE8DE3157}" destId="{AE42C90C-1EDF-4132-9B14-DD7D794E78DD}" srcOrd="0" destOrd="0" presId="urn:microsoft.com/office/officeart/2008/layout/LinedList"/>
    <dgm:cxn modelId="{F38696AD-D2D4-4629-9CC0-2B218B2F156B}" type="presParOf" srcId="{4153B492-4636-4C74-9517-090BE8DE3157}" destId="{020EC565-55A8-4805-A28B-C4EFA6F7A9BA}" srcOrd="1" destOrd="0" presId="urn:microsoft.com/office/officeart/2008/layout/LinedList"/>
    <dgm:cxn modelId="{09E642E4-7D99-4792-825C-67476A3E4E06}" type="presParOf" srcId="{020EC565-55A8-4805-A28B-C4EFA6F7A9BA}" destId="{E9179E95-1DF6-40D5-A0C6-6D7C4B968298}" srcOrd="0" destOrd="0" presId="urn:microsoft.com/office/officeart/2008/layout/LinedList"/>
    <dgm:cxn modelId="{370EC01D-D8AB-4715-9F00-0928E5FF8FB5}" type="presParOf" srcId="{020EC565-55A8-4805-A28B-C4EFA6F7A9BA}" destId="{0BE80B7E-1E00-48EE-9C31-90D1D3C29D6F}" srcOrd="1" destOrd="0" presId="urn:microsoft.com/office/officeart/2008/layout/LinedList"/>
    <dgm:cxn modelId="{FD43AF13-CBEF-4B97-82BF-5EFC749CE9DF}" type="presParOf" srcId="{0BE80B7E-1E00-48EE-9C31-90D1D3C29D6F}" destId="{64673765-E601-4674-BFFB-64DEFD4C02E5}" srcOrd="0" destOrd="0" presId="urn:microsoft.com/office/officeart/2008/layout/LinedList"/>
    <dgm:cxn modelId="{BD3F9EC6-8BD5-4345-9D84-B78F83371FA9}" type="presParOf" srcId="{0BE80B7E-1E00-48EE-9C31-90D1D3C29D6F}" destId="{FE545C84-B795-4E23-B767-3D214EB5A240}" srcOrd="1" destOrd="0" presId="urn:microsoft.com/office/officeart/2008/layout/LinedList"/>
    <dgm:cxn modelId="{C92076B3-00ED-4237-9C90-61D29EEB9143}" type="presParOf" srcId="{FE545C84-B795-4E23-B767-3D214EB5A240}" destId="{CD228C30-EC86-4A8B-9347-8D3775C7982F}" srcOrd="0" destOrd="0" presId="urn:microsoft.com/office/officeart/2008/layout/LinedList"/>
    <dgm:cxn modelId="{EA1076F6-C9F1-47E1-939C-48ED6A8EB747}" type="presParOf" srcId="{FE545C84-B795-4E23-B767-3D214EB5A240}" destId="{199C02EE-DEC8-4750-A8BB-C51D80DE506D}" srcOrd="1" destOrd="0" presId="urn:microsoft.com/office/officeart/2008/layout/LinedList"/>
    <dgm:cxn modelId="{FAAB9FD6-6E4D-4499-A1E4-0E5371712286}" type="presParOf" srcId="{FE545C84-B795-4E23-B767-3D214EB5A240}" destId="{23D62A3E-A639-4B9A-A9DE-6FE03165449D}" srcOrd="2" destOrd="0" presId="urn:microsoft.com/office/officeart/2008/layout/LinedList"/>
    <dgm:cxn modelId="{03AFE420-3528-4F9C-987C-6CD496E3582E}" type="presParOf" srcId="{0BE80B7E-1E00-48EE-9C31-90D1D3C29D6F}" destId="{7F84BF2C-8FB2-4CF5-9B57-318D5C5B34F6}" srcOrd="2" destOrd="0" presId="urn:microsoft.com/office/officeart/2008/layout/LinedList"/>
    <dgm:cxn modelId="{F4F41706-7584-4565-AB25-EF964FD55427}" type="presParOf" srcId="{0BE80B7E-1E00-48EE-9C31-90D1D3C29D6F}" destId="{498F7992-2352-4F45-BBCC-2DD4993DD0C9}" srcOrd="3" destOrd="0" presId="urn:microsoft.com/office/officeart/2008/layout/LinedList"/>
    <dgm:cxn modelId="{D3390604-AD25-4B7A-9F8A-B352A36A9A3B}" type="presParOf" srcId="{0BE80B7E-1E00-48EE-9C31-90D1D3C29D6F}" destId="{331EA3BE-68DE-4C2D-9EDD-DB698267E733}" srcOrd="4" destOrd="0" presId="urn:microsoft.com/office/officeart/2008/layout/LinedList"/>
    <dgm:cxn modelId="{406A9D8C-D1F0-4684-B78A-0480A54580AE}" type="presParOf" srcId="{331EA3BE-68DE-4C2D-9EDD-DB698267E733}" destId="{4D98D7B5-1B3C-4792-847E-8EA54C57F2A0}" srcOrd="0" destOrd="0" presId="urn:microsoft.com/office/officeart/2008/layout/LinedList"/>
    <dgm:cxn modelId="{66F0B7AB-FEA1-4737-9DCF-B5088886924F}" type="presParOf" srcId="{331EA3BE-68DE-4C2D-9EDD-DB698267E733}" destId="{A9436C7E-E2A5-48A6-88C8-6C3B21AD7C24}" srcOrd="1" destOrd="0" presId="urn:microsoft.com/office/officeart/2008/layout/LinedList"/>
    <dgm:cxn modelId="{3A252C05-16C5-46EF-B6A2-B4000BD01E31}" type="presParOf" srcId="{331EA3BE-68DE-4C2D-9EDD-DB698267E733}" destId="{EFE8D00A-FFEF-4104-9099-710F8CABB2EB}" srcOrd="2" destOrd="0" presId="urn:microsoft.com/office/officeart/2008/layout/LinedList"/>
    <dgm:cxn modelId="{4F41971F-5750-492C-A9F9-573928F77CFF}" type="presParOf" srcId="{0BE80B7E-1E00-48EE-9C31-90D1D3C29D6F}" destId="{0959C976-026B-455F-9AC5-82C79C221CCB}" srcOrd="5" destOrd="0" presId="urn:microsoft.com/office/officeart/2008/layout/LinedList"/>
    <dgm:cxn modelId="{CFCAABAB-233D-4ABF-857C-720625E67E80}" type="presParOf" srcId="{0BE80B7E-1E00-48EE-9C31-90D1D3C29D6F}" destId="{B913733C-5509-4DEE-8DB0-1519948B9505}" srcOrd="6" destOrd="0" presId="urn:microsoft.com/office/officeart/2008/layout/LinedList"/>
    <dgm:cxn modelId="{ED425F78-82D5-43B3-9F05-01521D6627B8}" type="presParOf" srcId="{0BE80B7E-1E00-48EE-9C31-90D1D3C29D6F}" destId="{7E821ACB-FB93-40DB-A113-8660C7EDB067}" srcOrd="7" destOrd="0" presId="urn:microsoft.com/office/officeart/2008/layout/LinedList"/>
    <dgm:cxn modelId="{FA3ABAAB-8A22-4BB0-9408-7B6BCDDDE95D}" type="presParOf" srcId="{7E821ACB-FB93-40DB-A113-8660C7EDB067}" destId="{91941F76-1CAD-40B2-AD80-237DCBAE2C27}" srcOrd="0" destOrd="0" presId="urn:microsoft.com/office/officeart/2008/layout/LinedList"/>
    <dgm:cxn modelId="{A29E84FC-4863-4F8F-AFA5-522494A8AD79}" type="presParOf" srcId="{7E821ACB-FB93-40DB-A113-8660C7EDB067}" destId="{E1D3734C-F460-4FF7-8736-7D1DCA93BAED}" srcOrd="1" destOrd="0" presId="urn:microsoft.com/office/officeart/2008/layout/LinedList"/>
    <dgm:cxn modelId="{54761E67-F06E-4722-8EEE-6B10AEF84570}" type="presParOf" srcId="{7E821ACB-FB93-40DB-A113-8660C7EDB067}" destId="{F6026895-5ABD-4581-9D4C-84C06203C177}" srcOrd="2" destOrd="0" presId="urn:microsoft.com/office/officeart/2008/layout/LinedList"/>
    <dgm:cxn modelId="{0FBBA56C-6FE2-4007-B19C-202E9B5A880A}" type="presParOf" srcId="{0BE80B7E-1E00-48EE-9C31-90D1D3C29D6F}" destId="{C3276E96-EB30-4580-9106-461598C1C1E7}" srcOrd="8" destOrd="0" presId="urn:microsoft.com/office/officeart/2008/layout/LinedList"/>
    <dgm:cxn modelId="{BBDF0398-6617-4BC0-B628-F365E5BAAC30}" type="presParOf" srcId="{0BE80B7E-1E00-48EE-9C31-90D1D3C29D6F}" destId="{F809B9DB-EF0A-4A3F-BDDF-7CEC2E5869F6}" srcOrd="9" destOrd="0" presId="urn:microsoft.com/office/officeart/2008/layout/LinedList"/>
    <dgm:cxn modelId="{44865A86-8638-4863-8D89-9A0D847BD1AF}" type="presParOf" srcId="{0BE80B7E-1E00-48EE-9C31-90D1D3C29D6F}" destId="{4A0EDA06-3713-44BF-AA48-6FD655BA5B94}" srcOrd="10" destOrd="0" presId="urn:microsoft.com/office/officeart/2008/layout/LinedList"/>
    <dgm:cxn modelId="{55D097F6-D755-49B7-AF79-D8E770B4B9C4}" type="presParOf" srcId="{4A0EDA06-3713-44BF-AA48-6FD655BA5B94}" destId="{2E82DB67-04A7-4B08-BF19-A5CB30992960}" srcOrd="0" destOrd="0" presId="urn:microsoft.com/office/officeart/2008/layout/LinedList"/>
    <dgm:cxn modelId="{730143AD-1D46-4C55-809B-DD73CD3DC4A8}" type="presParOf" srcId="{4A0EDA06-3713-44BF-AA48-6FD655BA5B94}" destId="{9FFC7036-4E71-48C3-9920-C9E45EDFA657}" srcOrd="1" destOrd="0" presId="urn:microsoft.com/office/officeart/2008/layout/LinedList"/>
    <dgm:cxn modelId="{D04B92EE-1DF3-4533-9F37-8A948166E38A}" type="presParOf" srcId="{4A0EDA06-3713-44BF-AA48-6FD655BA5B94}" destId="{7728BC0F-ECE1-4D9F-9180-0BF2DCFCD455}" srcOrd="2" destOrd="0" presId="urn:microsoft.com/office/officeart/2008/layout/LinedList"/>
    <dgm:cxn modelId="{0009F060-6192-457E-9B07-FBC07742303D}" type="presParOf" srcId="{0BE80B7E-1E00-48EE-9C31-90D1D3C29D6F}" destId="{EF21FEA6-7038-4032-984F-052F90C4DADF}" srcOrd="11" destOrd="0" presId="urn:microsoft.com/office/officeart/2008/layout/LinedList"/>
    <dgm:cxn modelId="{4B0E3D7D-5C82-44F9-9A27-C7900F30A4CA}" type="presParOf" srcId="{0BE80B7E-1E00-48EE-9C31-90D1D3C29D6F}" destId="{3CE4491C-5722-49A0-9702-C234B38E54AA}" srcOrd="12" destOrd="0" presId="urn:microsoft.com/office/officeart/2008/layout/LinedList"/>
    <dgm:cxn modelId="{6BF7652C-B4FA-4491-851E-1DA7C692284A}" type="presParOf" srcId="{0BE80B7E-1E00-48EE-9C31-90D1D3C29D6F}" destId="{7ECD9166-E31B-407A-BE50-6B0AA5AB89F9}" srcOrd="13" destOrd="0" presId="urn:microsoft.com/office/officeart/2008/layout/LinedList"/>
    <dgm:cxn modelId="{67699ABD-C286-4740-9731-23EDA369CD62}" type="presParOf" srcId="{7ECD9166-E31B-407A-BE50-6B0AA5AB89F9}" destId="{CAF60B64-78EA-46A0-B6D9-891B4955BE2A}" srcOrd="0" destOrd="0" presId="urn:microsoft.com/office/officeart/2008/layout/LinedList"/>
    <dgm:cxn modelId="{A61B0E60-5398-4047-AF98-E6F3716FB6F5}" type="presParOf" srcId="{7ECD9166-E31B-407A-BE50-6B0AA5AB89F9}" destId="{C8D7F805-408F-4A97-9EAE-5E8A04AADD14}" srcOrd="1" destOrd="0" presId="urn:microsoft.com/office/officeart/2008/layout/LinedList"/>
    <dgm:cxn modelId="{0622D780-CFA5-4BD6-87FF-35DE3CAA9F51}" type="presParOf" srcId="{7ECD9166-E31B-407A-BE50-6B0AA5AB89F9}" destId="{FE39B465-54EE-4225-B70E-C93DB7C38994}" srcOrd="2" destOrd="0" presId="urn:microsoft.com/office/officeart/2008/layout/LinedList"/>
    <dgm:cxn modelId="{BA45A06C-84C2-42C5-AE6B-0777D152F0EC}" type="presParOf" srcId="{0BE80B7E-1E00-48EE-9C31-90D1D3C29D6F}" destId="{832A5ACC-4C56-4248-8A0D-C5E79D60A139}" srcOrd="14" destOrd="0" presId="urn:microsoft.com/office/officeart/2008/layout/LinedList"/>
    <dgm:cxn modelId="{C8F3DEB1-55E2-405F-AE9F-F5F862DB9A3D}" type="presParOf" srcId="{0BE80B7E-1E00-48EE-9C31-90D1D3C29D6F}" destId="{C3B1E55D-855E-48C8-A70B-F3E70D0D18A6}" srcOrd="15" destOrd="0" presId="urn:microsoft.com/office/officeart/2008/layout/Lin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06C3A428-6DA2-4E80-A46A-067D483EE5C2}" type="doc">
      <dgm:prSet loTypeId="urn:microsoft.com/office/officeart/2008/layout/LinedList" loCatId="list" qsTypeId="urn:microsoft.com/office/officeart/2005/8/quickstyle/simple2" qsCatId="simple" csTypeId="urn:microsoft.com/office/officeart/2005/8/colors/accent0_3" csCatId="mainScheme" phldr="1"/>
      <dgm:spPr/>
      <dgm:t>
        <a:bodyPr/>
        <a:lstStyle/>
        <a:p>
          <a:endParaRPr lang="en-US"/>
        </a:p>
      </dgm:t>
    </dgm:pt>
    <dgm:pt modelId="{796A090C-7817-46F2-884B-6EC4530471EC}">
      <dgm:prSet custT="1"/>
      <dgm:spPr/>
      <dgm:t>
        <a:bodyPr anchor="ctr"/>
        <a:lstStyle/>
        <a:p>
          <a:r>
            <a:rPr lang="en-US" sz="2500" b="1" i="1" dirty="0">
              <a:solidFill>
                <a:schemeClr val="accent2">
                  <a:lumMod val="75000"/>
                </a:schemeClr>
              </a:solidFill>
            </a:rPr>
            <a:t>Most of the time, we want to avoid extremes. Our websites will serve both known-info seekers &amp; explorers</a:t>
          </a:r>
        </a:p>
      </dgm:t>
    </dgm:pt>
    <dgm:pt modelId="{6F5838AC-5118-4B66-B811-C8CCA4344096}" type="parTrans" cxnId="{D2D97F6C-7B87-425B-9561-A54D2065648D}">
      <dgm:prSet/>
      <dgm:spPr/>
      <dgm:t>
        <a:bodyPr/>
        <a:lstStyle/>
        <a:p>
          <a:endParaRPr lang="en-US"/>
        </a:p>
      </dgm:t>
    </dgm:pt>
    <dgm:pt modelId="{8A1FF0E5-6515-4A33-8880-D67F9703E845}" type="sibTrans" cxnId="{D2D97F6C-7B87-425B-9561-A54D2065648D}">
      <dgm:prSet/>
      <dgm:spPr/>
      <dgm:t>
        <a:bodyPr/>
        <a:lstStyle/>
        <a:p>
          <a:endParaRPr lang="en-US"/>
        </a:p>
      </dgm:t>
    </dgm:pt>
    <dgm:pt modelId="{1B04706D-457B-41D1-9169-C95074CA7316}">
      <dgm:prSet custT="1"/>
      <dgm:spPr/>
      <dgm:t>
        <a:bodyPr/>
        <a:lstStyle/>
        <a:p>
          <a:r>
            <a:rPr lang="en-US" sz="1900" b="1" dirty="0">
              <a:solidFill>
                <a:schemeClr val="accent5">
                  <a:lumMod val="75000"/>
                </a:schemeClr>
              </a:solidFill>
            </a:rPr>
            <a:t>Keep the nav precise; do the exploratory work inside the page </a:t>
          </a:r>
          <a:r>
            <a:rPr lang="en-US" sz="1900" dirty="0"/>
            <a:t>— Navigation labels should be literal and stable. Hub pages, descriptions, cards, &amp; cross-links handle discovery without polluting the hierarchy.</a:t>
          </a:r>
        </a:p>
      </dgm:t>
    </dgm:pt>
    <dgm:pt modelId="{F7C7F72A-CB07-4EB9-ACCD-F34D7A1B17A6}" type="parTrans" cxnId="{E5B4A3D9-7D63-4BB3-9533-3A1BE0B539A5}">
      <dgm:prSet/>
      <dgm:spPr/>
      <dgm:t>
        <a:bodyPr/>
        <a:lstStyle/>
        <a:p>
          <a:endParaRPr lang="en-US"/>
        </a:p>
      </dgm:t>
    </dgm:pt>
    <dgm:pt modelId="{1EDD97BE-6FBB-4489-9BC4-A06282AE8EC3}" type="sibTrans" cxnId="{E5B4A3D9-7D63-4BB3-9533-3A1BE0B539A5}">
      <dgm:prSet/>
      <dgm:spPr/>
      <dgm:t>
        <a:bodyPr/>
        <a:lstStyle/>
        <a:p>
          <a:endParaRPr lang="en-US"/>
        </a:p>
      </dgm:t>
    </dgm:pt>
    <dgm:pt modelId="{DC781688-B52C-42CD-AB47-C1110BBACEF7}">
      <dgm:prSet custT="1"/>
      <dgm:spPr/>
      <dgm:t>
        <a:bodyPr/>
        <a:lstStyle/>
        <a:p>
          <a:r>
            <a:rPr lang="en-US" sz="1900" b="1" dirty="0">
              <a:solidFill>
                <a:schemeClr val="accent5">
                  <a:lumMod val="75000"/>
                </a:schemeClr>
              </a:solidFill>
            </a:rPr>
            <a:t>Offer dual entry points on the homepage </a:t>
          </a:r>
          <a:r>
            <a:rPr lang="en-US" sz="1900" dirty="0"/>
            <a:t>— A direct pathway ("I know what I need") alongside a discovery pathway ("Show me what's here"). Neither should dominate.</a:t>
          </a:r>
        </a:p>
      </dgm:t>
    </dgm:pt>
    <dgm:pt modelId="{B01A91C1-337A-485E-B7D8-D09FDFADE423}" type="parTrans" cxnId="{4B9EAE81-43AA-4A14-9C05-91B655836231}">
      <dgm:prSet/>
      <dgm:spPr/>
      <dgm:t>
        <a:bodyPr/>
        <a:lstStyle/>
        <a:p>
          <a:endParaRPr lang="en-US"/>
        </a:p>
      </dgm:t>
    </dgm:pt>
    <dgm:pt modelId="{BFF3C8B5-0455-46F5-8EE9-91E9775491AA}" type="sibTrans" cxnId="{4B9EAE81-43AA-4A14-9C05-91B655836231}">
      <dgm:prSet/>
      <dgm:spPr/>
      <dgm:t>
        <a:bodyPr/>
        <a:lstStyle/>
        <a:p>
          <a:endParaRPr lang="en-US"/>
        </a:p>
      </dgm:t>
    </dgm:pt>
    <dgm:pt modelId="{2B9234BF-2B14-4249-B851-2F52A8CDC5D7}">
      <dgm:prSet custT="1"/>
      <dgm:spPr/>
      <dgm:t>
        <a:bodyPr/>
        <a:lstStyle/>
        <a:p>
          <a:r>
            <a:rPr lang="en-US" sz="1900" b="1" dirty="0">
              <a:solidFill>
                <a:schemeClr val="accent5">
                  <a:lumMod val="75000"/>
                </a:schemeClr>
              </a:solidFill>
            </a:rPr>
            <a:t>Progressive disclosure serves both modes at once</a:t>
          </a:r>
          <a:r>
            <a:rPr lang="en-US" sz="1900" dirty="0">
              <a:solidFill>
                <a:schemeClr val="accent5">
                  <a:lumMod val="75000"/>
                </a:schemeClr>
              </a:solidFill>
            </a:rPr>
            <a:t> </a:t>
          </a:r>
          <a:r>
            <a:rPr lang="en-US" sz="1900" dirty="0"/>
            <a:t>— Lead w/ a clear, scannable answer or summary (known-item users stop here), then follow w/ context, related content, &amp; deeper sections (explorers keep going).</a:t>
          </a:r>
        </a:p>
      </dgm:t>
    </dgm:pt>
    <dgm:pt modelId="{73A38366-E1C4-4489-9EFC-5B91AA6D0C02}" type="parTrans" cxnId="{6D47442B-673B-40E2-B685-4D8F87AE4009}">
      <dgm:prSet/>
      <dgm:spPr/>
      <dgm:t>
        <a:bodyPr/>
        <a:lstStyle/>
        <a:p>
          <a:endParaRPr lang="en-US"/>
        </a:p>
      </dgm:t>
    </dgm:pt>
    <dgm:pt modelId="{4648586C-1D33-4348-A91D-2223F94A0BA5}" type="sibTrans" cxnId="{6D47442B-673B-40E2-B685-4D8F87AE4009}">
      <dgm:prSet/>
      <dgm:spPr/>
      <dgm:t>
        <a:bodyPr/>
        <a:lstStyle/>
        <a:p>
          <a:endParaRPr lang="en-US"/>
        </a:p>
      </dgm:t>
    </dgm:pt>
    <dgm:pt modelId="{418B1DD2-D0F4-4F9C-BCCA-063629A03F23}">
      <dgm:prSet custT="1"/>
      <dgm:spPr/>
      <dgm:t>
        <a:bodyPr/>
        <a:lstStyle/>
        <a:p>
          <a:r>
            <a:rPr lang="en-US" sz="1900" b="1" dirty="0">
              <a:solidFill>
                <a:schemeClr val="accent5">
                  <a:lumMod val="75000"/>
                </a:schemeClr>
              </a:solidFill>
            </a:rPr>
            <a:t>Sub-labels beneath nav items </a:t>
          </a:r>
          <a:r>
            <a:rPr lang="en-US" sz="1900" dirty="0"/>
            <a:t>— A precise label ("Tuition &amp; Fees") plus a brief descriptor ("Deadlines, payment plans, fee schedules") gives known-item users the literal match they need &amp; explorers the context to orient.</a:t>
          </a:r>
        </a:p>
      </dgm:t>
    </dgm:pt>
    <dgm:pt modelId="{F3FCDC51-A353-493F-A21B-0D1EAD4C66DA}" type="parTrans" cxnId="{52D17451-8CD8-43E1-B86E-029909A6F5FA}">
      <dgm:prSet/>
      <dgm:spPr/>
      <dgm:t>
        <a:bodyPr/>
        <a:lstStyle/>
        <a:p>
          <a:endParaRPr lang="en-US"/>
        </a:p>
      </dgm:t>
    </dgm:pt>
    <dgm:pt modelId="{8D2531EC-CEE3-4DC8-BC62-689AED8E2986}" type="sibTrans" cxnId="{52D17451-8CD8-43E1-B86E-029909A6F5FA}">
      <dgm:prSet/>
      <dgm:spPr/>
      <dgm:t>
        <a:bodyPr/>
        <a:lstStyle/>
        <a:p>
          <a:endParaRPr lang="en-US"/>
        </a:p>
      </dgm:t>
    </dgm:pt>
    <dgm:pt modelId="{4A926DAC-7F10-426D-8768-5AF73F1A5941}">
      <dgm:prSet custT="1"/>
      <dgm:spPr/>
      <dgm:t>
        <a:bodyPr/>
        <a:lstStyle/>
        <a:p>
          <a:pPr>
            <a:buNone/>
          </a:pPr>
          <a:r>
            <a:rPr lang="en-US" sz="1900" b="1" dirty="0">
              <a:solidFill>
                <a:schemeClr val="accent5">
                  <a:lumMod val="75000"/>
                </a:schemeClr>
              </a:solidFill>
            </a:rPr>
            <a:t>Consistent page structure, main nav is best </a:t>
          </a:r>
          <a:r>
            <a:rPr lang="en-US" sz="1900" dirty="0"/>
            <a:t>— Predictable placement of nav, breadcrumbs, and landmarks helps returning users </a:t>
          </a:r>
          <a:r>
            <a:rPr lang="en-US" sz="1900" b="1" i="1" dirty="0" err="1"/>
            <a:t>refind</a:t>
          </a:r>
          <a:r>
            <a:rPr lang="en-US" sz="1900" dirty="0"/>
            <a:t> things and new users orient — both benefit equally.</a:t>
          </a:r>
        </a:p>
      </dgm:t>
    </dgm:pt>
    <dgm:pt modelId="{60E9ECE4-BE69-48B4-99FA-0903E07BAC9F}" type="parTrans" cxnId="{AEDBDAD7-F4CC-4D99-B9D5-207370CAFFB7}">
      <dgm:prSet/>
      <dgm:spPr/>
      <dgm:t>
        <a:bodyPr/>
        <a:lstStyle/>
        <a:p>
          <a:endParaRPr lang="en-US"/>
        </a:p>
      </dgm:t>
    </dgm:pt>
    <dgm:pt modelId="{60DDCD12-33EB-4F68-AAA5-FD21075153CE}" type="sibTrans" cxnId="{AEDBDAD7-F4CC-4D99-B9D5-207370CAFFB7}">
      <dgm:prSet/>
      <dgm:spPr/>
      <dgm:t>
        <a:bodyPr/>
        <a:lstStyle/>
        <a:p>
          <a:endParaRPr lang="en-US"/>
        </a:p>
      </dgm:t>
    </dgm:pt>
    <dgm:pt modelId="{4153B492-4636-4C74-9517-090BE8DE3157}" type="pres">
      <dgm:prSet presAssocID="{06C3A428-6DA2-4E80-A46A-067D483EE5C2}" presName="vert0" presStyleCnt="0">
        <dgm:presLayoutVars>
          <dgm:dir/>
          <dgm:animOne val="branch"/>
          <dgm:animLvl val="lvl"/>
        </dgm:presLayoutVars>
      </dgm:prSet>
      <dgm:spPr/>
    </dgm:pt>
    <dgm:pt modelId="{AE42C90C-1EDF-4132-9B14-DD7D794E78DD}" type="pres">
      <dgm:prSet presAssocID="{796A090C-7817-46F2-884B-6EC4530471EC}" presName="thickLine" presStyleLbl="alignNode1" presStyleIdx="0" presStyleCnt="1"/>
      <dgm:spPr/>
    </dgm:pt>
    <dgm:pt modelId="{020EC565-55A8-4805-A28B-C4EFA6F7A9BA}" type="pres">
      <dgm:prSet presAssocID="{796A090C-7817-46F2-884B-6EC4530471EC}" presName="horz1" presStyleCnt="0"/>
      <dgm:spPr/>
    </dgm:pt>
    <dgm:pt modelId="{E9179E95-1DF6-40D5-A0C6-6D7C4B968298}" type="pres">
      <dgm:prSet presAssocID="{796A090C-7817-46F2-884B-6EC4530471EC}" presName="tx1" presStyleLbl="revTx" presStyleIdx="0" presStyleCnt="6"/>
      <dgm:spPr/>
    </dgm:pt>
    <dgm:pt modelId="{0BE80B7E-1E00-48EE-9C31-90D1D3C29D6F}" type="pres">
      <dgm:prSet presAssocID="{796A090C-7817-46F2-884B-6EC4530471EC}" presName="vert1" presStyleCnt="0"/>
      <dgm:spPr/>
    </dgm:pt>
    <dgm:pt modelId="{64673765-E601-4674-BFFB-64DEFD4C02E5}" type="pres">
      <dgm:prSet presAssocID="{1B04706D-457B-41D1-9169-C95074CA7316}" presName="vertSpace2a" presStyleCnt="0"/>
      <dgm:spPr/>
    </dgm:pt>
    <dgm:pt modelId="{FE545C84-B795-4E23-B767-3D214EB5A240}" type="pres">
      <dgm:prSet presAssocID="{1B04706D-457B-41D1-9169-C95074CA7316}" presName="horz2" presStyleCnt="0"/>
      <dgm:spPr/>
    </dgm:pt>
    <dgm:pt modelId="{CD228C30-EC86-4A8B-9347-8D3775C7982F}" type="pres">
      <dgm:prSet presAssocID="{1B04706D-457B-41D1-9169-C95074CA7316}" presName="horzSpace2" presStyleCnt="0"/>
      <dgm:spPr/>
    </dgm:pt>
    <dgm:pt modelId="{199C02EE-DEC8-4750-A8BB-C51D80DE506D}" type="pres">
      <dgm:prSet presAssocID="{1B04706D-457B-41D1-9169-C95074CA7316}" presName="tx2" presStyleLbl="revTx" presStyleIdx="1" presStyleCnt="6"/>
      <dgm:spPr/>
    </dgm:pt>
    <dgm:pt modelId="{23D62A3E-A639-4B9A-A9DE-6FE03165449D}" type="pres">
      <dgm:prSet presAssocID="{1B04706D-457B-41D1-9169-C95074CA7316}" presName="vert2" presStyleCnt="0"/>
      <dgm:spPr/>
    </dgm:pt>
    <dgm:pt modelId="{7F84BF2C-8FB2-4CF5-9B57-318D5C5B34F6}" type="pres">
      <dgm:prSet presAssocID="{1B04706D-457B-41D1-9169-C95074CA7316}" presName="thinLine2b" presStyleLbl="callout" presStyleIdx="0" presStyleCnt="5"/>
      <dgm:spPr/>
    </dgm:pt>
    <dgm:pt modelId="{498F7992-2352-4F45-BBCC-2DD4993DD0C9}" type="pres">
      <dgm:prSet presAssocID="{1B04706D-457B-41D1-9169-C95074CA7316}" presName="vertSpace2b" presStyleCnt="0"/>
      <dgm:spPr/>
    </dgm:pt>
    <dgm:pt modelId="{331EA3BE-68DE-4C2D-9EDD-DB698267E733}" type="pres">
      <dgm:prSet presAssocID="{DC781688-B52C-42CD-AB47-C1110BBACEF7}" presName="horz2" presStyleCnt="0"/>
      <dgm:spPr/>
    </dgm:pt>
    <dgm:pt modelId="{4D98D7B5-1B3C-4792-847E-8EA54C57F2A0}" type="pres">
      <dgm:prSet presAssocID="{DC781688-B52C-42CD-AB47-C1110BBACEF7}" presName="horzSpace2" presStyleCnt="0"/>
      <dgm:spPr/>
    </dgm:pt>
    <dgm:pt modelId="{A9436C7E-E2A5-48A6-88C8-6C3B21AD7C24}" type="pres">
      <dgm:prSet presAssocID="{DC781688-B52C-42CD-AB47-C1110BBACEF7}" presName="tx2" presStyleLbl="revTx" presStyleIdx="2" presStyleCnt="6"/>
      <dgm:spPr/>
    </dgm:pt>
    <dgm:pt modelId="{EFE8D00A-FFEF-4104-9099-710F8CABB2EB}" type="pres">
      <dgm:prSet presAssocID="{DC781688-B52C-42CD-AB47-C1110BBACEF7}" presName="vert2" presStyleCnt="0"/>
      <dgm:spPr/>
    </dgm:pt>
    <dgm:pt modelId="{0959C976-026B-455F-9AC5-82C79C221CCB}" type="pres">
      <dgm:prSet presAssocID="{DC781688-B52C-42CD-AB47-C1110BBACEF7}" presName="thinLine2b" presStyleLbl="callout" presStyleIdx="1" presStyleCnt="5"/>
      <dgm:spPr/>
    </dgm:pt>
    <dgm:pt modelId="{B913733C-5509-4DEE-8DB0-1519948B9505}" type="pres">
      <dgm:prSet presAssocID="{DC781688-B52C-42CD-AB47-C1110BBACEF7}" presName="vertSpace2b" presStyleCnt="0"/>
      <dgm:spPr/>
    </dgm:pt>
    <dgm:pt modelId="{7E821ACB-FB93-40DB-A113-8660C7EDB067}" type="pres">
      <dgm:prSet presAssocID="{2B9234BF-2B14-4249-B851-2F52A8CDC5D7}" presName="horz2" presStyleCnt="0"/>
      <dgm:spPr/>
    </dgm:pt>
    <dgm:pt modelId="{91941F76-1CAD-40B2-AD80-237DCBAE2C27}" type="pres">
      <dgm:prSet presAssocID="{2B9234BF-2B14-4249-B851-2F52A8CDC5D7}" presName="horzSpace2" presStyleCnt="0"/>
      <dgm:spPr/>
    </dgm:pt>
    <dgm:pt modelId="{E1D3734C-F460-4FF7-8736-7D1DCA93BAED}" type="pres">
      <dgm:prSet presAssocID="{2B9234BF-2B14-4249-B851-2F52A8CDC5D7}" presName="tx2" presStyleLbl="revTx" presStyleIdx="3" presStyleCnt="6"/>
      <dgm:spPr/>
    </dgm:pt>
    <dgm:pt modelId="{F6026895-5ABD-4581-9D4C-84C06203C177}" type="pres">
      <dgm:prSet presAssocID="{2B9234BF-2B14-4249-B851-2F52A8CDC5D7}" presName="vert2" presStyleCnt="0"/>
      <dgm:spPr/>
    </dgm:pt>
    <dgm:pt modelId="{C3276E96-EB30-4580-9106-461598C1C1E7}" type="pres">
      <dgm:prSet presAssocID="{2B9234BF-2B14-4249-B851-2F52A8CDC5D7}" presName="thinLine2b" presStyleLbl="callout" presStyleIdx="2" presStyleCnt="5"/>
      <dgm:spPr/>
    </dgm:pt>
    <dgm:pt modelId="{F809B9DB-EF0A-4A3F-BDDF-7CEC2E5869F6}" type="pres">
      <dgm:prSet presAssocID="{2B9234BF-2B14-4249-B851-2F52A8CDC5D7}" presName="vertSpace2b" presStyleCnt="0"/>
      <dgm:spPr/>
    </dgm:pt>
    <dgm:pt modelId="{4A0EDA06-3713-44BF-AA48-6FD655BA5B94}" type="pres">
      <dgm:prSet presAssocID="{418B1DD2-D0F4-4F9C-BCCA-063629A03F23}" presName="horz2" presStyleCnt="0"/>
      <dgm:spPr/>
    </dgm:pt>
    <dgm:pt modelId="{2E82DB67-04A7-4B08-BF19-A5CB30992960}" type="pres">
      <dgm:prSet presAssocID="{418B1DD2-D0F4-4F9C-BCCA-063629A03F23}" presName="horzSpace2" presStyleCnt="0"/>
      <dgm:spPr/>
    </dgm:pt>
    <dgm:pt modelId="{9FFC7036-4E71-48C3-9920-C9E45EDFA657}" type="pres">
      <dgm:prSet presAssocID="{418B1DD2-D0F4-4F9C-BCCA-063629A03F23}" presName="tx2" presStyleLbl="revTx" presStyleIdx="4" presStyleCnt="6"/>
      <dgm:spPr/>
    </dgm:pt>
    <dgm:pt modelId="{7728BC0F-ECE1-4D9F-9180-0BF2DCFCD455}" type="pres">
      <dgm:prSet presAssocID="{418B1DD2-D0F4-4F9C-BCCA-063629A03F23}" presName="vert2" presStyleCnt="0"/>
      <dgm:spPr/>
    </dgm:pt>
    <dgm:pt modelId="{EF21FEA6-7038-4032-984F-052F90C4DADF}" type="pres">
      <dgm:prSet presAssocID="{418B1DD2-D0F4-4F9C-BCCA-063629A03F23}" presName="thinLine2b" presStyleLbl="callout" presStyleIdx="3" presStyleCnt="5"/>
      <dgm:spPr/>
    </dgm:pt>
    <dgm:pt modelId="{3CE4491C-5722-49A0-9702-C234B38E54AA}" type="pres">
      <dgm:prSet presAssocID="{418B1DD2-D0F4-4F9C-BCCA-063629A03F23}" presName="vertSpace2b" presStyleCnt="0"/>
      <dgm:spPr/>
    </dgm:pt>
    <dgm:pt modelId="{7ECD9166-E31B-407A-BE50-6B0AA5AB89F9}" type="pres">
      <dgm:prSet presAssocID="{4A926DAC-7F10-426D-8768-5AF73F1A5941}" presName="horz2" presStyleCnt="0"/>
      <dgm:spPr/>
    </dgm:pt>
    <dgm:pt modelId="{CAF60B64-78EA-46A0-B6D9-891B4955BE2A}" type="pres">
      <dgm:prSet presAssocID="{4A926DAC-7F10-426D-8768-5AF73F1A5941}" presName="horzSpace2" presStyleCnt="0"/>
      <dgm:spPr/>
    </dgm:pt>
    <dgm:pt modelId="{C8D7F805-408F-4A97-9EAE-5E8A04AADD14}" type="pres">
      <dgm:prSet presAssocID="{4A926DAC-7F10-426D-8768-5AF73F1A5941}" presName="tx2" presStyleLbl="revTx" presStyleIdx="5" presStyleCnt="6"/>
      <dgm:spPr/>
    </dgm:pt>
    <dgm:pt modelId="{FE39B465-54EE-4225-B70E-C93DB7C38994}" type="pres">
      <dgm:prSet presAssocID="{4A926DAC-7F10-426D-8768-5AF73F1A5941}" presName="vert2" presStyleCnt="0"/>
      <dgm:spPr/>
    </dgm:pt>
    <dgm:pt modelId="{832A5ACC-4C56-4248-8A0D-C5E79D60A139}" type="pres">
      <dgm:prSet presAssocID="{4A926DAC-7F10-426D-8768-5AF73F1A5941}" presName="thinLine2b" presStyleLbl="callout" presStyleIdx="4" presStyleCnt="5"/>
      <dgm:spPr/>
    </dgm:pt>
    <dgm:pt modelId="{C3B1E55D-855E-48C8-A70B-F3E70D0D18A6}" type="pres">
      <dgm:prSet presAssocID="{4A926DAC-7F10-426D-8768-5AF73F1A5941}" presName="vertSpace2b" presStyleCnt="0"/>
      <dgm:spPr/>
    </dgm:pt>
  </dgm:ptLst>
  <dgm:cxnLst>
    <dgm:cxn modelId="{57797C16-3F10-41C1-B139-034B9A000293}" type="presOf" srcId="{1B04706D-457B-41D1-9169-C95074CA7316}" destId="{199C02EE-DEC8-4750-A8BB-C51D80DE506D}" srcOrd="0" destOrd="0" presId="urn:microsoft.com/office/officeart/2008/layout/LinedList"/>
    <dgm:cxn modelId="{7D0D3427-9DA6-447F-ACE2-8AB528147EA7}" type="presOf" srcId="{DC781688-B52C-42CD-AB47-C1110BBACEF7}" destId="{A9436C7E-E2A5-48A6-88C8-6C3B21AD7C24}" srcOrd="0" destOrd="0" presId="urn:microsoft.com/office/officeart/2008/layout/LinedList"/>
    <dgm:cxn modelId="{6D47442B-673B-40E2-B685-4D8F87AE4009}" srcId="{796A090C-7817-46F2-884B-6EC4530471EC}" destId="{2B9234BF-2B14-4249-B851-2F52A8CDC5D7}" srcOrd="2" destOrd="0" parTransId="{73A38366-E1C4-4489-9EFC-5B91AA6D0C02}" sibTransId="{4648586C-1D33-4348-A91D-2223F94A0BA5}"/>
    <dgm:cxn modelId="{C03AF040-551E-4F85-AA60-7717529745C3}" type="presOf" srcId="{4A926DAC-7F10-426D-8768-5AF73F1A5941}" destId="{C8D7F805-408F-4A97-9EAE-5E8A04AADD14}" srcOrd="0" destOrd="0" presId="urn:microsoft.com/office/officeart/2008/layout/LinedList"/>
    <dgm:cxn modelId="{DDB61560-8291-4625-969B-004AB14B4CD8}" type="presOf" srcId="{796A090C-7817-46F2-884B-6EC4530471EC}" destId="{E9179E95-1DF6-40D5-A0C6-6D7C4B968298}" srcOrd="0" destOrd="0" presId="urn:microsoft.com/office/officeart/2008/layout/LinedList"/>
    <dgm:cxn modelId="{D2D97F6C-7B87-425B-9561-A54D2065648D}" srcId="{06C3A428-6DA2-4E80-A46A-067D483EE5C2}" destId="{796A090C-7817-46F2-884B-6EC4530471EC}" srcOrd="0" destOrd="0" parTransId="{6F5838AC-5118-4B66-B811-C8CCA4344096}" sibTransId="{8A1FF0E5-6515-4A33-8880-D67F9703E845}"/>
    <dgm:cxn modelId="{52D17451-8CD8-43E1-B86E-029909A6F5FA}" srcId="{796A090C-7817-46F2-884B-6EC4530471EC}" destId="{418B1DD2-D0F4-4F9C-BCCA-063629A03F23}" srcOrd="3" destOrd="0" parTransId="{F3FCDC51-A353-493F-A21B-0D1EAD4C66DA}" sibTransId="{8D2531EC-CEE3-4DC8-BC62-689AED8E2986}"/>
    <dgm:cxn modelId="{4B9EAE81-43AA-4A14-9C05-91B655836231}" srcId="{796A090C-7817-46F2-884B-6EC4530471EC}" destId="{DC781688-B52C-42CD-AB47-C1110BBACEF7}" srcOrd="1" destOrd="0" parTransId="{B01A91C1-337A-485E-B7D8-D09FDFADE423}" sibTransId="{BFF3C8B5-0455-46F5-8EE9-91E9775491AA}"/>
    <dgm:cxn modelId="{3A7B72B7-3C5B-424E-87FE-967B065AD893}" type="presOf" srcId="{06C3A428-6DA2-4E80-A46A-067D483EE5C2}" destId="{4153B492-4636-4C74-9517-090BE8DE3157}" srcOrd="0" destOrd="0" presId="urn:microsoft.com/office/officeart/2008/layout/LinedList"/>
    <dgm:cxn modelId="{964995C6-ECD1-43A7-8B66-C14F2B82AF7F}" type="presOf" srcId="{418B1DD2-D0F4-4F9C-BCCA-063629A03F23}" destId="{9FFC7036-4E71-48C3-9920-C9E45EDFA657}" srcOrd="0" destOrd="0" presId="urn:microsoft.com/office/officeart/2008/layout/LinedList"/>
    <dgm:cxn modelId="{AEDBDAD7-F4CC-4D99-B9D5-207370CAFFB7}" srcId="{796A090C-7817-46F2-884B-6EC4530471EC}" destId="{4A926DAC-7F10-426D-8768-5AF73F1A5941}" srcOrd="4" destOrd="0" parTransId="{60E9ECE4-BE69-48B4-99FA-0903E07BAC9F}" sibTransId="{60DDCD12-33EB-4F68-AAA5-FD21075153CE}"/>
    <dgm:cxn modelId="{E5B4A3D9-7D63-4BB3-9533-3A1BE0B539A5}" srcId="{796A090C-7817-46F2-884B-6EC4530471EC}" destId="{1B04706D-457B-41D1-9169-C95074CA7316}" srcOrd="0" destOrd="0" parTransId="{F7C7F72A-CB07-4EB9-ACCD-F34D7A1B17A6}" sibTransId="{1EDD97BE-6FBB-4489-9BC4-A06282AE8EC3}"/>
    <dgm:cxn modelId="{EC68ACF4-33B1-4B3B-B96E-80C471310362}" type="presOf" srcId="{2B9234BF-2B14-4249-B851-2F52A8CDC5D7}" destId="{E1D3734C-F460-4FF7-8736-7D1DCA93BAED}" srcOrd="0" destOrd="0" presId="urn:microsoft.com/office/officeart/2008/layout/LinedList"/>
    <dgm:cxn modelId="{39B06DCE-3702-4EF2-8A3E-4EC1A6A43346}" type="presParOf" srcId="{4153B492-4636-4C74-9517-090BE8DE3157}" destId="{AE42C90C-1EDF-4132-9B14-DD7D794E78DD}" srcOrd="0" destOrd="0" presId="urn:microsoft.com/office/officeart/2008/layout/LinedList"/>
    <dgm:cxn modelId="{F38696AD-D2D4-4629-9CC0-2B218B2F156B}" type="presParOf" srcId="{4153B492-4636-4C74-9517-090BE8DE3157}" destId="{020EC565-55A8-4805-A28B-C4EFA6F7A9BA}" srcOrd="1" destOrd="0" presId="urn:microsoft.com/office/officeart/2008/layout/LinedList"/>
    <dgm:cxn modelId="{09E642E4-7D99-4792-825C-67476A3E4E06}" type="presParOf" srcId="{020EC565-55A8-4805-A28B-C4EFA6F7A9BA}" destId="{E9179E95-1DF6-40D5-A0C6-6D7C4B968298}" srcOrd="0" destOrd="0" presId="urn:microsoft.com/office/officeart/2008/layout/LinedList"/>
    <dgm:cxn modelId="{370EC01D-D8AB-4715-9F00-0928E5FF8FB5}" type="presParOf" srcId="{020EC565-55A8-4805-A28B-C4EFA6F7A9BA}" destId="{0BE80B7E-1E00-48EE-9C31-90D1D3C29D6F}" srcOrd="1" destOrd="0" presId="urn:microsoft.com/office/officeart/2008/layout/LinedList"/>
    <dgm:cxn modelId="{FD43AF13-CBEF-4B97-82BF-5EFC749CE9DF}" type="presParOf" srcId="{0BE80B7E-1E00-48EE-9C31-90D1D3C29D6F}" destId="{64673765-E601-4674-BFFB-64DEFD4C02E5}" srcOrd="0" destOrd="0" presId="urn:microsoft.com/office/officeart/2008/layout/LinedList"/>
    <dgm:cxn modelId="{BD3F9EC6-8BD5-4345-9D84-B78F83371FA9}" type="presParOf" srcId="{0BE80B7E-1E00-48EE-9C31-90D1D3C29D6F}" destId="{FE545C84-B795-4E23-B767-3D214EB5A240}" srcOrd="1" destOrd="0" presId="urn:microsoft.com/office/officeart/2008/layout/LinedList"/>
    <dgm:cxn modelId="{C92076B3-00ED-4237-9C90-61D29EEB9143}" type="presParOf" srcId="{FE545C84-B795-4E23-B767-3D214EB5A240}" destId="{CD228C30-EC86-4A8B-9347-8D3775C7982F}" srcOrd="0" destOrd="0" presId="urn:microsoft.com/office/officeart/2008/layout/LinedList"/>
    <dgm:cxn modelId="{EA1076F6-C9F1-47E1-939C-48ED6A8EB747}" type="presParOf" srcId="{FE545C84-B795-4E23-B767-3D214EB5A240}" destId="{199C02EE-DEC8-4750-A8BB-C51D80DE506D}" srcOrd="1" destOrd="0" presId="urn:microsoft.com/office/officeart/2008/layout/LinedList"/>
    <dgm:cxn modelId="{FAAB9FD6-6E4D-4499-A1E4-0E5371712286}" type="presParOf" srcId="{FE545C84-B795-4E23-B767-3D214EB5A240}" destId="{23D62A3E-A639-4B9A-A9DE-6FE03165449D}" srcOrd="2" destOrd="0" presId="urn:microsoft.com/office/officeart/2008/layout/LinedList"/>
    <dgm:cxn modelId="{03AFE420-3528-4F9C-987C-6CD496E3582E}" type="presParOf" srcId="{0BE80B7E-1E00-48EE-9C31-90D1D3C29D6F}" destId="{7F84BF2C-8FB2-4CF5-9B57-318D5C5B34F6}" srcOrd="2" destOrd="0" presId="urn:microsoft.com/office/officeart/2008/layout/LinedList"/>
    <dgm:cxn modelId="{F4F41706-7584-4565-AB25-EF964FD55427}" type="presParOf" srcId="{0BE80B7E-1E00-48EE-9C31-90D1D3C29D6F}" destId="{498F7992-2352-4F45-BBCC-2DD4993DD0C9}" srcOrd="3" destOrd="0" presId="urn:microsoft.com/office/officeart/2008/layout/LinedList"/>
    <dgm:cxn modelId="{D3390604-AD25-4B7A-9F8A-B352A36A9A3B}" type="presParOf" srcId="{0BE80B7E-1E00-48EE-9C31-90D1D3C29D6F}" destId="{331EA3BE-68DE-4C2D-9EDD-DB698267E733}" srcOrd="4" destOrd="0" presId="urn:microsoft.com/office/officeart/2008/layout/LinedList"/>
    <dgm:cxn modelId="{406A9D8C-D1F0-4684-B78A-0480A54580AE}" type="presParOf" srcId="{331EA3BE-68DE-4C2D-9EDD-DB698267E733}" destId="{4D98D7B5-1B3C-4792-847E-8EA54C57F2A0}" srcOrd="0" destOrd="0" presId="urn:microsoft.com/office/officeart/2008/layout/LinedList"/>
    <dgm:cxn modelId="{66F0B7AB-FEA1-4737-9DCF-B5088886924F}" type="presParOf" srcId="{331EA3BE-68DE-4C2D-9EDD-DB698267E733}" destId="{A9436C7E-E2A5-48A6-88C8-6C3B21AD7C24}" srcOrd="1" destOrd="0" presId="urn:microsoft.com/office/officeart/2008/layout/LinedList"/>
    <dgm:cxn modelId="{3A252C05-16C5-46EF-B6A2-B4000BD01E31}" type="presParOf" srcId="{331EA3BE-68DE-4C2D-9EDD-DB698267E733}" destId="{EFE8D00A-FFEF-4104-9099-710F8CABB2EB}" srcOrd="2" destOrd="0" presId="urn:microsoft.com/office/officeart/2008/layout/LinedList"/>
    <dgm:cxn modelId="{4F41971F-5750-492C-A9F9-573928F77CFF}" type="presParOf" srcId="{0BE80B7E-1E00-48EE-9C31-90D1D3C29D6F}" destId="{0959C976-026B-455F-9AC5-82C79C221CCB}" srcOrd="5" destOrd="0" presId="urn:microsoft.com/office/officeart/2008/layout/LinedList"/>
    <dgm:cxn modelId="{CFCAABAB-233D-4ABF-857C-720625E67E80}" type="presParOf" srcId="{0BE80B7E-1E00-48EE-9C31-90D1D3C29D6F}" destId="{B913733C-5509-4DEE-8DB0-1519948B9505}" srcOrd="6" destOrd="0" presId="urn:microsoft.com/office/officeart/2008/layout/LinedList"/>
    <dgm:cxn modelId="{ED425F78-82D5-43B3-9F05-01521D6627B8}" type="presParOf" srcId="{0BE80B7E-1E00-48EE-9C31-90D1D3C29D6F}" destId="{7E821ACB-FB93-40DB-A113-8660C7EDB067}" srcOrd="7" destOrd="0" presId="urn:microsoft.com/office/officeart/2008/layout/LinedList"/>
    <dgm:cxn modelId="{FA3ABAAB-8A22-4BB0-9408-7B6BCDDDE95D}" type="presParOf" srcId="{7E821ACB-FB93-40DB-A113-8660C7EDB067}" destId="{91941F76-1CAD-40B2-AD80-237DCBAE2C27}" srcOrd="0" destOrd="0" presId="urn:microsoft.com/office/officeart/2008/layout/LinedList"/>
    <dgm:cxn modelId="{A29E84FC-4863-4F8F-AFA5-522494A8AD79}" type="presParOf" srcId="{7E821ACB-FB93-40DB-A113-8660C7EDB067}" destId="{E1D3734C-F460-4FF7-8736-7D1DCA93BAED}" srcOrd="1" destOrd="0" presId="urn:microsoft.com/office/officeart/2008/layout/LinedList"/>
    <dgm:cxn modelId="{54761E67-F06E-4722-8EEE-6B10AEF84570}" type="presParOf" srcId="{7E821ACB-FB93-40DB-A113-8660C7EDB067}" destId="{F6026895-5ABD-4581-9D4C-84C06203C177}" srcOrd="2" destOrd="0" presId="urn:microsoft.com/office/officeart/2008/layout/LinedList"/>
    <dgm:cxn modelId="{0FBBA56C-6FE2-4007-B19C-202E9B5A880A}" type="presParOf" srcId="{0BE80B7E-1E00-48EE-9C31-90D1D3C29D6F}" destId="{C3276E96-EB30-4580-9106-461598C1C1E7}" srcOrd="8" destOrd="0" presId="urn:microsoft.com/office/officeart/2008/layout/LinedList"/>
    <dgm:cxn modelId="{BBDF0398-6617-4BC0-B628-F365E5BAAC30}" type="presParOf" srcId="{0BE80B7E-1E00-48EE-9C31-90D1D3C29D6F}" destId="{F809B9DB-EF0A-4A3F-BDDF-7CEC2E5869F6}" srcOrd="9" destOrd="0" presId="urn:microsoft.com/office/officeart/2008/layout/LinedList"/>
    <dgm:cxn modelId="{44865A86-8638-4863-8D89-9A0D847BD1AF}" type="presParOf" srcId="{0BE80B7E-1E00-48EE-9C31-90D1D3C29D6F}" destId="{4A0EDA06-3713-44BF-AA48-6FD655BA5B94}" srcOrd="10" destOrd="0" presId="urn:microsoft.com/office/officeart/2008/layout/LinedList"/>
    <dgm:cxn modelId="{55D097F6-D755-49B7-AF79-D8E770B4B9C4}" type="presParOf" srcId="{4A0EDA06-3713-44BF-AA48-6FD655BA5B94}" destId="{2E82DB67-04A7-4B08-BF19-A5CB30992960}" srcOrd="0" destOrd="0" presId="urn:microsoft.com/office/officeart/2008/layout/LinedList"/>
    <dgm:cxn modelId="{730143AD-1D46-4C55-809B-DD73CD3DC4A8}" type="presParOf" srcId="{4A0EDA06-3713-44BF-AA48-6FD655BA5B94}" destId="{9FFC7036-4E71-48C3-9920-C9E45EDFA657}" srcOrd="1" destOrd="0" presId="urn:microsoft.com/office/officeart/2008/layout/LinedList"/>
    <dgm:cxn modelId="{D04B92EE-1DF3-4533-9F37-8A948166E38A}" type="presParOf" srcId="{4A0EDA06-3713-44BF-AA48-6FD655BA5B94}" destId="{7728BC0F-ECE1-4D9F-9180-0BF2DCFCD455}" srcOrd="2" destOrd="0" presId="urn:microsoft.com/office/officeart/2008/layout/LinedList"/>
    <dgm:cxn modelId="{0009F060-6192-457E-9B07-FBC07742303D}" type="presParOf" srcId="{0BE80B7E-1E00-48EE-9C31-90D1D3C29D6F}" destId="{EF21FEA6-7038-4032-984F-052F90C4DADF}" srcOrd="11" destOrd="0" presId="urn:microsoft.com/office/officeart/2008/layout/LinedList"/>
    <dgm:cxn modelId="{4B0E3D7D-5C82-44F9-9A27-C7900F30A4CA}" type="presParOf" srcId="{0BE80B7E-1E00-48EE-9C31-90D1D3C29D6F}" destId="{3CE4491C-5722-49A0-9702-C234B38E54AA}" srcOrd="12" destOrd="0" presId="urn:microsoft.com/office/officeart/2008/layout/LinedList"/>
    <dgm:cxn modelId="{6BF7652C-B4FA-4491-851E-1DA7C692284A}" type="presParOf" srcId="{0BE80B7E-1E00-48EE-9C31-90D1D3C29D6F}" destId="{7ECD9166-E31B-407A-BE50-6B0AA5AB89F9}" srcOrd="13" destOrd="0" presId="urn:microsoft.com/office/officeart/2008/layout/LinedList"/>
    <dgm:cxn modelId="{67699ABD-C286-4740-9731-23EDA369CD62}" type="presParOf" srcId="{7ECD9166-E31B-407A-BE50-6B0AA5AB89F9}" destId="{CAF60B64-78EA-46A0-B6D9-891B4955BE2A}" srcOrd="0" destOrd="0" presId="urn:microsoft.com/office/officeart/2008/layout/LinedList"/>
    <dgm:cxn modelId="{A61B0E60-5398-4047-AF98-E6F3716FB6F5}" type="presParOf" srcId="{7ECD9166-E31B-407A-BE50-6B0AA5AB89F9}" destId="{C8D7F805-408F-4A97-9EAE-5E8A04AADD14}" srcOrd="1" destOrd="0" presId="urn:microsoft.com/office/officeart/2008/layout/LinedList"/>
    <dgm:cxn modelId="{0622D780-CFA5-4BD6-87FF-35DE3CAA9F51}" type="presParOf" srcId="{7ECD9166-E31B-407A-BE50-6B0AA5AB89F9}" destId="{FE39B465-54EE-4225-B70E-C93DB7C38994}" srcOrd="2" destOrd="0" presId="urn:microsoft.com/office/officeart/2008/layout/LinedList"/>
    <dgm:cxn modelId="{BA45A06C-84C2-42C5-AE6B-0777D152F0EC}" type="presParOf" srcId="{0BE80B7E-1E00-48EE-9C31-90D1D3C29D6F}" destId="{832A5ACC-4C56-4248-8A0D-C5E79D60A139}" srcOrd="14" destOrd="0" presId="urn:microsoft.com/office/officeart/2008/layout/LinedList"/>
    <dgm:cxn modelId="{C8F3DEB1-55E2-405F-AE9F-F5F862DB9A3D}" type="presParOf" srcId="{0BE80B7E-1E00-48EE-9C31-90D1D3C29D6F}" destId="{C3B1E55D-855E-48C8-A70B-F3E70D0D18A6}" srcOrd="15" destOrd="0" presId="urn:microsoft.com/office/officeart/2008/layout/Lin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EECB993-FA9D-4CC2-8E97-69FE4A386378}">
      <dsp:nvSpPr>
        <dsp:cNvPr id="0" name=""/>
        <dsp:cNvSpPr/>
      </dsp:nvSpPr>
      <dsp:spPr>
        <a:xfrm>
          <a:off x="0" y="523"/>
          <a:ext cx="8178800" cy="1225250"/>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69D5CE03-09BA-41CA-BFFD-B5A96179856A}">
      <dsp:nvSpPr>
        <dsp:cNvPr id="0" name=""/>
        <dsp:cNvSpPr/>
      </dsp:nvSpPr>
      <dsp:spPr>
        <a:xfrm>
          <a:off x="370638" y="276205"/>
          <a:ext cx="673887" cy="673887"/>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1AF1FCE-4AF7-413E-BF88-D005D0DB09FF}">
      <dsp:nvSpPr>
        <dsp:cNvPr id="0" name=""/>
        <dsp:cNvSpPr/>
      </dsp:nvSpPr>
      <dsp:spPr>
        <a:xfrm>
          <a:off x="1415164" y="523"/>
          <a:ext cx="6763635" cy="12252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9672" tIns="129672" rIns="129672" bIns="129672" numCol="1" spcCol="1270" anchor="ctr" anchorCtr="0">
          <a:noAutofit/>
        </a:bodyPr>
        <a:lstStyle/>
        <a:p>
          <a:pPr marL="0" lvl="0" indent="0" algn="l" defTabSz="889000">
            <a:lnSpc>
              <a:spcPct val="100000"/>
            </a:lnSpc>
            <a:spcBef>
              <a:spcPct val="0"/>
            </a:spcBef>
            <a:spcAft>
              <a:spcPct val="35000"/>
            </a:spcAft>
            <a:buNone/>
          </a:pPr>
          <a:r>
            <a:rPr lang="en-US" sz="2000" b="1" kern="1200"/>
            <a:t>Known‑item seeking </a:t>
          </a:r>
          <a:r>
            <a:rPr lang="en-US" sz="2000" kern="1200"/>
            <a:t>– Users are hunting for a single, definitive answer, such as “Which U.S. state has the highest per‑capita income?”</a:t>
          </a:r>
          <a:endParaRPr lang="en-US" sz="2000" kern="1200">
            <a:latin typeface="Avenir"/>
          </a:endParaRPr>
        </a:p>
      </dsp:txBody>
      <dsp:txXfrm>
        <a:off x="1415164" y="523"/>
        <a:ext cx="6763635" cy="1225250"/>
      </dsp:txXfrm>
    </dsp:sp>
    <dsp:sp modelId="{3627CD18-2859-4F7E-A68B-1044F8692D82}">
      <dsp:nvSpPr>
        <dsp:cNvPr id="0" name=""/>
        <dsp:cNvSpPr/>
      </dsp:nvSpPr>
      <dsp:spPr>
        <a:xfrm>
          <a:off x="0" y="1532087"/>
          <a:ext cx="8178800" cy="1225250"/>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A727145-9CD1-411A-9EFF-2C6EA61D1D14}">
      <dsp:nvSpPr>
        <dsp:cNvPr id="0" name=""/>
        <dsp:cNvSpPr/>
      </dsp:nvSpPr>
      <dsp:spPr>
        <a:xfrm>
          <a:off x="370638" y="1807768"/>
          <a:ext cx="673887" cy="673887"/>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0F649CE-6095-43A8-9319-2B8E490F1379}">
      <dsp:nvSpPr>
        <dsp:cNvPr id="0" name=""/>
        <dsp:cNvSpPr/>
      </dsp:nvSpPr>
      <dsp:spPr>
        <a:xfrm>
          <a:off x="1415164" y="1532087"/>
          <a:ext cx="6763635" cy="12252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9672" tIns="129672" rIns="129672" bIns="129672" numCol="1" spcCol="1270" anchor="ctr" anchorCtr="0">
          <a:noAutofit/>
        </a:bodyPr>
        <a:lstStyle/>
        <a:p>
          <a:pPr marL="0" lvl="0" indent="0" algn="l" defTabSz="889000">
            <a:lnSpc>
              <a:spcPct val="100000"/>
            </a:lnSpc>
            <a:spcBef>
              <a:spcPct val="0"/>
            </a:spcBef>
            <a:spcAft>
              <a:spcPct val="35000"/>
            </a:spcAft>
            <a:buNone/>
          </a:pPr>
          <a:r>
            <a:rPr lang="en-US" sz="2000" b="1" kern="1200"/>
            <a:t>Exploratory seeking </a:t>
          </a:r>
          <a:r>
            <a:rPr lang="en-US" sz="2000" kern="1200"/>
            <a:t>– Users want quick, actionable information to meet an immediate need, like “Where can I find a quiet beach to visit this weekend?”</a:t>
          </a:r>
          <a:endParaRPr lang="en-US" sz="2000" kern="1200">
            <a:latin typeface="Avenir"/>
          </a:endParaRPr>
        </a:p>
      </dsp:txBody>
      <dsp:txXfrm>
        <a:off x="1415164" y="1532087"/>
        <a:ext cx="6763635" cy="1225250"/>
      </dsp:txXfrm>
    </dsp:sp>
    <dsp:sp modelId="{889A2C20-B17E-47D3-9ADC-42DE25D6B401}">
      <dsp:nvSpPr>
        <dsp:cNvPr id="0" name=""/>
        <dsp:cNvSpPr/>
      </dsp:nvSpPr>
      <dsp:spPr>
        <a:xfrm>
          <a:off x="0" y="3064174"/>
          <a:ext cx="8178800" cy="1225250"/>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B17899E-0100-42B8-9510-DA90B064C243}">
      <dsp:nvSpPr>
        <dsp:cNvPr id="0" name=""/>
        <dsp:cNvSpPr/>
      </dsp:nvSpPr>
      <dsp:spPr>
        <a:xfrm>
          <a:off x="370638" y="3339332"/>
          <a:ext cx="673887" cy="673887"/>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93AFC20-56EB-4C18-87C0-98B1B97C09A0}">
      <dsp:nvSpPr>
        <dsp:cNvPr id="0" name=""/>
        <dsp:cNvSpPr/>
      </dsp:nvSpPr>
      <dsp:spPr>
        <a:xfrm>
          <a:off x="1415164" y="3063650"/>
          <a:ext cx="6763635" cy="12252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9672" tIns="129672" rIns="129672" bIns="129672" numCol="1" spcCol="1270" anchor="ctr" anchorCtr="0">
          <a:noAutofit/>
        </a:bodyPr>
        <a:lstStyle/>
        <a:p>
          <a:pPr marL="0" lvl="0" indent="0" algn="l" defTabSz="889000">
            <a:lnSpc>
              <a:spcPct val="100000"/>
            </a:lnSpc>
            <a:spcBef>
              <a:spcPct val="0"/>
            </a:spcBef>
            <a:spcAft>
              <a:spcPct val="35000"/>
            </a:spcAft>
            <a:buNone/>
          </a:pPr>
          <a:r>
            <a:rPr lang="en-US" sz="2000" b="1" kern="1200" dirty="0" err="1"/>
            <a:t>Refinding</a:t>
          </a:r>
          <a:r>
            <a:rPr lang="en-US" sz="2000" kern="1200" dirty="0"/>
            <a:t> – Users need to retrieve the same or a closely related piece of information again, for example “What are the latest travel advisories for Thailand?”</a:t>
          </a:r>
          <a:endParaRPr lang="en-US" sz="2000" kern="1200" dirty="0">
            <a:latin typeface="Avenir"/>
          </a:endParaRPr>
        </a:p>
      </dsp:txBody>
      <dsp:txXfrm>
        <a:off x="1415164" y="3063650"/>
        <a:ext cx="6763635" cy="122525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EECB993-FA9D-4CC2-8E97-69FE4A386378}">
      <dsp:nvSpPr>
        <dsp:cNvPr id="0" name=""/>
        <dsp:cNvSpPr/>
      </dsp:nvSpPr>
      <dsp:spPr>
        <a:xfrm>
          <a:off x="0" y="3755"/>
          <a:ext cx="8178800" cy="1237360"/>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69D5CE03-09BA-41CA-BFFD-B5A96179856A}">
      <dsp:nvSpPr>
        <dsp:cNvPr id="0" name=""/>
        <dsp:cNvSpPr/>
      </dsp:nvSpPr>
      <dsp:spPr>
        <a:xfrm>
          <a:off x="374301" y="282161"/>
          <a:ext cx="681213" cy="680548"/>
        </a:xfrm>
        <a:prstGeom prst="rect">
          <a:avLst/>
        </a:prstGeom>
        <a:blipFill>
          <a:blip xmlns:r="http://schemas.openxmlformats.org/officeDocument/2006/relationships" r:embed="rId1">
            <a:extLst>
              <a:ext uri="{96DAC541-7B7A-43D3-8B79-37D633B846F1}">
                <asvg:svgBlip xmlns:asvg="http://schemas.microsoft.com/office/drawing/2016/SVG/main" r:embed="rId2"/>
              </a:ext>
            </a:extLst>
          </a:blip>
          <a:srcRect/>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1AF1FCE-4AF7-413E-BF88-D005D0DB09FF}">
      <dsp:nvSpPr>
        <dsp:cNvPr id="0" name=""/>
        <dsp:cNvSpPr/>
      </dsp:nvSpPr>
      <dsp:spPr>
        <a:xfrm>
          <a:off x="1429816" y="3755"/>
          <a:ext cx="6654625" cy="123857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082" tIns="131082" rIns="131082" bIns="131082" numCol="1" spcCol="1270" anchor="ctr" anchorCtr="0">
          <a:noAutofit/>
        </a:bodyPr>
        <a:lstStyle/>
        <a:p>
          <a:pPr marL="0" lvl="0" indent="0" algn="l" defTabSz="933450">
            <a:lnSpc>
              <a:spcPct val="100000"/>
            </a:lnSpc>
            <a:spcBef>
              <a:spcPct val="0"/>
            </a:spcBef>
            <a:spcAft>
              <a:spcPct val="35000"/>
            </a:spcAft>
            <a:buNone/>
          </a:pPr>
          <a:r>
            <a:rPr lang="en-US" sz="2100" b="1" kern="1200" dirty="0"/>
            <a:t>Labels &amp; naming</a:t>
          </a:r>
        </a:p>
        <a:p>
          <a:pPr marL="0" lvl="0" indent="0" algn="l" defTabSz="933450">
            <a:lnSpc>
              <a:spcPct val="100000"/>
            </a:lnSpc>
            <a:spcBef>
              <a:spcPct val="0"/>
            </a:spcBef>
            <a:spcAft>
              <a:spcPct val="35000"/>
            </a:spcAft>
            <a:buNone/>
          </a:pPr>
          <a:r>
            <a:rPr lang="en-US" altLang="en-US" sz="2100" kern="1200" dirty="0"/>
            <a:t>What are things called?  Be consistent to avoid confusion. </a:t>
          </a:r>
          <a:endParaRPr lang="en-US" sz="2100" b="1" kern="1200" dirty="0"/>
        </a:p>
      </dsp:txBody>
      <dsp:txXfrm>
        <a:off x="1429816" y="3755"/>
        <a:ext cx="6654625" cy="1238570"/>
      </dsp:txXfrm>
    </dsp:sp>
    <dsp:sp modelId="{3627CD18-2859-4F7E-A68B-1044F8692D82}">
      <dsp:nvSpPr>
        <dsp:cNvPr id="0" name=""/>
        <dsp:cNvSpPr/>
      </dsp:nvSpPr>
      <dsp:spPr>
        <a:xfrm>
          <a:off x="0" y="1525427"/>
          <a:ext cx="8178800" cy="1237360"/>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A727145-9CD1-411A-9EFF-2C6EA61D1D14}">
      <dsp:nvSpPr>
        <dsp:cNvPr id="0" name=""/>
        <dsp:cNvSpPr/>
      </dsp:nvSpPr>
      <dsp:spPr>
        <a:xfrm>
          <a:off x="374301" y="1803833"/>
          <a:ext cx="681213" cy="680548"/>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0F649CE-6095-43A8-9319-2B8E490F1379}">
      <dsp:nvSpPr>
        <dsp:cNvPr id="0" name=""/>
        <dsp:cNvSpPr/>
      </dsp:nvSpPr>
      <dsp:spPr>
        <a:xfrm>
          <a:off x="1429816" y="1525427"/>
          <a:ext cx="6654625" cy="123857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082" tIns="131082" rIns="131082" bIns="131082" numCol="1" spcCol="1270" anchor="ctr" anchorCtr="0">
          <a:noAutofit/>
        </a:bodyPr>
        <a:lstStyle/>
        <a:p>
          <a:pPr marL="0" lvl="0" indent="0" algn="l" defTabSz="933450">
            <a:lnSpc>
              <a:spcPct val="100000"/>
            </a:lnSpc>
            <a:spcBef>
              <a:spcPct val="0"/>
            </a:spcBef>
            <a:spcAft>
              <a:spcPct val="35000"/>
            </a:spcAft>
            <a:buNone/>
          </a:pPr>
          <a:r>
            <a:rPr lang="en-US" sz="2100" b="1" kern="1200" dirty="0"/>
            <a:t>Structure of content</a:t>
          </a:r>
        </a:p>
        <a:p>
          <a:pPr marL="0" lvl="0" indent="0" algn="l" defTabSz="933450">
            <a:lnSpc>
              <a:spcPct val="100000"/>
            </a:lnSpc>
            <a:spcBef>
              <a:spcPct val="0"/>
            </a:spcBef>
            <a:spcAft>
              <a:spcPct val="35000"/>
            </a:spcAft>
            <a:buNone/>
          </a:pPr>
          <a:r>
            <a:rPr lang="en-US" altLang="en-US" sz="2100" kern="1200" dirty="0"/>
            <a:t>What goes where? What is the relationship between elements?</a:t>
          </a:r>
          <a:endParaRPr lang="en-US" sz="2100" kern="1200" dirty="0">
            <a:latin typeface="Avenir"/>
          </a:endParaRPr>
        </a:p>
      </dsp:txBody>
      <dsp:txXfrm>
        <a:off x="1429816" y="1525427"/>
        <a:ext cx="6654625" cy="1238570"/>
      </dsp:txXfrm>
    </dsp:sp>
    <dsp:sp modelId="{889A2C20-B17E-47D3-9ADC-42DE25D6B401}">
      <dsp:nvSpPr>
        <dsp:cNvPr id="0" name=""/>
        <dsp:cNvSpPr/>
      </dsp:nvSpPr>
      <dsp:spPr>
        <a:xfrm>
          <a:off x="0" y="3052064"/>
          <a:ext cx="8178800" cy="1237360"/>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B17899E-0100-42B8-9510-DA90B064C243}">
      <dsp:nvSpPr>
        <dsp:cNvPr id="0" name=""/>
        <dsp:cNvSpPr/>
      </dsp:nvSpPr>
      <dsp:spPr>
        <a:xfrm>
          <a:off x="374301" y="3325505"/>
          <a:ext cx="681213" cy="680548"/>
        </a:xfrm>
        <a:prstGeom prst="rect">
          <a:avLst/>
        </a:prstGeom>
        <a:blipFill>
          <a:blip xmlns:r="http://schemas.openxmlformats.org/officeDocument/2006/relationships" r:embed="rId5">
            <a:extLst>
              <a:ext uri="{96DAC541-7B7A-43D3-8B79-37D633B846F1}">
                <asvg:svgBlip xmlns:asvg="http://schemas.microsoft.com/office/drawing/2016/SVG/main" r:embed="rId6"/>
              </a:ext>
            </a:extLst>
          </a:blip>
          <a:srcRect/>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93AFC20-56EB-4C18-87C0-98B1B97C09A0}">
      <dsp:nvSpPr>
        <dsp:cNvPr id="0" name=""/>
        <dsp:cNvSpPr/>
      </dsp:nvSpPr>
      <dsp:spPr>
        <a:xfrm>
          <a:off x="1429816" y="3047099"/>
          <a:ext cx="6654625" cy="123857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082" tIns="131082" rIns="131082" bIns="131082" numCol="1" spcCol="1270" anchor="ctr" anchorCtr="0">
          <a:noAutofit/>
        </a:bodyPr>
        <a:lstStyle/>
        <a:p>
          <a:pPr marL="0" lvl="0" indent="0" algn="l" defTabSz="933450">
            <a:lnSpc>
              <a:spcPct val="100000"/>
            </a:lnSpc>
            <a:spcBef>
              <a:spcPct val="0"/>
            </a:spcBef>
            <a:spcAft>
              <a:spcPct val="35000"/>
            </a:spcAft>
            <a:buNone/>
          </a:pPr>
          <a:r>
            <a:rPr lang="en-US" sz="2100" b="1" kern="1200" dirty="0"/>
            <a:t>Navigation between pages</a:t>
          </a:r>
        </a:p>
        <a:p>
          <a:pPr marL="0" lvl="0" indent="0" algn="l" defTabSz="933450">
            <a:lnSpc>
              <a:spcPct val="100000"/>
            </a:lnSpc>
            <a:spcBef>
              <a:spcPct val="0"/>
            </a:spcBef>
            <a:spcAft>
              <a:spcPct val="35000"/>
            </a:spcAft>
            <a:buNone/>
          </a:pPr>
          <a:r>
            <a:rPr lang="en-US" altLang="en-US" sz="2100" kern="1200" dirty="0"/>
            <a:t>How to map mental thought process to supported navigation?</a:t>
          </a:r>
          <a:endParaRPr lang="en-US" sz="2100" kern="1200" dirty="0">
            <a:latin typeface="Avenir"/>
          </a:endParaRPr>
        </a:p>
      </dsp:txBody>
      <dsp:txXfrm>
        <a:off x="1429816" y="3047099"/>
        <a:ext cx="6654625" cy="1238570"/>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0E09DDC-FD64-483D-8340-2710C3106315}">
      <dsp:nvSpPr>
        <dsp:cNvPr id="0" name=""/>
        <dsp:cNvSpPr/>
      </dsp:nvSpPr>
      <dsp:spPr>
        <a:xfrm>
          <a:off x="0" y="0"/>
          <a:ext cx="6120765" cy="1431687"/>
        </a:xfrm>
        <a:prstGeom prst="roundRect">
          <a:avLst>
            <a:gd name="adj" fmla="val 10000"/>
          </a:avLst>
        </a:prstGeom>
        <a:solidFill>
          <a:schemeClr val="accent1">
            <a:lumMod val="60000"/>
            <a:lumOff val="40000"/>
          </a:schemeClr>
        </a:solid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l" defTabSz="1333500">
            <a:lnSpc>
              <a:spcPct val="90000"/>
            </a:lnSpc>
            <a:spcBef>
              <a:spcPct val="0"/>
            </a:spcBef>
            <a:spcAft>
              <a:spcPct val="35000"/>
            </a:spcAft>
            <a:buFont typeface="+mj-lt"/>
            <a:buNone/>
          </a:pPr>
          <a:r>
            <a:rPr lang="en-US" altLang="en-US" sz="3000" b="1" kern="1200" dirty="0">
              <a:solidFill>
                <a:srgbClr val="626CBA"/>
              </a:solidFill>
            </a:rPr>
            <a:t>1. </a:t>
          </a:r>
          <a:r>
            <a:rPr lang="en-US" altLang="en-US" sz="2700" kern="1200" dirty="0">
              <a:solidFill>
                <a:schemeClr val="bg2">
                  <a:lumMod val="25000"/>
                </a:schemeClr>
              </a:solidFill>
            </a:rPr>
            <a:t>Decide what information elements and functional content site must provide</a:t>
          </a:r>
          <a:endParaRPr lang="en-US" sz="2700" kern="1200" dirty="0">
            <a:solidFill>
              <a:schemeClr val="bg2">
                <a:lumMod val="25000"/>
              </a:schemeClr>
            </a:solidFill>
          </a:endParaRPr>
        </a:p>
      </dsp:txBody>
      <dsp:txXfrm>
        <a:off x="41933" y="41933"/>
        <a:ext cx="4575862" cy="1347821"/>
      </dsp:txXfrm>
    </dsp:sp>
    <dsp:sp modelId="{DA7E690C-542C-4096-A40D-8DA5509CCC02}">
      <dsp:nvSpPr>
        <dsp:cNvPr id="0" name=""/>
        <dsp:cNvSpPr/>
      </dsp:nvSpPr>
      <dsp:spPr>
        <a:xfrm>
          <a:off x="540067" y="1670301"/>
          <a:ext cx="6120765" cy="1431687"/>
        </a:xfrm>
        <a:prstGeom prst="roundRect">
          <a:avLst>
            <a:gd name="adj" fmla="val 10000"/>
          </a:avLst>
        </a:prstGeom>
        <a:solidFill>
          <a:schemeClr val="accent1">
            <a:lumMod val="40000"/>
            <a:lumOff val="60000"/>
          </a:schemeClr>
        </a:solid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l" defTabSz="1333500">
            <a:lnSpc>
              <a:spcPct val="90000"/>
            </a:lnSpc>
            <a:spcBef>
              <a:spcPct val="0"/>
            </a:spcBef>
            <a:spcAft>
              <a:spcPct val="35000"/>
            </a:spcAft>
            <a:buFont typeface="+mj-lt"/>
            <a:buNone/>
          </a:pPr>
          <a:r>
            <a:rPr lang="en-US" altLang="en-US" sz="3000" b="1" kern="1200" dirty="0">
              <a:solidFill>
                <a:schemeClr val="tx2">
                  <a:lumMod val="60000"/>
                  <a:lumOff val="40000"/>
                </a:schemeClr>
              </a:solidFill>
            </a:rPr>
            <a:t>2. </a:t>
          </a:r>
          <a:r>
            <a:rPr lang="en-US" altLang="en-US" sz="2800" kern="1200" dirty="0">
              <a:solidFill>
                <a:schemeClr val="bg2">
                  <a:lumMod val="25000"/>
                </a:schemeClr>
              </a:solidFill>
            </a:rPr>
            <a:t>Decide how above can best be grouped and organized</a:t>
          </a:r>
          <a:endParaRPr lang="en-US" sz="2800" kern="1200" dirty="0">
            <a:solidFill>
              <a:schemeClr val="bg2">
                <a:lumMod val="25000"/>
              </a:schemeClr>
            </a:solidFill>
          </a:endParaRPr>
        </a:p>
      </dsp:txBody>
      <dsp:txXfrm>
        <a:off x="582000" y="1712234"/>
        <a:ext cx="4566234" cy="1347820"/>
      </dsp:txXfrm>
    </dsp:sp>
    <dsp:sp modelId="{969C3A6B-737B-4AFB-869B-065DBB9B8E0D}">
      <dsp:nvSpPr>
        <dsp:cNvPr id="0" name=""/>
        <dsp:cNvSpPr/>
      </dsp:nvSpPr>
      <dsp:spPr>
        <a:xfrm>
          <a:off x="1080134" y="3340603"/>
          <a:ext cx="6120765" cy="1431687"/>
        </a:xfrm>
        <a:prstGeom prst="roundRect">
          <a:avLst>
            <a:gd name="adj" fmla="val 10000"/>
          </a:avLst>
        </a:prstGeom>
        <a:solidFill>
          <a:schemeClr val="accent1">
            <a:lumMod val="20000"/>
            <a:lumOff val="80000"/>
          </a:schemeClr>
        </a:solid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l" defTabSz="1333500">
            <a:lnSpc>
              <a:spcPct val="90000"/>
            </a:lnSpc>
            <a:spcBef>
              <a:spcPct val="0"/>
            </a:spcBef>
            <a:spcAft>
              <a:spcPct val="35000"/>
            </a:spcAft>
            <a:buFont typeface="+mj-lt"/>
            <a:buNone/>
          </a:pPr>
          <a:r>
            <a:rPr lang="en-US" altLang="en-US" sz="3000" b="1" kern="1200" dirty="0">
              <a:solidFill>
                <a:schemeClr val="tx2">
                  <a:lumMod val="40000"/>
                  <a:lumOff val="60000"/>
                </a:schemeClr>
              </a:solidFill>
            </a:rPr>
            <a:t>3. </a:t>
          </a:r>
          <a:r>
            <a:rPr lang="en-US" altLang="en-US" sz="3000" kern="1200" dirty="0">
              <a:solidFill>
                <a:schemeClr val="bg2">
                  <a:lumMod val="25000"/>
                </a:schemeClr>
              </a:solidFill>
            </a:rPr>
            <a:t>Plan connecting navigation among elements</a:t>
          </a:r>
          <a:endParaRPr lang="en-US" sz="3000" kern="1200" dirty="0">
            <a:solidFill>
              <a:schemeClr val="bg2">
                <a:lumMod val="25000"/>
              </a:schemeClr>
            </a:solidFill>
          </a:endParaRPr>
        </a:p>
      </dsp:txBody>
      <dsp:txXfrm>
        <a:off x="1122067" y="3382536"/>
        <a:ext cx="4566234" cy="1347820"/>
      </dsp:txXfrm>
    </dsp:sp>
    <dsp:sp modelId="{2C2D6700-F9E2-419D-A3B1-CFD326E1B431}">
      <dsp:nvSpPr>
        <dsp:cNvPr id="0" name=""/>
        <dsp:cNvSpPr/>
      </dsp:nvSpPr>
      <dsp:spPr>
        <a:xfrm>
          <a:off x="5190168" y="1085695"/>
          <a:ext cx="930596" cy="930596"/>
        </a:xfrm>
        <a:prstGeom prst="downArrow">
          <a:avLst>
            <a:gd name="adj1" fmla="val 55000"/>
            <a:gd name="adj2" fmla="val 45000"/>
          </a:avLst>
        </a:prstGeom>
        <a:solidFill>
          <a:schemeClr val="tx2">
            <a:lumMod val="40000"/>
            <a:lumOff val="60000"/>
            <a:alpha val="90000"/>
          </a:schemeClr>
        </a:solidFill>
        <a:ln w="19050" cap="flat" cmpd="sng" algn="ctr">
          <a:no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5720" tIns="45720" rIns="45720" bIns="45720" numCol="1" spcCol="1270" anchor="ctr" anchorCtr="0">
          <a:noAutofit/>
        </a:bodyPr>
        <a:lstStyle/>
        <a:p>
          <a:pPr marL="0" lvl="0" indent="0" algn="ctr" defTabSz="1600200">
            <a:lnSpc>
              <a:spcPct val="90000"/>
            </a:lnSpc>
            <a:spcBef>
              <a:spcPct val="0"/>
            </a:spcBef>
            <a:spcAft>
              <a:spcPct val="35000"/>
            </a:spcAft>
            <a:buNone/>
          </a:pPr>
          <a:endParaRPr lang="en-US" sz="3600" kern="1200"/>
        </a:p>
      </dsp:txBody>
      <dsp:txXfrm>
        <a:off x="5399552" y="1085695"/>
        <a:ext cx="511828" cy="700273"/>
      </dsp:txXfrm>
    </dsp:sp>
    <dsp:sp modelId="{E19FFCAD-5459-4551-AA28-93DC8FAA7860}">
      <dsp:nvSpPr>
        <dsp:cNvPr id="0" name=""/>
        <dsp:cNvSpPr/>
      </dsp:nvSpPr>
      <dsp:spPr>
        <a:xfrm>
          <a:off x="5730235" y="2746452"/>
          <a:ext cx="930596" cy="930596"/>
        </a:xfrm>
        <a:prstGeom prst="downArrow">
          <a:avLst>
            <a:gd name="adj1" fmla="val 55000"/>
            <a:gd name="adj2" fmla="val 45000"/>
          </a:avLst>
        </a:prstGeom>
        <a:solidFill>
          <a:schemeClr val="tx2">
            <a:lumMod val="20000"/>
            <a:lumOff val="80000"/>
            <a:alpha val="85098"/>
          </a:schemeClr>
        </a:solidFill>
        <a:ln w="19050" cap="flat" cmpd="sng" algn="ctr">
          <a:no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5720" tIns="45720" rIns="45720" bIns="45720" numCol="1" spcCol="1270" anchor="ctr" anchorCtr="0">
          <a:noAutofit/>
        </a:bodyPr>
        <a:lstStyle/>
        <a:p>
          <a:pPr marL="0" lvl="0" indent="0" algn="ctr" defTabSz="1600200">
            <a:lnSpc>
              <a:spcPct val="90000"/>
            </a:lnSpc>
            <a:spcBef>
              <a:spcPct val="0"/>
            </a:spcBef>
            <a:spcAft>
              <a:spcPct val="35000"/>
            </a:spcAft>
            <a:buNone/>
          </a:pPr>
          <a:endParaRPr lang="en-US" sz="3600" kern="1200"/>
        </a:p>
      </dsp:txBody>
      <dsp:txXfrm>
        <a:off x="5939619" y="2746452"/>
        <a:ext cx="511828" cy="700273"/>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E42C90C-1EDF-4132-9B14-DD7D794E78DD}">
      <dsp:nvSpPr>
        <dsp:cNvPr id="0" name=""/>
        <dsp:cNvSpPr/>
      </dsp:nvSpPr>
      <dsp:spPr>
        <a:xfrm>
          <a:off x="0" y="0"/>
          <a:ext cx="9409814" cy="0"/>
        </a:xfrm>
        <a:prstGeom prst="line">
          <a:avLst/>
        </a:prstGeom>
        <a:solidFill>
          <a:schemeClr val="dk2">
            <a:hueOff val="0"/>
            <a:satOff val="0"/>
            <a:lumOff val="0"/>
            <a:alphaOff val="0"/>
          </a:schemeClr>
        </a:solidFill>
        <a:ln w="1905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1">
          <a:scrgbClr r="0" g="0" b="0"/>
        </a:effectRef>
        <a:fontRef idx="minor">
          <a:schemeClr val="lt1"/>
        </a:fontRef>
      </dsp:style>
    </dsp:sp>
    <dsp:sp modelId="{E9179E95-1DF6-40D5-A0C6-6D7C4B968298}">
      <dsp:nvSpPr>
        <dsp:cNvPr id="0" name=""/>
        <dsp:cNvSpPr/>
      </dsp:nvSpPr>
      <dsp:spPr>
        <a:xfrm>
          <a:off x="0" y="0"/>
          <a:ext cx="1881962" cy="46672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b="1" i="1" kern="1200" dirty="0">
              <a:solidFill>
                <a:schemeClr val="accent2">
                  <a:lumMod val="75000"/>
                </a:schemeClr>
              </a:solidFill>
            </a:rPr>
            <a:t>User knows what they want — the site needs to get out of the way.</a:t>
          </a:r>
        </a:p>
      </dsp:txBody>
      <dsp:txXfrm>
        <a:off x="0" y="0"/>
        <a:ext cx="1881962" cy="4667250"/>
      </dsp:txXfrm>
    </dsp:sp>
    <dsp:sp modelId="{199C02EE-DEC8-4750-A8BB-C51D80DE506D}">
      <dsp:nvSpPr>
        <dsp:cNvPr id="0" name=""/>
        <dsp:cNvSpPr/>
      </dsp:nvSpPr>
      <dsp:spPr>
        <a:xfrm>
          <a:off x="2023110" y="43983"/>
          <a:ext cx="7386703" cy="87966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en-US" sz="1900" kern="1200" dirty="0"/>
            <a:t>Category labels must be </a:t>
          </a:r>
          <a:r>
            <a:rPr lang="en-US" sz="1900" b="1" kern="1200" dirty="0">
              <a:solidFill>
                <a:schemeClr val="accent5">
                  <a:lumMod val="75000"/>
                </a:schemeClr>
              </a:solidFill>
            </a:rPr>
            <a:t>precise</a:t>
          </a:r>
          <a:r>
            <a:rPr lang="en-US" sz="1900" kern="1200" dirty="0"/>
            <a:t> and </a:t>
          </a:r>
          <a:r>
            <a:rPr lang="en-US" sz="1900" b="1" kern="1200" dirty="0">
              <a:solidFill>
                <a:schemeClr val="accent5">
                  <a:lumMod val="75000"/>
                </a:schemeClr>
              </a:solidFill>
            </a:rPr>
            <a:t>mutually exclusive </a:t>
          </a:r>
          <a:r>
            <a:rPr lang="en-US" sz="1900" kern="1200" dirty="0"/>
            <a:t>— ambiguous or overlapping labels force the user to guess and backtrack</a:t>
          </a:r>
        </a:p>
      </dsp:txBody>
      <dsp:txXfrm>
        <a:off x="2023110" y="43983"/>
        <a:ext cx="7386703" cy="879667"/>
      </dsp:txXfrm>
    </dsp:sp>
    <dsp:sp modelId="{7F84BF2C-8FB2-4CF5-9B57-318D5C5B34F6}">
      <dsp:nvSpPr>
        <dsp:cNvPr id="0" name=""/>
        <dsp:cNvSpPr/>
      </dsp:nvSpPr>
      <dsp:spPr>
        <a:xfrm>
          <a:off x="1881962" y="923650"/>
          <a:ext cx="7527851" cy="0"/>
        </a:xfrm>
        <a:prstGeom prst="line">
          <a:avLst/>
        </a:prstGeom>
        <a:solidFill>
          <a:schemeClr val="dk2">
            <a:hueOff val="0"/>
            <a:satOff val="0"/>
            <a:lumOff val="0"/>
            <a:alphaOff val="0"/>
          </a:schemeClr>
        </a:solidFill>
        <a:ln w="19050" cap="flat" cmpd="sng" algn="ctr">
          <a:solidFill>
            <a:schemeClr val="dk2">
              <a:tint val="50000"/>
              <a:hueOff val="0"/>
              <a:satOff val="0"/>
              <a:lumOff val="0"/>
              <a:alphaOff val="0"/>
            </a:schemeClr>
          </a:solidFill>
          <a:prstDash val="solid"/>
          <a:miter lim="800000"/>
        </a:ln>
        <a:effectLst/>
      </dsp:spPr>
      <dsp:style>
        <a:lnRef idx="2">
          <a:scrgbClr r="0" g="0" b="0"/>
        </a:lnRef>
        <a:fillRef idx="1">
          <a:scrgbClr r="0" g="0" b="0"/>
        </a:fillRef>
        <a:effectRef idx="1">
          <a:scrgbClr r="0" g="0" b="0"/>
        </a:effectRef>
        <a:fontRef idx="minor"/>
      </dsp:style>
    </dsp:sp>
    <dsp:sp modelId="{A9436C7E-E2A5-48A6-88C8-6C3B21AD7C24}">
      <dsp:nvSpPr>
        <dsp:cNvPr id="0" name=""/>
        <dsp:cNvSpPr/>
      </dsp:nvSpPr>
      <dsp:spPr>
        <a:xfrm>
          <a:off x="2023110" y="967633"/>
          <a:ext cx="7386703" cy="87966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en-US" sz="1900" kern="1200" dirty="0"/>
            <a:t>Navigation </a:t>
          </a:r>
          <a:r>
            <a:rPr lang="en-US" sz="1900" b="1" kern="1200" dirty="0">
              <a:solidFill>
                <a:schemeClr val="accent5">
                  <a:lumMod val="75000"/>
                </a:schemeClr>
              </a:solidFill>
            </a:rPr>
            <a:t>depth over breadth </a:t>
          </a:r>
          <a:r>
            <a:rPr lang="en-US" sz="1900" kern="1200" dirty="0"/>
            <a:t>— a deeper hierarchy with specific labels is better than a wide, vague top-level menu</a:t>
          </a:r>
        </a:p>
      </dsp:txBody>
      <dsp:txXfrm>
        <a:off x="2023110" y="967633"/>
        <a:ext cx="7386703" cy="879667"/>
      </dsp:txXfrm>
    </dsp:sp>
    <dsp:sp modelId="{0959C976-026B-455F-9AC5-82C79C221CCB}">
      <dsp:nvSpPr>
        <dsp:cNvPr id="0" name=""/>
        <dsp:cNvSpPr/>
      </dsp:nvSpPr>
      <dsp:spPr>
        <a:xfrm>
          <a:off x="1881962" y="1847301"/>
          <a:ext cx="7527851" cy="0"/>
        </a:xfrm>
        <a:prstGeom prst="line">
          <a:avLst/>
        </a:prstGeom>
        <a:solidFill>
          <a:schemeClr val="dk2">
            <a:hueOff val="0"/>
            <a:satOff val="0"/>
            <a:lumOff val="0"/>
            <a:alphaOff val="0"/>
          </a:schemeClr>
        </a:solidFill>
        <a:ln w="19050" cap="flat" cmpd="sng" algn="ctr">
          <a:solidFill>
            <a:schemeClr val="dk2">
              <a:tint val="50000"/>
              <a:hueOff val="0"/>
              <a:satOff val="0"/>
              <a:lumOff val="0"/>
              <a:alphaOff val="0"/>
            </a:schemeClr>
          </a:solidFill>
          <a:prstDash val="solid"/>
          <a:miter lim="800000"/>
        </a:ln>
        <a:effectLst/>
      </dsp:spPr>
      <dsp:style>
        <a:lnRef idx="2">
          <a:scrgbClr r="0" g="0" b="0"/>
        </a:lnRef>
        <a:fillRef idx="1">
          <a:scrgbClr r="0" g="0" b="0"/>
        </a:fillRef>
        <a:effectRef idx="1">
          <a:scrgbClr r="0" g="0" b="0"/>
        </a:effectRef>
        <a:fontRef idx="minor"/>
      </dsp:style>
    </dsp:sp>
    <dsp:sp modelId="{E1D3734C-F460-4FF7-8736-7D1DCA93BAED}">
      <dsp:nvSpPr>
        <dsp:cNvPr id="0" name=""/>
        <dsp:cNvSpPr/>
      </dsp:nvSpPr>
      <dsp:spPr>
        <a:xfrm>
          <a:off x="2023110" y="1891284"/>
          <a:ext cx="7386703" cy="87966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en-US" sz="1900" b="1" kern="1200" dirty="0">
              <a:solidFill>
                <a:schemeClr val="accent5">
                  <a:lumMod val="75000"/>
                </a:schemeClr>
              </a:solidFill>
            </a:rPr>
            <a:t>Utility navigation </a:t>
          </a:r>
          <a:r>
            <a:rPr lang="en-US" sz="1900" kern="1200" dirty="0"/>
            <a:t>(e.g., top-right links for Login, Contact, Hours) for highly specific, frequently sought items that don't fit the main taxonomy</a:t>
          </a:r>
        </a:p>
      </dsp:txBody>
      <dsp:txXfrm>
        <a:off x="2023110" y="1891284"/>
        <a:ext cx="7386703" cy="879667"/>
      </dsp:txXfrm>
    </dsp:sp>
    <dsp:sp modelId="{C3276E96-EB30-4580-9106-461598C1C1E7}">
      <dsp:nvSpPr>
        <dsp:cNvPr id="0" name=""/>
        <dsp:cNvSpPr/>
      </dsp:nvSpPr>
      <dsp:spPr>
        <a:xfrm>
          <a:off x="1881962" y="2770951"/>
          <a:ext cx="7527851" cy="0"/>
        </a:xfrm>
        <a:prstGeom prst="line">
          <a:avLst/>
        </a:prstGeom>
        <a:solidFill>
          <a:schemeClr val="dk2">
            <a:hueOff val="0"/>
            <a:satOff val="0"/>
            <a:lumOff val="0"/>
            <a:alphaOff val="0"/>
          </a:schemeClr>
        </a:solidFill>
        <a:ln w="19050" cap="flat" cmpd="sng" algn="ctr">
          <a:solidFill>
            <a:schemeClr val="dk2">
              <a:tint val="50000"/>
              <a:hueOff val="0"/>
              <a:satOff val="0"/>
              <a:lumOff val="0"/>
              <a:alphaOff val="0"/>
            </a:schemeClr>
          </a:solidFill>
          <a:prstDash val="solid"/>
          <a:miter lim="800000"/>
        </a:ln>
        <a:effectLst/>
      </dsp:spPr>
      <dsp:style>
        <a:lnRef idx="2">
          <a:scrgbClr r="0" g="0" b="0"/>
        </a:lnRef>
        <a:fillRef idx="1">
          <a:scrgbClr r="0" g="0" b="0"/>
        </a:fillRef>
        <a:effectRef idx="1">
          <a:scrgbClr r="0" g="0" b="0"/>
        </a:effectRef>
        <a:fontRef idx="minor"/>
      </dsp:style>
    </dsp:sp>
    <dsp:sp modelId="{9FFC7036-4E71-48C3-9920-C9E45EDFA657}">
      <dsp:nvSpPr>
        <dsp:cNvPr id="0" name=""/>
        <dsp:cNvSpPr/>
      </dsp:nvSpPr>
      <dsp:spPr>
        <a:xfrm>
          <a:off x="2023110" y="2814935"/>
          <a:ext cx="7386703" cy="87966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en-US" sz="1900" kern="1200" dirty="0"/>
            <a:t>Consistent, </a:t>
          </a:r>
          <a:r>
            <a:rPr lang="en-US" sz="1900" b="1" kern="1200" dirty="0">
              <a:solidFill>
                <a:schemeClr val="accent5">
                  <a:lumMod val="75000"/>
                </a:schemeClr>
              </a:solidFill>
            </a:rPr>
            <a:t>literal labeling </a:t>
          </a:r>
          <a:r>
            <a:rPr lang="en-US" sz="1900" kern="1200" dirty="0"/>
            <a:t>— avoid clever/branded category names; users scanning for a known item need labels that match their mental model</a:t>
          </a:r>
        </a:p>
      </dsp:txBody>
      <dsp:txXfrm>
        <a:off x="2023110" y="2814935"/>
        <a:ext cx="7386703" cy="879667"/>
      </dsp:txXfrm>
    </dsp:sp>
    <dsp:sp modelId="{EF21FEA6-7038-4032-984F-052F90C4DADF}">
      <dsp:nvSpPr>
        <dsp:cNvPr id="0" name=""/>
        <dsp:cNvSpPr/>
      </dsp:nvSpPr>
      <dsp:spPr>
        <a:xfrm>
          <a:off x="1881962" y="3694602"/>
          <a:ext cx="7527851" cy="0"/>
        </a:xfrm>
        <a:prstGeom prst="line">
          <a:avLst/>
        </a:prstGeom>
        <a:solidFill>
          <a:schemeClr val="dk2">
            <a:hueOff val="0"/>
            <a:satOff val="0"/>
            <a:lumOff val="0"/>
            <a:alphaOff val="0"/>
          </a:schemeClr>
        </a:solidFill>
        <a:ln w="19050" cap="flat" cmpd="sng" algn="ctr">
          <a:solidFill>
            <a:schemeClr val="dk2">
              <a:tint val="50000"/>
              <a:hueOff val="0"/>
              <a:satOff val="0"/>
              <a:lumOff val="0"/>
              <a:alphaOff val="0"/>
            </a:schemeClr>
          </a:solidFill>
          <a:prstDash val="solid"/>
          <a:miter lim="800000"/>
        </a:ln>
        <a:effectLst/>
      </dsp:spPr>
      <dsp:style>
        <a:lnRef idx="2">
          <a:scrgbClr r="0" g="0" b="0"/>
        </a:lnRef>
        <a:fillRef idx="1">
          <a:scrgbClr r="0" g="0" b="0"/>
        </a:fillRef>
        <a:effectRef idx="1">
          <a:scrgbClr r="0" g="0" b="0"/>
        </a:effectRef>
        <a:fontRef idx="minor"/>
      </dsp:style>
    </dsp:sp>
    <dsp:sp modelId="{C8D7F805-408F-4A97-9EAE-5E8A04AADD14}">
      <dsp:nvSpPr>
        <dsp:cNvPr id="0" name=""/>
        <dsp:cNvSpPr/>
      </dsp:nvSpPr>
      <dsp:spPr>
        <a:xfrm>
          <a:off x="2023110" y="3738585"/>
          <a:ext cx="7386703" cy="87966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en-US" sz="1900" kern="1200" dirty="0"/>
            <a:t>Page layout: </a:t>
          </a:r>
          <a:r>
            <a:rPr lang="en-US" sz="1900" b="1" kern="1200" dirty="0">
              <a:solidFill>
                <a:schemeClr val="accent5">
                  <a:lumMod val="75000"/>
                </a:schemeClr>
              </a:solidFill>
            </a:rPr>
            <a:t>answer-first</a:t>
          </a:r>
          <a:r>
            <a:rPr lang="en-US" sz="1900" kern="1200" dirty="0"/>
            <a:t> — lead with the key fact, spec, or definition; supporting context follows below</a:t>
          </a:r>
        </a:p>
      </dsp:txBody>
      <dsp:txXfrm>
        <a:off x="2023110" y="3738585"/>
        <a:ext cx="7386703" cy="879667"/>
      </dsp:txXfrm>
    </dsp:sp>
    <dsp:sp modelId="{832A5ACC-4C56-4248-8A0D-C5E79D60A139}">
      <dsp:nvSpPr>
        <dsp:cNvPr id="0" name=""/>
        <dsp:cNvSpPr/>
      </dsp:nvSpPr>
      <dsp:spPr>
        <a:xfrm>
          <a:off x="1881962" y="4618252"/>
          <a:ext cx="7527851" cy="0"/>
        </a:xfrm>
        <a:prstGeom prst="line">
          <a:avLst/>
        </a:prstGeom>
        <a:solidFill>
          <a:schemeClr val="dk2">
            <a:hueOff val="0"/>
            <a:satOff val="0"/>
            <a:lumOff val="0"/>
            <a:alphaOff val="0"/>
          </a:schemeClr>
        </a:solidFill>
        <a:ln w="19050" cap="flat" cmpd="sng" algn="ctr">
          <a:solidFill>
            <a:schemeClr val="dk2">
              <a:tint val="50000"/>
              <a:hueOff val="0"/>
              <a:satOff val="0"/>
              <a:lumOff val="0"/>
              <a:alphaOff val="0"/>
            </a:schemeClr>
          </a:solidFill>
          <a:prstDash val="solid"/>
          <a:miter lim="800000"/>
        </a:ln>
        <a:effectLst/>
      </dsp:spPr>
      <dsp:style>
        <a:lnRef idx="2">
          <a:scrgbClr r="0" g="0" b="0"/>
        </a:lnRef>
        <a:fillRef idx="1">
          <a:scrgbClr r="0" g="0" b="0"/>
        </a:fillRef>
        <a:effectRef idx="1">
          <a:scrgbClr r="0" g="0" b="0"/>
        </a:effectRef>
        <a:fontRef idx="minor"/>
      </dsp:style>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E42C90C-1EDF-4132-9B14-DD7D794E78DD}">
      <dsp:nvSpPr>
        <dsp:cNvPr id="0" name=""/>
        <dsp:cNvSpPr/>
      </dsp:nvSpPr>
      <dsp:spPr>
        <a:xfrm>
          <a:off x="0" y="2278"/>
          <a:ext cx="9409814" cy="0"/>
        </a:xfrm>
        <a:prstGeom prst="line">
          <a:avLst/>
        </a:prstGeom>
        <a:solidFill>
          <a:schemeClr val="dk2">
            <a:hueOff val="0"/>
            <a:satOff val="0"/>
            <a:lumOff val="0"/>
            <a:alphaOff val="0"/>
          </a:schemeClr>
        </a:solidFill>
        <a:ln w="1905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1">
          <a:scrgbClr r="0" g="0" b="0"/>
        </a:effectRef>
        <a:fontRef idx="minor">
          <a:schemeClr val="lt1"/>
        </a:fontRef>
      </dsp:style>
    </dsp:sp>
    <dsp:sp modelId="{E9179E95-1DF6-40D5-A0C6-6D7C4B968298}">
      <dsp:nvSpPr>
        <dsp:cNvPr id="0" name=""/>
        <dsp:cNvSpPr/>
      </dsp:nvSpPr>
      <dsp:spPr>
        <a:xfrm>
          <a:off x="0" y="2278"/>
          <a:ext cx="1881962" cy="466269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b="1" i="1" kern="1200" dirty="0">
              <a:solidFill>
                <a:srgbClr val="5D8592"/>
              </a:solidFill>
            </a:rPr>
            <a:t>User has a vague goal — the site should help them discover and refine it.</a:t>
          </a:r>
          <a:endParaRPr lang="en-US" sz="2700" b="1" i="1" kern="1200" dirty="0">
            <a:solidFill>
              <a:schemeClr val="accent2">
                <a:lumMod val="75000"/>
              </a:schemeClr>
            </a:solidFill>
          </a:endParaRPr>
        </a:p>
      </dsp:txBody>
      <dsp:txXfrm>
        <a:off x="0" y="2278"/>
        <a:ext cx="1881962" cy="4662692"/>
      </dsp:txXfrm>
    </dsp:sp>
    <dsp:sp modelId="{199C02EE-DEC8-4750-A8BB-C51D80DE506D}">
      <dsp:nvSpPr>
        <dsp:cNvPr id="0" name=""/>
        <dsp:cNvSpPr/>
      </dsp:nvSpPr>
      <dsp:spPr>
        <a:xfrm>
          <a:off x="2023110" y="46219"/>
          <a:ext cx="7386703" cy="8788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en-US" sz="1900" kern="1200" dirty="0"/>
            <a:t>Broad, inviting top-level categories — </a:t>
          </a:r>
          <a:r>
            <a:rPr lang="en-US" sz="1900" b="1" kern="1200" dirty="0">
              <a:solidFill>
                <a:schemeClr val="accent5">
                  <a:lumMod val="75000"/>
                </a:schemeClr>
              </a:solidFill>
            </a:rPr>
            <a:t>fewer, wider buckets at the top </a:t>
          </a:r>
          <a:r>
            <a:rPr lang="en-US" sz="1900" kern="1200" dirty="0"/>
            <a:t>level reduce the commitment required to start browsing</a:t>
          </a:r>
        </a:p>
      </dsp:txBody>
      <dsp:txXfrm>
        <a:off x="2023110" y="46219"/>
        <a:ext cx="7386703" cy="878808"/>
      </dsp:txXfrm>
    </dsp:sp>
    <dsp:sp modelId="{7F84BF2C-8FB2-4CF5-9B57-318D5C5B34F6}">
      <dsp:nvSpPr>
        <dsp:cNvPr id="0" name=""/>
        <dsp:cNvSpPr/>
      </dsp:nvSpPr>
      <dsp:spPr>
        <a:xfrm>
          <a:off x="1881962" y="925027"/>
          <a:ext cx="7527851" cy="0"/>
        </a:xfrm>
        <a:prstGeom prst="line">
          <a:avLst/>
        </a:prstGeom>
        <a:solidFill>
          <a:schemeClr val="dk2">
            <a:hueOff val="0"/>
            <a:satOff val="0"/>
            <a:lumOff val="0"/>
            <a:alphaOff val="0"/>
          </a:schemeClr>
        </a:solidFill>
        <a:ln w="19050" cap="flat" cmpd="sng" algn="ctr">
          <a:solidFill>
            <a:schemeClr val="dk2">
              <a:tint val="50000"/>
              <a:hueOff val="0"/>
              <a:satOff val="0"/>
              <a:lumOff val="0"/>
              <a:alphaOff val="0"/>
            </a:schemeClr>
          </a:solidFill>
          <a:prstDash val="solid"/>
          <a:miter lim="800000"/>
        </a:ln>
        <a:effectLst/>
      </dsp:spPr>
      <dsp:style>
        <a:lnRef idx="2">
          <a:scrgbClr r="0" g="0" b="0"/>
        </a:lnRef>
        <a:fillRef idx="1">
          <a:scrgbClr r="0" g="0" b="0"/>
        </a:fillRef>
        <a:effectRef idx="1">
          <a:scrgbClr r="0" g="0" b="0"/>
        </a:effectRef>
        <a:fontRef idx="minor"/>
      </dsp:style>
    </dsp:sp>
    <dsp:sp modelId="{A9436C7E-E2A5-48A6-88C8-6C3B21AD7C24}">
      <dsp:nvSpPr>
        <dsp:cNvPr id="0" name=""/>
        <dsp:cNvSpPr/>
      </dsp:nvSpPr>
      <dsp:spPr>
        <a:xfrm>
          <a:off x="2023110" y="968967"/>
          <a:ext cx="7386703" cy="8788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en-US" sz="1900" b="1" kern="1200" dirty="0">
              <a:solidFill>
                <a:schemeClr val="accent5">
                  <a:lumMod val="75000"/>
                </a:schemeClr>
              </a:solidFill>
            </a:rPr>
            <a:t>Hub/landing pages per category </a:t>
          </a:r>
          <a:r>
            <a:rPr lang="en-US" sz="1900" kern="1200" dirty="0"/>
            <a:t>with </a:t>
          </a:r>
          <a:r>
            <a:rPr lang="en-US" sz="1900" b="1" kern="1200" dirty="0">
              <a:solidFill>
                <a:schemeClr val="accent5">
                  <a:lumMod val="75000"/>
                </a:schemeClr>
              </a:solidFill>
            </a:rPr>
            <a:t>short descriptions of sub-categories </a:t>
          </a:r>
          <a:r>
            <a:rPr lang="en-US" sz="1900" kern="1200" dirty="0"/>
            <a:t>— don't just show a list of links, give users enough context to orient</a:t>
          </a:r>
        </a:p>
      </dsp:txBody>
      <dsp:txXfrm>
        <a:off x="2023110" y="968967"/>
        <a:ext cx="7386703" cy="878808"/>
      </dsp:txXfrm>
    </dsp:sp>
    <dsp:sp modelId="{0959C976-026B-455F-9AC5-82C79C221CCB}">
      <dsp:nvSpPr>
        <dsp:cNvPr id="0" name=""/>
        <dsp:cNvSpPr/>
      </dsp:nvSpPr>
      <dsp:spPr>
        <a:xfrm>
          <a:off x="1881962" y="1847776"/>
          <a:ext cx="7527851" cy="0"/>
        </a:xfrm>
        <a:prstGeom prst="line">
          <a:avLst/>
        </a:prstGeom>
        <a:solidFill>
          <a:schemeClr val="dk2">
            <a:hueOff val="0"/>
            <a:satOff val="0"/>
            <a:lumOff val="0"/>
            <a:alphaOff val="0"/>
          </a:schemeClr>
        </a:solidFill>
        <a:ln w="19050" cap="flat" cmpd="sng" algn="ctr">
          <a:solidFill>
            <a:schemeClr val="dk2">
              <a:tint val="50000"/>
              <a:hueOff val="0"/>
              <a:satOff val="0"/>
              <a:lumOff val="0"/>
              <a:alphaOff val="0"/>
            </a:schemeClr>
          </a:solidFill>
          <a:prstDash val="solid"/>
          <a:miter lim="800000"/>
        </a:ln>
        <a:effectLst/>
      </dsp:spPr>
      <dsp:style>
        <a:lnRef idx="2">
          <a:scrgbClr r="0" g="0" b="0"/>
        </a:lnRef>
        <a:fillRef idx="1">
          <a:scrgbClr r="0" g="0" b="0"/>
        </a:fillRef>
        <a:effectRef idx="1">
          <a:scrgbClr r="0" g="0" b="0"/>
        </a:effectRef>
        <a:fontRef idx="minor"/>
      </dsp:style>
    </dsp:sp>
    <dsp:sp modelId="{E1D3734C-F460-4FF7-8736-7D1DCA93BAED}">
      <dsp:nvSpPr>
        <dsp:cNvPr id="0" name=""/>
        <dsp:cNvSpPr/>
      </dsp:nvSpPr>
      <dsp:spPr>
        <a:xfrm>
          <a:off x="2023110" y="1891716"/>
          <a:ext cx="7386703" cy="8788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en-US" sz="1900" b="1" kern="1200" dirty="0">
              <a:solidFill>
                <a:schemeClr val="accent5">
                  <a:lumMod val="75000"/>
                </a:schemeClr>
              </a:solidFill>
            </a:rPr>
            <a:t>Cross-links</a:t>
          </a:r>
          <a:r>
            <a:rPr lang="en-US" sz="1900" kern="1200" dirty="0"/>
            <a:t> and </a:t>
          </a:r>
          <a:r>
            <a:rPr lang="en-US" sz="1900" kern="1200" dirty="0">
              <a:solidFill>
                <a:schemeClr val="accent5">
                  <a:lumMod val="75000"/>
                </a:schemeClr>
              </a:solidFill>
            </a:rPr>
            <a:t>"</a:t>
          </a:r>
          <a:r>
            <a:rPr lang="en-US" sz="1900" b="1" kern="1200" dirty="0">
              <a:solidFill>
                <a:schemeClr val="accent5">
                  <a:lumMod val="75000"/>
                </a:schemeClr>
              </a:solidFill>
            </a:rPr>
            <a:t>see also</a:t>
          </a:r>
          <a:r>
            <a:rPr lang="en-US" sz="1900" kern="1200" dirty="0">
              <a:solidFill>
                <a:schemeClr val="accent5">
                  <a:lumMod val="75000"/>
                </a:schemeClr>
              </a:solidFill>
            </a:rPr>
            <a:t>" </a:t>
          </a:r>
          <a:r>
            <a:rPr lang="en-US" sz="1900" kern="1200" dirty="0"/>
            <a:t>relationships embedded in navigation </a:t>
          </a:r>
          <a:r>
            <a:rPr lang="en-US" sz="1900" b="1" kern="1200" dirty="0">
              <a:solidFill>
                <a:schemeClr val="accent5">
                  <a:lumMod val="75000"/>
                </a:schemeClr>
              </a:solidFill>
            </a:rPr>
            <a:t>and page content</a:t>
          </a:r>
          <a:r>
            <a:rPr lang="en-US" sz="1900" kern="1200" dirty="0"/>
            <a:t> — support lateral movement between adjacent topics</a:t>
          </a:r>
        </a:p>
      </dsp:txBody>
      <dsp:txXfrm>
        <a:off x="2023110" y="1891716"/>
        <a:ext cx="7386703" cy="878808"/>
      </dsp:txXfrm>
    </dsp:sp>
    <dsp:sp modelId="{C3276E96-EB30-4580-9106-461598C1C1E7}">
      <dsp:nvSpPr>
        <dsp:cNvPr id="0" name=""/>
        <dsp:cNvSpPr/>
      </dsp:nvSpPr>
      <dsp:spPr>
        <a:xfrm>
          <a:off x="1881962" y="2770524"/>
          <a:ext cx="7527851" cy="0"/>
        </a:xfrm>
        <a:prstGeom prst="line">
          <a:avLst/>
        </a:prstGeom>
        <a:solidFill>
          <a:schemeClr val="dk2">
            <a:hueOff val="0"/>
            <a:satOff val="0"/>
            <a:lumOff val="0"/>
            <a:alphaOff val="0"/>
          </a:schemeClr>
        </a:solidFill>
        <a:ln w="19050" cap="flat" cmpd="sng" algn="ctr">
          <a:solidFill>
            <a:schemeClr val="dk2">
              <a:tint val="50000"/>
              <a:hueOff val="0"/>
              <a:satOff val="0"/>
              <a:lumOff val="0"/>
              <a:alphaOff val="0"/>
            </a:schemeClr>
          </a:solidFill>
          <a:prstDash val="solid"/>
          <a:miter lim="800000"/>
        </a:ln>
        <a:effectLst/>
      </dsp:spPr>
      <dsp:style>
        <a:lnRef idx="2">
          <a:scrgbClr r="0" g="0" b="0"/>
        </a:lnRef>
        <a:fillRef idx="1">
          <a:scrgbClr r="0" g="0" b="0"/>
        </a:fillRef>
        <a:effectRef idx="1">
          <a:scrgbClr r="0" g="0" b="0"/>
        </a:effectRef>
        <a:fontRef idx="minor"/>
      </dsp:style>
    </dsp:sp>
    <dsp:sp modelId="{9FFC7036-4E71-48C3-9920-C9E45EDFA657}">
      <dsp:nvSpPr>
        <dsp:cNvPr id="0" name=""/>
        <dsp:cNvSpPr/>
      </dsp:nvSpPr>
      <dsp:spPr>
        <a:xfrm>
          <a:off x="2023110" y="2752895"/>
          <a:ext cx="7386703" cy="8788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en-US" sz="1900" kern="1200" dirty="0"/>
            <a:t>Page layout: </a:t>
          </a:r>
          <a:r>
            <a:rPr lang="en-US" sz="1900" b="1" kern="1200" dirty="0">
              <a:solidFill>
                <a:schemeClr val="accent5">
                  <a:lumMod val="75000"/>
                </a:schemeClr>
              </a:solidFill>
            </a:rPr>
            <a:t>overview before detail </a:t>
          </a:r>
          <a:r>
            <a:rPr lang="en-US" sz="1900" kern="1200" dirty="0"/>
            <a:t>— lead with summaries, use progressive disclosure to reveal depth; card-based or thumbnail-heavy layouts lower the cost of scanning</a:t>
          </a:r>
        </a:p>
      </dsp:txBody>
      <dsp:txXfrm>
        <a:off x="2023110" y="2752895"/>
        <a:ext cx="7386703" cy="878808"/>
      </dsp:txXfrm>
    </dsp:sp>
    <dsp:sp modelId="{EF21FEA6-7038-4032-984F-052F90C4DADF}">
      <dsp:nvSpPr>
        <dsp:cNvPr id="0" name=""/>
        <dsp:cNvSpPr/>
      </dsp:nvSpPr>
      <dsp:spPr>
        <a:xfrm>
          <a:off x="1881962" y="3693273"/>
          <a:ext cx="7527851" cy="0"/>
        </a:xfrm>
        <a:prstGeom prst="line">
          <a:avLst/>
        </a:prstGeom>
        <a:solidFill>
          <a:schemeClr val="dk2">
            <a:hueOff val="0"/>
            <a:satOff val="0"/>
            <a:lumOff val="0"/>
            <a:alphaOff val="0"/>
          </a:schemeClr>
        </a:solidFill>
        <a:ln w="19050" cap="flat" cmpd="sng" algn="ctr">
          <a:solidFill>
            <a:schemeClr val="dk2">
              <a:tint val="50000"/>
              <a:hueOff val="0"/>
              <a:satOff val="0"/>
              <a:lumOff val="0"/>
              <a:alphaOff val="0"/>
            </a:schemeClr>
          </a:solidFill>
          <a:prstDash val="solid"/>
          <a:miter lim="800000"/>
        </a:ln>
        <a:effectLst/>
      </dsp:spPr>
      <dsp:style>
        <a:lnRef idx="2">
          <a:scrgbClr r="0" g="0" b="0"/>
        </a:lnRef>
        <a:fillRef idx="1">
          <a:scrgbClr r="0" g="0" b="0"/>
        </a:fillRef>
        <a:effectRef idx="1">
          <a:scrgbClr r="0" g="0" b="0"/>
        </a:effectRef>
        <a:fontRef idx="minor"/>
      </dsp:style>
    </dsp:sp>
    <dsp:sp modelId="{C8D7F805-408F-4A97-9EAE-5E8A04AADD14}">
      <dsp:nvSpPr>
        <dsp:cNvPr id="0" name=""/>
        <dsp:cNvSpPr/>
      </dsp:nvSpPr>
      <dsp:spPr>
        <a:xfrm>
          <a:off x="2023110" y="3737213"/>
          <a:ext cx="7386703" cy="8788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en-US" sz="1900" kern="1200" dirty="0"/>
            <a:t>Visual affordances that </a:t>
          </a:r>
          <a:r>
            <a:rPr lang="en-US" sz="1900" b="1" kern="1200" dirty="0">
              <a:solidFill>
                <a:schemeClr val="accent5">
                  <a:lumMod val="75000"/>
                </a:schemeClr>
              </a:solidFill>
            </a:rPr>
            <a:t>signal "there's more" </a:t>
          </a:r>
          <a:r>
            <a:rPr lang="en-US" sz="1900" kern="1200" dirty="0"/>
            <a:t>— clear section breaks, </a:t>
          </a:r>
          <a:r>
            <a:rPr lang="en-US" sz="1900" b="1" kern="1200" dirty="0">
              <a:solidFill>
                <a:schemeClr val="accent5">
                  <a:lumMod val="75000"/>
                </a:schemeClr>
              </a:solidFill>
            </a:rPr>
            <a:t>teaser text</a:t>
          </a:r>
          <a:r>
            <a:rPr lang="en-US" sz="1900" kern="1200" dirty="0"/>
            <a:t>, "browse all" links</a:t>
          </a:r>
        </a:p>
      </dsp:txBody>
      <dsp:txXfrm>
        <a:off x="2023110" y="3737213"/>
        <a:ext cx="7386703" cy="878808"/>
      </dsp:txXfrm>
    </dsp:sp>
    <dsp:sp modelId="{832A5ACC-4C56-4248-8A0D-C5E79D60A139}">
      <dsp:nvSpPr>
        <dsp:cNvPr id="0" name=""/>
        <dsp:cNvSpPr/>
      </dsp:nvSpPr>
      <dsp:spPr>
        <a:xfrm>
          <a:off x="1881962" y="4616021"/>
          <a:ext cx="7527851" cy="0"/>
        </a:xfrm>
        <a:prstGeom prst="line">
          <a:avLst/>
        </a:prstGeom>
        <a:solidFill>
          <a:schemeClr val="dk2">
            <a:hueOff val="0"/>
            <a:satOff val="0"/>
            <a:lumOff val="0"/>
            <a:alphaOff val="0"/>
          </a:schemeClr>
        </a:solidFill>
        <a:ln w="19050" cap="flat" cmpd="sng" algn="ctr">
          <a:solidFill>
            <a:schemeClr val="dk2">
              <a:tint val="50000"/>
              <a:hueOff val="0"/>
              <a:satOff val="0"/>
              <a:lumOff val="0"/>
              <a:alphaOff val="0"/>
            </a:schemeClr>
          </a:solidFill>
          <a:prstDash val="solid"/>
          <a:miter lim="800000"/>
        </a:ln>
        <a:effectLst/>
      </dsp:spPr>
      <dsp:style>
        <a:lnRef idx="2">
          <a:scrgbClr r="0" g="0" b="0"/>
        </a:lnRef>
        <a:fillRef idx="1">
          <a:scrgbClr r="0" g="0" b="0"/>
        </a:fillRef>
        <a:effectRef idx="1">
          <a:scrgbClr r="0" g="0" b="0"/>
        </a:effectRef>
        <a:fontRef idx="minor"/>
      </dsp:style>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E42C90C-1EDF-4132-9B14-DD7D794E78DD}">
      <dsp:nvSpPr>
        <dsp:cNvPr id="0" name=""/>
        <dsp:cNvSpPr/>
      </dsp:nvSpPr>
      <dsp:spPr>
        <a:xfrm>
          <a:off x="0" y="2278"/>
          <a:ext cx="9409814" cy="0"/>
        </a:xfrm>
        <a:prstGeom prst="line">
          <a:avLst/>
        </a:prstGeom>
        <a:solidFill>
          <a:schemeClr val="dk2">
            <a:hueOff val="0"/>
            <a:satOff val="0"/>
            <a:lumOff val="0"/>
            <a:alphaOff val="0"/>
          </a:schemeClr>
        </a:solidFill>
        <a:ln w="1905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1">
          <a:scrgbClr r="0" g="0" b="0"/>
        </a:effectRef>
        <a:fontRef idx="minor">
          <a:schemeClr val="lt1"/>
        </a:fontRef>
      </dsp:style>
    </dsp:sp>
    <dsp:sp modelId="{E9179E95-1DF6-40D5-A0C6-6D7C4B968298}">
      <dsp:nvSpPr>
        <dsp:cNvPr id="0" name=""/>
        <dsp:cNvSpPr/>
      </dsp:nvSpPr>
      <dsp:spPr>
        <a:xfrm>
          <a:off x="0" y="2278"/>
          <a:ext cx="1881962" cy="466269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b="1" i="1" kern="1200" dirty="0">
              <a:solidFill>
                <a:schemeClr val="accent2">
                  <a:lumMod val="75000"/>
                </a:schemeClr>
              </a:solidFill>
            </a:rPr>
            <a:t>Most of the time, we want to avoid extremes. Our websites will serve both known-info seekers &amp; explorers</a:t>
          </a:r>
        </a:p>
      </dsp:txBody>
      <dsp:txXfrm>
        <a:off x="0" y="2278"/>
        <a:ext cx="1881962" cy="4662692"/>
      </dsp:txXfrm>
    </dsp:sp>
    <dsp:sp modelId="{199C02EE-DEC8-4750-A8BB-C51D80DE506D}">
      <dsp:nvSpPr>
        <dsp:cNvPr id="0" name=""/>
        <dsp:cNvSpPr/>
      </dsp:nvSpPr>
      <dsp:spPr>
        <a:xfrm>
          <a:off x="2023110" y="46219"/>
          <a:ext cx="7386703" cy="8788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en-US" sz="1900" b="1" kern="1200" dirty="0">
              <a:solidFill>
                <a:schemeClr val="accent5">
                  <a:lumMod val="75000"/>
                </a:schemeClr>
              </a:solidFill>
            </a:rPr>
            <a:t>Keep the nav precise; do the exploratory work inside the page </a:t>
          </a:r>
          <a:r>
            <a:rPr lang="en-US" sz="1900" kern="1200" dirty="0"/>
            <a:t>— Navigation labels should be literal and stable. Hub pages, descriptions, cards, &amp; cross-links handle discovery without polluting the hierarchy.</a:t>
          </a:r>
        </a:p>
      </dsp:txBody>
      <dsp:txXfrm>
        <a:off x="2023110" y="46219"/>
        <a:ext cx="7386703" cy="878808"/>
      </dsp:txXfrm>
    </dsp:sp>
    <dsp:sp modelId="{7F84BF2C-8FB2-4CF5-9B57-318D5C5B34F6}">
      <dsp:nvSpPr>
        <dsp:cNvPr id="0" name=""/>
        <dsp:cNvSpPr/>
      </dsp:nvSpPr>
      <dsp:spPr>
        <a:xfrm>
          <a:off x="1881962" y="925027"/>
          <a:ext cx="7527851" cy="0"/>
        </a:xfrm>
        <a:prstGeom prst="line">
          <a:avLst/>
        </a:prstGeom>
        <a:solidFill>
          <a:schemeClr val="dk2">
            <a:hueOff val="0"/>
            <a:satOff val="0"/>
            <a:lumOff val="0"/>
            <a:alphaOff val="0"/>
          </a:schemeClr>
        </a:solidFill>
        <a:ln w="19050" cap="flat" cmpd="sng" algn="ctr">
          <a:solidFill>
            <a:schemeClr val="dk2">
              <a:tint val="50000"/>
              <a:hueOff val="0"/>
              <a:satOff val="0"/>
              <a:lumOff val="0"/>
              <a:alphaOff val="0"/>
            </a:schemeClr>
          </a:solidFill>
          <a:prstDash val="solid"/>
          <a:miter lim="800000"/>
        </a:ln>
        <a:effectLst/>
      </dsp:spPr>
      <dsp:style>
        <a:lnRef idx="2">
          <a:scrgbClr r="0" g="0" b="0"/>
        </a:lnRef>
        <a:fillRef idx="1">
          <a:scrgbClr r="0" g="0" b="0"/>
        </a:fillRef>
        <a:effectRef idx="1">
          <a:scrgbClr r="0" g="0" b="0"/>
        </a:effectRef>
        <a:fontRef idx="minor"/>
      </dsp:style>
    </dsp:sp>
    <dsp:sp modelId="{A9436C7E-E2A5-48A6-88C8-6C3B21AD7C24}">
      <dsp:nvSpPr>
        <dsp:cNvPr id="0" name=""/>
        <dsp:cNvSpPr/>
      </dsp:nvSpPr>
      <dsp:spPr>
        <a:xfrm>
          <a:off x="2023110" y="968967"/>
          <a:ext cx="7386703" cy="8788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en-US" sz="1900" b="1" kern="1200" dirty="0">
              <a:solidFill>
                <a:schemeClr val="accent5">
                  <a:lumMod val="75000"/>
                </a:schemeClr>
              </a:solidFill>
            </a:rPr>
            <a:t>Offer dual entry points on the homepage </a:t>
          </a:r>
          <a:r>
            <a:rPr lang="en-US" sz="1900" kern="1200" dirty="0"/>
            <a:t>— A direct pathway ("I know what I need") alongside a discovery pathway ("Show me what's here"). Neither should dominate.</a:t>
          </a:r>
        </a:p>
      </dsp:txBody>
      <dsp:txXfrm>
        <a:off x="2023110" y="968967"/>
        <a:ext cx="7386703" cy="878808"/>
      </dsp:txXfrm>
    </dsp:sp>
    <dsp:sp modelId="{0959C976-026B-455F-9AC5-82C79C221CCB}">
      <dsp:nvSpPr>
        <dsp:cNvPr id="0" name=""/>
        <dsp:cNvSpPr/>
      </dsp:nvSpPr>
      <dsp:spPr>
        <a:xfrm>
          <a:off x="1881962" y="1847776"/>
          <a:ext cx="7527851" cy="0"/>
        </a:xfrm>
        <a:prstGeom prst="line">
          <a:avLst/>
        </a:prstGeom>
        <a:solidFill>
          <a:schemeClr val="dk2">
            <a:hueOff val="0"/>
            <a:satOff val="0"/>
            <a:lumOff val="0"/>
            <a:alphaOff val="0"/>
          </a:schemeClr>
        </a:solidFill>
        <a:ln w="19050" cap="flat" cmpd="sng" algn="ctr">
          <a:solidFill>
            <a:schemeClr val="dk2">
              <a:tint val="50000"/>
              <a:hueOff val="0"/>
              <a:satOff val="0"/>
              <a:lumOff val="0"/>
              <a:alphaOff val="0"/>
            </a:schemeClr>
          </a:solidFill>
          <a:prstDash val="solid"/>
          <a:miter lim="800000"/>
        </a:ln>
        <a:effectLst/>
      </dsp:spPr>
      <dsp:style>
        <a:lnRef idx="2">
          <a:scrgbClr r="0" g="0" b="0"/>
        </a:lnRef>
        <a:fillRef idx="1">
          <a:scrgbClr r="0" g="0" b="0"/>
        </a:fillRef>
        <a:effectRef idx="1">
          <a:scrgbClr r="0" g="0" b="0"/>
        </a:effectRef>
        <a:fontRef idx="minor"/>
      </dsp:style>
    </dsp:sp>
    <dsp:sp modelId="{E1D3734C-F460-4FF7-8736-7D1DCA93BAED}">
      <dsp:nvSpPr>
        <dsp:cNvPr id="0" name=""/>
        <dsp:cNvSpPr/>
      </dsp:nvSpPr>
      <dsp:spPr>
        <a:xfrm>
          <a:off x="2023110" y="1891716"/>
          <a:ext cx="7386703" cy="8788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en-US" sz="1900" b="1" kern="1200" dirty="0">
              <a:solidFill>
                <a:schemeClr val="accent5">
                  <a:lumMod val="75000"/>
                </a:schemeClr>
              </a:solidFill>
            </a:rPr>
            <a:t>Progressive disclosure serves both modes at once</a:t>
          </a:r>
          <a:r>
            <a:rPr lang="en-US" sz="1900" kern="1200" dirty="0">
              <a:solidFill>
                <a:schemeClr val="accent5">
                  <a:lumMod val="75000"/>
                </a:schemeClr>
              </a:solidFill>
            </a:rPr>
            <a:t> </a:t>
          </a:r>
          <a:r>
            <a:rPr lang="en-US" sz="1900" kern="1200" dirty="0"/>
            <a:t>— Lead w/ a clear, scannable answer or summary (known-item users stop here), then follow w/ context, related content, &amp; deeper sections (explorers keep going).</a:t>
          </a:r>
        </a:p>
      </dsp:txBody>
      <dsp:txXfrm>
        <a:off x="2023110" y="1891716"/>
        <a:ext cx="7386703" cy="878808"/>
      </dsp:txXfrm>
    </dsp:sp>
    <dsp:sp modelId="{C3276E96-EB30-4580-9106-461598C1C1E7}">
      <dsp:nvSpPr>
        <dsp:cNvPr id="0" name=""/>
        <dsp:cNvSpPr/>
      </dsp:nvSpPr>
      <dsp:spPr>
        <a:xfrm>
          <a:off x="1881962" y="2770524"/>
          <a:ext cx="7527851" cy="0"/>
        </a:xfrm>
        <a:prstGeom prst="line">
          <a:avLst/>
        </a:prstGeom>
        <a:solidFill>
          <a:schemeClr val="dk2">
            <a:hueOff val="0"/>
            <a:satOff val="0"/>
            <a:lumOff val="0"/>
            <a:alphaOff val="0"/>
          </a:schemeClr>
        </a:solidFill>
        <a:ln w="19050" cap="flat" cmpd="sng" algn="ctr">
          <a:solidFill>
            <a:schemeClr val="dk2">
              <a:tint val="50000"/>
              <a:hueOff val="0"/>
              <a:satOff val="0"/>
              <a:lumOff val="0"/>
              <a:alphaOff val="0"/>
            </a:schemeClr>
          </a:solidFill>
          <a:prstDash val="solid"/>
          <a:miter lim="800000"/>
        </a:ln>
        <a:effectLst/>
      </dsp:spPr>
      <dsp:style>
        <a:lnRef idx="2">
          <a:scrgbClr r="0" g="0" b="0"/>
        </a:lnRef>
        <a:fillRef idx="1">
          <a:scrgbClr r="0" g="0" b="0"/>
        </a:fillRef>
        <a:effectRef idx="1">
          <a:scrgbClr r="0" g="0" b="0"/>
        </a:effectRef>
        <a:fontRef idx="minor"/>
      </dsp:style>
    </dsp:sp>
    <dsp:sp modelId="{9FFC7036-4E71-48C3-9920-C9E45EDFA657}">
      <dsp:nvSpPr>
        <dsp:cNvPr id="0" name=""/>
        <dsp:cNvSpPr/>
      </dsp:nvSpPr>
      <dsp:spPr>
        <a:xfrm>
          <a:off x="2023110" y="2814465"/>
          <a:ext cx="7386703" cy="8788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en-US" sz="1900" b="1" kern="1200" dirty="0">
              <a:solidFill>
                <a:schemeClr val="accent5">
                  <a:lumMod val="75000"/>
                </a:schemeClr>
              </a:solidFill>
            </a:rPr>
            <a:t>Sub-labels beneath nav items </a:t>
          </a:r>
          <a:r>
            <a:rPr lang="en-US" sz="1900" kern="1200" dirty="0"/>
            <a:t>— A precise label ("Tuition &amp; Fees") plus a brief descriptor ("Deadlines, payment plans, fee schedules") gives known-item users the literal match they need &amp; explorers the context to orient.</a:t>
          </a:r>
        </a:p>
      </dsp:txBody>
      <dsp:txXfrm>
        <a:off x="2023110" y="2814465"/>
        <a:ext cx="7386703" cy="878808"/>
      </dsp:txXfrm>
    </dsp:sp>
    <dsp:sp modelId="{EF21FEA6-7038-4032-984F-052F90C4DADF}">
      <dsp:nvSpPr>
        <dsp:cNvPr id="0" name=""/>
        <dsp:cNvSpPr/>
      </dsp:nvSpPr>
      <dsp:spPr>
        <a:xfrm>
          <a:off x="1881962" y="3693273"/>
          <a:ext cx="7527851" cy="0"/>
        </a:xfrm>
        <a:prstGeom prst="line">
          <a:avLst/>
        </a:prstGeom>
        <a:solidFill>
          <a:schemeClr val="dk2">
            <a:hueOff val="0"/>
            <a:satOff val="0"/>
            <a:lumOff val="0"/>
            <a:alphaOff val="0"/>
          </a:schemeClr>
        </a:solidFill>
        <a:ln w="19050" cap="flat" cmpd="sng" algn="ctr">
          <a:solidFill>
            <a:schemeClr val="dk2">
              <a:tint val="50000"/>
              <a:hueOff val="0"/>
              <a:satOff val="0"/>
              <a:lumOff val="0"/>
              <a:alphaOff val="0"/>
            </a:schemeClr>
          </a:solidFill>
          <a:prstDash val="solid"/>
          <a:miter lim="800000"/>
        </a:ln>
        <a:effectLst/>
      </dsp:spPr>
      <dsp:style>
        <a:lnRef idx="2">
          <a:scrgbClr r="0" g="0" b="0"/>
        </a:lnRef>
        <a:fillRef idx="1">
          <a:scrgbClr r="0" g="0" b="0"/>
        </a:fillRef>
        <a:effectRef idx="1">
          <a:scrgbClr r="0" g="0" b="0"/>
        </a:effectRef>
        <a:fontRef idx="minor"/>
      </dsp:style>
    </dsp:sp>
    <dsp:sp modelId="{C8D7F805-408F-4A97-9EAE-5E8A04AADD14}">
      <dsp:nvSpPr>
        <dsp:cNvPr id="0" name=""/>
        <dsp:cNvSpPr/>
      </dsp:nvSpPr>
      <dsp:spPr>
        <a:xfrm>
          <a:off x="2023110" y="3737213"/>
          <a:ext cx="7386703" cy="8788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en-US" sz="1900" b="1" kern="1200" dirty="0">
              <a:solidFill>
                <a:schemeClr val="accent5">
                  <a:lumMod val="75000"/>
                </a:schemeClr>
              </a:solidFill>
            </a:rPr>
            <a:t>Consistent page structure, main nav is best </a:t>
          </a:r>
          <a:r>
            <a:rPr lang="en-US" sz="1900" kern="1200" dirty="0"/>
            <a:t>— Predictable placement of nav, breadcrumbs, and landmarks helps returning users </a:t>
          </a:r>
          <a:r>
            <a:rPr lang="en-US" sz="1900" b="1" i="1" kern="1200" dirty="0" err="1"/>
            <a:t>refind</a:t>
          </a:r>
          <a:r>
            <a:rPr lang="en-US" sz="1900" kern="1200" dirty="0"/>
            <a:t> things and new users orient — both benefit equally.</a:t>
          </a:r>
        </a:p>
      </dsp:txBody>
      <dsp:txXfrm>
        <a:off x="2023110" y="3737213"/>
        <a:ext cx="7386703" cy="878808"/>
      </dsp:txXfrm>
    </dsp:sp>
    <dsp:sp modelId="{832A5ACC-4C56-4248-8A0D-C5E79D60A139}">
      <dsp:nvSpPr>
        <dsp:cNvPr id="0" name=""/>
        <dsp:cNvSpPr/>
      </dsp:nvSpPr>
      <dsp:spPr>
        <a:xfrm>
          <a:off x="1881962" y="4616021"/>
          <a:ext cx="7527851" cy="0"/>
        </a:xfrm>
        <a:prstGeom prst="line">
          <a:avLst/>
        </a:prstGeom>
        <a:solidFill>
          <a:schemeClr val="dk2">
            <a:hueOff val="0"/>
            <a:satOff val="0"/>
            <a:lumOff val="0"/>
            <a:alphaOff val="0"/>
          </a:schemeClr>
        </a:solidFill>
        <a:ln w="19050" cap="flat" cmpd="sng" algn="ctr">
          <a:solidFill>
            <a:schemeClr val="dk2">
              <a:tint val="50000"/>
              <a:hueOff val="0"/>
              <a:satOff val="0"/>
              <a:lumOff val="0"/>
              <a:alphaOff val="0"/>
            </a:schemeClr>
          </a:solidFill>
          <a:prstDash val="solid"/>
          <a:miter lim="800000"/>
        </a:ln>
        <a:effectLst/>
      </dsp:spPr>
      <dsp:style>
        <a:lnRef idx="2">
          <a:scrgbClr r="0" g="0" b="0"/>
        </a:lnRef>
        <a:fillRef idx="1">
          <a:scrgbClr r="0" g="0" b="0"/>
        </a:fillRef>
        <a:effectRef idx="1">
          <a:scrgbClr r="0" g="0" b="0"/>
        </a:effectRef>
        <a:fontRef idx="minor"/>
      </dsp:style>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2.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3.xml><?xml version="1.0" encoding="utf-8"?>
<dgm:layoutDef xmlns:dgm="http://schemas.openxmlformats.org/drawingml/2006/diagram" xmlns:a="http://schemas.openxmlformats.org/drawingml/2006/main" uniqueId="urn:microsoft.com/office/officeart/2005/8/layout/vProcess5">
  <dgm:title val=""/>
  <dgm:desc val=""/>
  <dgm:catLst>
    <dgm:cat type="process" pri="14000"/>
  </dgm:catLst>
  <dgm:sampData>
    <dgm:dataModel>
      <dgm:ptLst>
        <dgm:pt modelId="0" type="doc"/>
        <dgm:pt modelId="1">
          <dgm:prSet phldr="1"/>
        </dgm:pt>
        <dgm:pt modelId="2">
          <dgm:prSet phldr="1"/>
        </dgm:pt>
        <dgm:pt modelId="3">
          <dgm:prSet phldr="1"/>
        </dgm:pt>
      </dgm:ptLst>
      <dgm:cxnLst>
        <dgm:cxn modelId="5" srcId="0" destId="1" srcOrd="0" destOrd="0"/>
        <dgm:cxn modelId="6" srcId="0" destId="2" srcOrd="1" destOrd="0"/>
        <dgm:cxn modelId="7" srcId="0" destId="3" srcOrd="2"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6" srcId="0" destId="1" srcOrd="0" destOrd="0"/>
        <dgm:cxn modelId="7" srcId="0" destId="2" srcOrd="1" destOrd="0"/>
        <dgm:cxn modelId="8" srcId="0" destId="3" srcOrd="2" destOrd="0"/>
        <dgm:cxn modelId="9" srcId="0" destId="4" srcOrd="3" destOrd="0"/>
      </dgm:cxnLst>
      <dgm:bg/>
      <dgm:whole/>
    </dgm:dataModel>
  </dgm:clrData>
  <dgm:layoutNode name="outerComposite">
    <dgm:varLst>
      <dgm:chMax val="5"/>
      <dgm:dir/>
      <dgm:resizeHandles val="exact"/>
    </dgm:varLst>
    <dgm:alg type="composite"/>
    <dgm:shape xmlns:r="http://schemas.openxmlformats.org/officeDocument/2006/relationships" r:blip="">
      <dgm:adjLst/>
    </dgm:shape>
    <dgm:presOf/>
    <dgm:choose name="Name0">
      <dgm:if name="Name1" func="var" arg="dir" op="equ" val="norm">
        <dgm:constrLst>
          <dgm:constr type="primFontSz" for="ch" ptType="node" op="equ" val="65"/>
          <dgm:constr type="w" for="ch" forName="dummyMaxCanvas" refType="w"/>
          <dgm:constr type="h" for="ch" forName="dummyMaxCanvas" refType="h"/>
          <dgm:constr type="w" for="ch" forName="OneNode_1" refType="w"/>
          <dgm:constr type="h" for="ch" forName="OneNode_1" refType="h" fact="0.5"/>
          <dgm:constr type="ctrY" for="ch" forName="OneNode_1" refType="h" fact="0.5"/>
          <dgm:constr type="w" for="ch" forName="TwoNodes_1" refType="w" fact="0.85"/>
          <dgm:constr type="h" for="ch" forName="TwoNodes_1" refType="h" fact="0.45"/>
          <dgm:constr type="t" for="ch" forName="TwoNodes_1"/>
          <dgm:constr type="l" for="ch" forName="TwoNodes_1"/>
          <dgm:constr type="w" for="ch" forName="TwoNodes_2" refType="w" fact="0.85"/>
          <dgm:constr type="h" for="ch" forName="TwoNodes_2" refType="h" fact="0.45"/>
          <dgm:constr type="b" for="ch" forName="TwoNodes_2" refType="h"/>
          <dgm:constr type="r" for="ch" forName="TwoNodes_2" refType="w"/>
          <dgm:constr type="w" for="ch" forName="TwoConn_1-2" refType="h" refFor="ch" refForName="TwoNodes_1" fact="0.65"/>
          <dgm:constr type="h" for="ch" forName="TwoConn_1-2" refType="h" refFor="ch" refForName="TwoNodes_1" fact="0.65"/>
          <dgm:constr type="ctrY" for="ch" forName="TwoConn_1-2" refType="h" fact="0.5"/>
          <dgm:constr type="r" for="ch" forName="TwoConn_1-2" refType="r" refFor="ch" refForName="TwoNodes_1"/>
          <dgm:constr type="r" for="ch" forName="TwoNodes_1_text" refType="l" refFor="ch" refForName="TwoConn_1-2"/>
          <dgm:constr type="rOff" for="ch" forName="TwoNodes_1_text" refType="w" refFor="ch" refForName="TwoConn_1-2" fact="-0.5"/>
          <dgm:constr type="t" for="ch" forName="TwoNodes_1_text" refType="t" refFor="ch" refForName="TwoNodes_1"/>
          <dgm:constr type="b" for="ch" forName="TwoNodes_1_text" refType="b" refFor="ch" refForName="TwoNodes_1"/>
          <dgm:constr type="l" for="ch" forName="TwoNodes_1_text" refType="l" refFor="ch" refForName="TwoNodes_1"/>
          <dgm:constr type="r" for="ch" forName="TwoNodes_2_text" refType="l" refFor="ch" refForName="TwoConn_1-2"/>
          <dgm:constr type="t" for="ch" forName="TwoNodes_2_text" refType="t" refFor="ch" refForName="TwoNodes_2"/>
          <dgm:constr type="b" for="ch" forName="TwoNodes_2_text" refType="b" refFor="ch" refForName="TwoNodes_2"/>
          <dgm:constr type="l" for="ch" forName="TwoNodes_2_text" refType="l" refFor="ch" refForName="TwoNodes_2"/>
          <dgm:constr type="w" for="ch" forName="ThreeNodes_1" refType="w" fact="0.85"/>
          <dgm:constr type="h" for="ch" forName="ThreeNodes_1" refType="h" fact="0.3"/>
          <dgm:constr type="t" for="ch" forName="ThreeNodes_1"/>
          <dgm:constr type="l" for="ch" forName="ThreeNodes_1"/>
          <dgm:constr type="w" for="ch" forName="ThreeNodes_2" refType="w" fact="0.85"/>
          <dgm:constr type="h" for="ch" forName="ThreeNodes_2" refType="h" fact="0.3"/>
          <dgm:constr type="ctrY" for="ch" forName="ThreeNodes_2" refType="h" fact="0.5"/>
          <dgm:constr type="ctrX" for="ch" forName="ThreeNodes_2" refType="w" fact="0.5"/>
          <dgm:constr type="w" for="ch" forName="ThreeNodes_3" refType="w" fact="0.85"/>
          <dgm:constr type="h" for="ch" forName="ThreeNodes_3" refType="h" fact="0.3"/>
          <dgm:constr type="b" for="ch" forName="ThreeNodes_3" refType="h"/>
          <dgm:constr type="r" for="ch" forName="ThreeNodes_3" refType="w"/>
          <dgm:constr type="w" for="ch" forName="ThreeConn_1-2" refType="h" refFor="ch" refForName="ThreeNodes_1" fact="0.65"/>
          <dgm:constr type="h" for="ch" forName="ThreeConn_1-2" refType="h" refFor="ch" refForName="ThreeNodes_1" fact="0.65"/>
          <dgm:constr type="ctrY" for="ch" forName="ThreeConn_1-2" refType="h" fact="0.325"/>
          <dgm:constr type="r" for="ch" forName="ThreeConn_1-2" refType="r" refFor="ch" refForName="ThreeNodes_1"/>
          <dgm:constr type="w" for="ch" forName="ThreeConn_2-3" refType="h" refFor="ch" refForName="ThreeNodes_2" fact="0.65"/>
          <dgm:constr type="h" for="ch" forName="ThreeConn_2-3" refType="h" refFor="ch" refForName="ThreeNodes_2" fact="0.65"/>
          <dgm:constr type="ctrY" for="ch" forName="ThreeConn_2-3" refType="h" fact="0.673"/>
          <dgm:constr type="r" for="ch" forName="ThreeConn_2-3" refType="r" refFor="ch" refForName="ThreeNodes_2"/>
          <dgm:constr type="r" for="ch" forName="ThreeNodes_1_text" refType="l" refFor="ch" refForName="ThreeConn_1-2"/>
          <dgm:constr type="rOff" for="ch" forName="ThreeNodes_1_text" refType="w" refFor="ch" refForName="ThreeConn_1-2" fact="-0.57"/>
          <dgm:constr type="t" for="ch" forName="ThreeNodes_1_text" refType="t" refFor="ch" refForName="ThreeNodes_1"/>
          <dgm:constr type="b" for="ch" forName="ThreeNodes_1_text" refType="b" refFor="ch" refForName="ThreeNodes_1"/>
          <dgm:constr type="l" for="ch" forName="ThreeNodes_1_text" refType="l" refFor="ch" refForName="ThreeNodes_1"/>
          <dgm:constr type="r" for="ch" forName="ThreeNodes_2_text" refType="l" refFor="ch" refForName="ThreeConn_1-2"/>
          <dgm:constr type="t" for="ch" forName="ThreeNodes_2_text" refType="t" refFor="ch" refForName="ThreeNodes_2"/>
          <dgm:constr type="b" for="ch" forName="ThreeNodes_2_text" refType="b" refFor="ch" refForName="ThreeNodes_2"/>
          <dgm:constr type="l" for="ch" forName="ThreeNodes_2_text" refType="l" refFor="ch" refForName="ThreeNodes_2"/>
          <dgm:constr type="r" for="ch" forName="ThreeNodes_3_text" refType="l" refFor="ch" refForName="ThreeConn_2-3"/>
          <dgm:constr type="t" for="ch" forName="ThreeNodes_3_text" refType="t" refFor="ch" refForName="ThreeNodes_3"/>
          <dgm:constr type="b" for="ch" forName="ThreeNodes_3_text" refType="b" refFor="ch" refForName="ThreeNodes_3"/>
          <dgm:constr type="l" for="ch" forName="ThreeNodes_3_text" refType="l" refFor="ch" refForName="ThreeNodes_3"/>
          <dgm:constr type="w" for="ch" forName="FourNodes_1" refType="w" fact="0.8"/>
          <dgm:constr type="h" for="ch" forName="FourNodes_1" refType="h" fact="0.22"/>
          <dgm:constr type="t" for="ch" forName="FourNodes_1"/>
          <dgm:constr type="l" for="ch" forName="FourNodes_1"/>
          <dgm:constr type="w" for="ch" forName="FourNodes_2" refType="w" fact="0.8"/>
          <dgm:constr type="h" for="ch" forName="FourNodes_2" refType="h" fact="0.22"/>
          <dgm:constr type="ctrY" for="ch" forName="FourNodes_2" refType="h" fact="0.37"/>
          <dgm:constr type="ctrX" for="ch" forName="FourNodes_2" refType="w" fact="0.467"/>
          <dgm:constr type="w" for="ch" forName="FourNodes_3" refType="w" fact="0.8"/>
          <dgm:constr type="h" for="ch" forName="FourNodes_3" refType="h" fact="0.22"/>
          <dgm:constr type="ctrY" for="ch" forName="FourNodes_3" refType="h" fact="0.63"/>
          <dgm:constr type="ctrX" for="ch" forName="FourNodes_3" refType="w" fact="0.533"/>
          <dgm:constr type="w" for="ch" forName="FourNodes_4" refType="w" fact="0.8"/>
          <dgm:constr type="h" for="ch" forName="FourNodes_4" refType="h" fact="0.22"/>
          <dgm:constr type="b" for="ch" forName="FourNodes_4" refType="h"/>
          <dgm:constr type="r" for="ch" forName="FourNodes_4" refType="w"/>
          <dgm:constr type="w" for="ch" forName="FourConn_1-2" refType="h" refFor="ch" refForName="FourNodes_1" fact="0.65"/>
          <dgm:constr type="h" for="ch" forName="FourConn_1-2" refType="h" refFor="ch" refForName="FourNodes_1" fact="0.65"/>
          <dgm:constr type="ctrY" for="ch" forName="FourConn_1-2" refType="h" fact="0.24"/>
          <dgm:constr type="r" for="ch" forName="FourConn_1-2" refType="r" refFor="ch" refForName="FourNodes_1"/>
          <dgm:constr type="w" for="ch" forName="FourConn_2-3" refType="h" refFor="ch" refForName="FourNodes_2" fact="0.65"/>
          <dgm:constr type="h" for="ch" forName="FourConn_2-3" refType="h" refFor="ch" refForName="FourNodes_2" fact="0.65"/>
          <dgm:constr type="ctrY" for="ch" forName="FourConn_2-3" refType="h" fact="0.5"/>
          <dgm:constr type="r" for="ch" forName="FourConn_2-3" refType="r" refFor="ch" refForName="FourNodes_2"/>
          <dgm:constr type="w" for="ch" forName="FourConn_3-4" refType="h" refFor="ch" refForName="FourNodes_3" fact="0.65"/>
          <dgm:constr type="h" for="ch" forName="FourConn_3-4" refType="h" refFor="ch" refForName="FourNodes_3" fact="0.65"/>
          <dgm:constr type="ctrY" for="ch" forName="FourConn_3-4" refType="h" fact="0.76"/>
          <dgm:constr type="r" for="ch" forName="FourConn_3-4" refType="r" refFor="ch" refForName="FourNodes_3"/>
          <dgm:constr type="r" for="ch" forName="FourNodes_1_text" refType="l" refFor="ch" refForName="FourConn_1-2"/>
          <dgm:constr type="rOff" for="ch" forName="FourNodes_1_text" refType="w" refFor="ch" refForName="FourConn_1-2" fact="-0.7"/>
          <dgm:constr type="t" for="ch" forName="FourNodes_1_text" refType="t" refFor="ch" refForName="FourNodes_1"/>
          <dgm:constr type="b" for="ch" forName="FourNodes_1_text" refType="b" refFor="ch" refForName="FourNodes_1"/>
          <dgm:constr type="l" for="ch" forName="FourNodes_1_text" refType="l" refFor="ch" refForName="FourNodes_1"/>
          <dgm:constr type="r" for="ch" forName="FourNodes_2_text" refType="l" refFor="ch" refForName="FourConn_1-2"/>
          <dgm:constr type="t" for="ch" forName="FourNodes_2_text" refType="t" refFor="ch" refForName="FourNodes_2"/>
          <dgm:constr type="b" for="ch" forName="FourNodes_2_text" refType="b" refFor="ch" refForName="FourNodes_2"/>
          <dgm:constr type="l" for="ch" forName="FourNodes_2_text" refType="l" refFor="ch" refForName="FourNodes_2"/>
          <dgm:constr type="r" for="ch" forName="FourNodes_3_text" refType="l" refFor="ch" refForName="FourConn_2-3"/>
          <dgm:constr type="t" for="ch" forName="FourNodes_3_text" refType="t" refFor="ch" refForName="FourNodes_3"/>
          <dgm:constr type="b" for="ch" forName="FourNodes_3_text" refType="b" refFor="ch" refForName="FourNodes_3"/>
          <dgm:constr type="l" for="ch" forName="FourNodes_3_text" refType="l" refFor="ch" refForName="FourNodes_3"/>
          <dgm:constr type="r" for="ch" forName="FourNodes_4_text" refType="l" refFor="ch" refForName="FourConn_3-4"/>
          <dgm:constr type="t" for="ch" forName="FourNodes_4_text" refType="t" refFor="ch" refForName="FourNodes_4"/>
          <dgm:constr type="b" for="ch" forName="FourNodes_4_text" refType="b" refFor="ch" refForName="FourNodes_4"/>
          <dgm:constr type="l" for="ch" forName="FourNodes_4_text" refType="l" refFor="ch" refForName="FourNodes_4"/>
          <dgm:constr type="w" for="ch" forName="FiveNodes_1" refType="w" fact="0.77"/>
          <dgm:constr type="h" for="ch" forName="FiveNodes_1" refType="h" fact="0.18"/>
          <dgm:constr type="t" for="ch" forName="FiveNodes_1"/>
          <dgm:constr type="l" for="ch" forName="FiveNodes_1"/>
          <dgm:constr type="w" for="ch" forName="FiveNodes_2" refType="w" fact="0.77"/>
          <dgm:constr type="h" for="ch" forName="FiveNodes_2" refType="h" fact="0.18"/>
          <dgm:constr type="ctrY" for="ch" forName="FiveNodes_2" refType="h" fact="0.295"/>
          <dgm:constr type="ctrX" for="ch" forName="FiveNodes_2" refType="w" fact="0.4425"/>
          <dgm:constr type="w" for="ch" forName="FiveNodes_3" refType="w" fact="0.77"/>
          <dgm:constr type="h" for="ch" forName="FiveNodes_3" refType="h" fact="0.18"/>
          <dgm:constr type="ctrY" for="ch" forName="FiveNodes_3" refType="h" fact="0.5"/>
          <dgm:constr type="ctrX" for="ch" forName="FiveNodes_3" refType="w" fact="0.5"/>
          <dgm:constr type="w" for="ch" forName="FiveNodes_4" refType="w" fact="0.77"/>
          <dgm:constr type="h" for="ch" forName="FiveNodes_4" refType="h" fact="0.18"/>
          <dgm:constr type="ctrY" for="ch" forName="FiveNodes_4" refType="h" fact="0.705"/>
          <dgm:constr type="ctrX" for="ch" forName="FiveNodes_4" refType="w" fact="0.5575"/>
          <dgm:constr type="w" for="ch" forName="FiveNodes_5" refType="w" fact="0.77"/>
          <dgm:constr type="h" for="ch" forName="FiveNodes_5" refType="h" fact="0.18"/>
          <dgm:constr type="b" for="ch" forName="FiveNodes_5" refType="h"/>
          <dgm:constr type="r" for="ch" forName="FiveNodes_5" refType="w"/>
          <dgm:constr type="w" for="ch" forName="FiveConn_1-2" refType="h" refFor="ch" refForName="FiveNodes_1" fact="0.65"/>
          <dgm:constr type="h" for="ch" forName="FiveConn_1-2" refType="h" refFor="ch" refForName="FiveNodes_1" fact="0.65"/>
          <dgm:constr type="ctrY" for="ch" forName="FiveConn_1-2" refType="h" fact="0.19"/>
          <dgm:constr type="r" for="ch" forName="FiveConn_1-2" refType="r" refFor="ch" refForName="FiveNodes_1"/>
          <dgm:constr type="w" for="ch" forName="FiveConn_2-3" refType="h" refFor="ch" refForName="FiveNodes_2" fact="0.65"/>
          <dgm:constr type="h" for="ch" forName="FiveConn_2-3" refType="h" refFor="ch" refForName="FiveNodes_2" fact="0.65"/>
          <dgm:constr type="ctrY" for="ch" forName="FiveConn_2-3" refType="h" fact="0.395"/>
          <dgm:constr type="r" for="ch" forName="FiveConn_2-3" refType="r" refFor="ch" refForName="FiveNodes_2"/>
          <dgm:constr type="w" for="ch" forName="FiveConn_3-4" refType="h" refFor="ch" refForName="FiveNodes_3" fact="0.65"/>
          <dgm:constr type="h" for="ch" forName="FiveConn_3-4" refType="h" refFor="ch" refForName="FiveNodes_3" fact="0.65"/>
          <dgm:constr type="ctrY" for="ch" forName="FiveConn_3-4" refType="h" fact="0.597"/>
          <dgm:constr type="r" for="ch" forName="FiveConn_3-4" refType="r" refFor="ch" refForName="FiveNodes_3"/>
          <dgm:constr type="w" for="ch" forName="FiveConn_4-5" refType="h" refFor="ch" refForName="FiveNodes_4" fact="0.65"/>
          <dgm:constr type="h" for="ch" forName="FiveConn_4-5" refType="h" refFor="ch" refForName="FiveNodes_4" fact="0.65"/>
          <dgm:constr type="ctrY" for="ch" forName="FiveConn_4-5" refType="h" fact="0.804"/>
          <dgm:constr type="r" for="ch" forName="FiveConn_4-5" refType="r" refFor="ch" refForName="FiveNodes_4"/>
          <dgm:constr type="r" for="ch" forName="FiveNodes_1_text" refType="l" refFor="ch" refForName="FiveConn_1-2"/>
          <dgm:constr type="rOff" for="ch" forName="FiveNodes_1_text" refType="w" refFor="ch" refForName="FiveConn_1-2" fact="-0.75"/>
          <dgm:constr type="t" for="ch" forName="FiveNodes_1_text" refType="t" refFor="ch" refForName="FiveNodes_1"/>
          <dgm:constr type="b" for="ch" forName="FiveNodes_1_text" refType="b" refFor="ch" refForName="FiveNodes_1"/>
          <dgm:constr type="l" for="ch" forName="FiveNodes_1_text" refType="l" refFor="ch" refForName="FiveNodes_1"/>
          <dgm:constr type="r" for="ch" forName="FiveNodes_2_text" refType="l" refFor="ch" refForName="FiveConn_1-2"/>
          <dgm:constr type="t" for="ch" forName="FiveNodes_2_text" refType="t" refFor="ch" refForName="FiveNodes_2"/>
          <dgm:constr type="b" for="ch" forName="FiveNodes_2_text" refType="b" refFor="ch" refForName="FiveNodes_2"/>
          <dgm:constr type="l" for="ch" forName="FiveNodes_2_text" refType="l" refFor="ch" refForName="FiveNodes_2"/>
          <dgm:constr type="r" for="ch" forName="FiveNodes_3_text" refType="l" refFor="ch" refForName="FiveConn_2-3"/>
          <dgm:constr type="t" for="ch" forName="FiveNodes_3_text" refType="t" refFor="ch" refForName="FiveNodes_3"/>
          <dgm:constr type="b" for="ch" forName="FiveNodes_3_text" refType="b" refFor="ch" refForName="FiveNodes_3"/>
          <dgm:constr type="l" for="ch" forName="FiveNodes_3_text" refType="l" refFor="ch" refForName="FiveNodes_3"/>
          <dgm:constr type="r" for="ch" forName="FiveNodes_4_text" refType="l" refFor="ch" refForName="FiveConn_3-4"/>
          <dgm:constr type="t" for="ch" forName="FiveNodes_4_text" refType="t" refFor="ch" refForName="FiveNodes_4"/>
          <dgm:constr type="b" for="ch" forName="FiveNodes_4_text" refType="b" refFor="ch" refForName="FiveNodes_4"/>
          <dgm:constr type="l" for="ch" forName="FiveNodes_4_text" refType="l" refFor="ch" refForName="FiveNodes_4"/>
          <dgm:constr type="r" for="ch" forName="FiveNodes_5_text" refType="l" refFor="ch" refForName="FiveConn_4-5"/>
          <dgm:constr type="t" for="ch" forName="FiveNodes_5_text" refType="t" refFor="ch" refForName="FiveNodes_5"/>
          <dgm:constr type="b" for="ch" forName="FiveNodes_5_text" refType="b" refFor="ch" refForName="FiveNodes_5"/>
          <dgm:constr type="l" for="ch" forName="FiveNodes_5_text" refType="l" refFor="ch" refForName="FiveNodes_5"/>
        </dgm:constrLst>
      </dgm:if>
      <dgm:else name="Name2">
        <dgm:constrLst>
          <dgm:constr type="primFontSz" for="ch" ptType="node" op="equ" val="65"/>
          <dgm:constr type="w" for="ch" forName="dummyMaxCanvas" refType="w"/>
          <dgm:constr type="h" for="ch" forName="dummyMaxCanvas" refType="h"/>
          <dgm:constr type="w" for="ch" forName="OneNode_1" refType="w"/>
          <dgm:constr type="h" for="ch" forName="OneNode_1" refType="h" fact="0.5"/>
          <dgm:constr type="ctrY" for="ch" forName="OneNode_1" refType="h" fact="0.5"/>
          <dgm:constr type="w" for="ch" forName="TwoNodes_1" refType="w" fact="0.85"/>
          <dgm:constr type="h" for="ch" forName="TwoNodes_1" refType="h" fact="0.45"/>
          <dgm:constr type="t" for="ch" forName="TwoNodes_1"/>
          <dgm:constr type="r" for="ch" forName="TwoNodes_1" refType="w"/>
          <dgm:constr type="w" for="ch" forName="TwoNodes_2" refType="w" fact="0.85"/>
          <dgm:constr type="h" for="ch" forName="TwoNodes_2" refType="h" fact="0.45"/>
          <dgm:constr type="b" for="ch" forName="TwoNodes_2" refType="h"/>
          <dgm:constr type="l" for="ch" forName="TwoNodes_2"/>
          <dgm:constr type="w" for="ch" forName="TwoConn_1-2" refType="h" refFor="ch" refForName="TwoNodes_1" fact="0.65"/>
          <dgm:constr type="h" for="ch" forName="TwoConn_1-2" refType="h" refFor="ch" refForName="TwoNodes_1" fact="0.65"/>
          <dgm:constr type="ctrY" for="ch" forName="TwoConn_1-2" refType="h" fact="0.5"/>
          <dgm:constr type="l" for="ch" forName="TwoConn_1-2" refType="l" refFor="ch" refForName="TwoNodes_1"/>
          <dgm:constr type="l" for="ch" forName="TwoNodes_1_text" refType="r" refFor="ch" refForName="TwoConn_1-2"/>
          <dgm:constr type="lOff" for="ch" forName="TwoNodes_1_text" refType="w" refFor="ch" refForName="TwoConn_1-2" fact="0.5"/>
          <dgm:constr type="t" for="ch" forName="TwoNodes_1_text" refType="t" refFor="ch" refForName="TwoNodes_1"/>
          <dgm:constr type="b" for="ch" forName="TwoNodes_1_text" refType="b" refFor="ch" refForName="TwoNodes_1"/>
          <dgm:constr type="r" for="ch" forName="TwoNodes_1_text" refType="r" refFor="ch" refForName="TwoNodes_1"/>
          <dgm:constr type="l" for="ch" forName="TwoNodes_2_text" refType="r" refFor="ch" refForName="TwoConn_1-2"/>
          <dgm:constr type="t" for="ch" forName="TwoNodes_2_text" refType="t" refFor="ch" refForName="TwoNodes_2"/>
          <dgm:constr type="b" for="ch" forName="TwoNodes_2_text" refType="b" refFor="ch" refForName="TwoNodes_2"/>
          <dgm:constr type="r" for="ch" forName="TwoNodes_2_text" refType="r" refFor="ch" refForName="TwoNodes_2"/>
          <dgm:constr type="w" for="ch" forName="ThreeNodes_1" refType="w" fact="0.85"/>
          <dgm:constr type="h" for="ch" forName="ThreeNodes_1" refType="h" fact="0.3"/>
          <dgm:constr type="t" for="ch" forName="ThreeNodes_1"/>
          <dgm:constr type="r" for="ch" forName="ThreeNodes_1" refType="w"/>
          <dgm:constr type="w" for="ch" forName="ThreeNodes_2" refType="w" fact="0.85"/>
          <dgm:constr type="h" for="ch" forName="ThreeNodes_2" refType="h" fact="0.3"/>
          <dgm:constr type="ctrY" for="ch" forName="ThreeNodes_2" refType="h" fact="0.5"/>
          <dgm:constr type="ctrX" for="ch" forName="ThreeNodes_2" refType="w" fact="0.5"/>
          <dgm:constr type="w" for="ch" forName="ThreeNodes_3" refType="w" fact="0.85"/>
          <dgm:constr type="h" for="ch" forName="ThreeNodes_3" refType="h" fact="0.3"/>
          <dgm:constr type="b" for="ch" forName="ThreeNodes_3" refType="h"/>
          <dgm:constr type="l" for="ch" forName="ThreeNodes_3"/>
          <dgm:constr type="w" for="ch" forName="ThreeConn_1-2" refType="h" refFor="ch" refForName="ThreeNodes_1" fact="0.65"/>
          <dgm:constr type="h" for="ch" forName="ThreeConn_1-2" refType="h" refFor="ch" refForName="ThreeNodes_1" fact="0.65"/>
          <dgm:constr type="ctrY" for="ch" forName="ThreeConn_1-2" refType="h" fact="0.325"/>
          <dgm:constr type="l" for="ch" forName="ThreeConn_1-2" refType="l" refFor="ch" refForName="ThreeNodes_1"/>
          <dgm:constr type="w" for="ch" forName="ThreeConn_2-3" refType="h" refFor="ch" refForName="ThreeNodes_2" fact="0.65"/>
          <dgm:constr type="h" for="ch" forName="ThreeConn_2-3" refType="h" refFor="ch" refForName="ThreeNodes_2" fact="0.65"/>
          <dgm:constr type="ctrY" for="ch" forName="ThreeConn_2-3" refType="h" fact="0.673"/>
          <dgm:constr type="l" for="ch" forName="ThreeConn_2-3" refType="l" refFor="ch" refForName="ThreeNodes_2"/>
          <dgm:constr type="l" for="ch" forName="ThreeNodes_1_text" refType="r" refFor="ch" refForName="ThreeConn_1-2"/>
          <dgm:constr type="lOff" for="ch" forName="ThreeNodes_1_text" refType="w" refFor="ch" refForName="ThreeConn_1-2" fact="0.55"/>
          <dgm:constr type="t" for="ch" forName="ThreeNodes_1_text" refType="t" refFor="ch" refForName="ThreeNodes_1"/>
          <dgm:constr type="b" for="ch" forName="ThreeNodes_1_text" refType="b" refFor="ch" refForName="ThreeNodes_1"/>
          <dgm:constr type="r" for="ch" forName="ThreeNodes_1_text" refType="r" refFor="ch" refForName="ThreeNodes_1"/>
          <dgm:constr type="l" for="ch" forName="ThreeNodes_2_text" refType="r" refFor="ch" refForName="ThreeConn_1-2"/>
          <dgm:constr type="t" for="ch" forName="ThreeNodes_2_text" refType="t" refFor="ch" refForName="ThreeNodes_2"/>
          <dgm:constr type="b" for="ch" forName="ThreeNodes_2_text" refType="b" refFor="ch" refForName="ThreeNodes_2"/>
          <dgm:constr type="r" for="ch" forName="ThreeNodes_2_text" refType="r" refFor="ch" refForName="ThreeNodes_2"/>
          <dgm:constr type="l" for="ch" forName="ThreeNodes_3_text" refType="r" refFor="ch" refForName="ThreeConn_2-3"/>
          <dgm:constr type="t" for="ch" forName="ThreeNodes_3_text" refType="t" refFor="ch" refForName="ThreeNodes_3"/>
          <dgm:constr type="b" for="ch" forName="ThreeNodes_3_text" refType="b" refFor="ch" refForName="ThreeNodes_3"/>
          <dgm:constr type="r" for="ch" forName="ThreeNodes_3_text" refType="r" refFor="ch" refForName="ThreeNodes_3"/>
          <dgm:constr type="w" for="ch" forName="FourNodes_1" refType="w" fact="0.8"/>
          <dgm:constr type="h" for="ch" forName="FourNodes_1" refType="h" fact="0.22"/>
          <dgm:constr type="t" for="ch" forName="FourNodes_1"/>
          <dgm:constr type="r" for="ch" forName="FourNodes_1" refType="w"/>
          <dgm:constr type="w" for="ch" forName="FourNodes_2" refType="w" fact="0.8"/>
          <dgm:constr type="h" for="ch" forName="FourNodes_2" refType="h" fact="0.22"/>
          <dgm:constr type="ctrY" for="ch" forName="FourNodes_2" refType="h" fact="0.37"/>
          <dgm:constr type="ctrX" for="ch" forName="FourNodes_2" refType="w" fact="0.533"/>
          <dgm:constr type="w" for="ch" forName="FourNodes_3" refType="w" fact="0.8"/>
          <dgm:constr type="h" for="ch" forName="FourNodes_3" refType="h" fact="0.22"/>
          <dgm:constr type="ctrY" for="ch" forName="FourNodes_3" refType="h" fact="0.63"/>
          <dgm:constr type="ctrX" for="ch" forName="FourNodes_3" refType="w" fact="0.467"/>
          <dgm:constr type="w" for="ch" forName="FourNodes_4" refType="w" fact="0.8"/>
          <dgm:constr type="h" for="ch" forName="FourNodes_4" refType="h" fact="0.22"/>
          <dgm:constr type="b" for="ch" forName="FourNodes_4" refType="h"/>
          <dgm:constr type="l" for="ch" forName="FourNodes_4"/>
          <dgm:constr type="w" for="ch" forName="FourConn_1-2" refType="h" refFor="ch" refForName="FourNodes_1" fact="0.65"/>
          <dgm:constr type="h" for="ch" forName="FourConn_1-2" refType="h" refFor="ch" refForName="FourNodes_1" fact="0.65"/>
          <dgm:constr type="ctrY" for="ch" forName="FourConn_1-2" refType="h" fact="0.24"/>
          <dgm:constr type="l" for="ch" forName="FourConn_1-2" refType="l" refFor="ch" refForName="FourNodes_1"/>
          <dgm:constr type="w" for="ch" forName="FourConn_2-3" refType="h" refFor="ch" refForName="FourNodes_2" fact="0.65"/>
          <dgm:constr type="h" for="ch" forName="FourConn_2-3" refType="h" refFor="ch" refForName="FourNodes_2" fact="0.65"/>
          <dgm:constr type="ctrY" for="ch" forName="FourConn_2-3" refType="h" fact="0.5"/>
          <dgm:constr type="l" for="ch" forName="FourConn_2-3" refType="l" refFor="ch" refForName="FourNodes_2"/>
          <dgm:constr type="w" for="ch" forName="FourConn_3-4" refType="h" refFor="ch" refForName="FourNodes_3" fact="0.65"/>
          <dgm:constr type="h" for="ch" forName="FourConn_3-4" refType="h" refFor="ch" refForName="FourNodes_3" fact="0.65"/>
          <dgm:constr type="ctrY" for="ch" forName="FourConn_3-4" refType="h" fact="0.76"/>
          <dgm:constr type="l" for="ch" forName="FourConn_3-4" refType="l" refFor="ch" refForName="FourNodes_3"/>
          <dgm:constr type="l" for="ch" forName="FourNodes_1_text" refType="r" refFor="ch" refForName="FourConn_1-2"/>
          <dgm:constr type="lOff" for="ch" forName="FourNodes_1_text" refType="w" refFor="ch" refForName="FourConn_1-2" fact="0.69"/>
          <dgm:constr type="t" for="ch" forName="FourNodes_1_text" refType="t" refFor="ch" refForName="FourNodes_1"/>
          <dgm:constr type="b" for="ch" forName="FourNodes_1_text" refType="b" refFor="ch" refForName="FourNodes_1"/>
          <dgm:constr type="r" for="ch" forName="FourNodes_1_text" refType="r" refFor="ch" refForName="FourNodes_1"/>
          <dgm:constr type="l" for="ch" forName="FourNodes_2_text" refType="r" refFor="ch" refForName="FourConn_1-2"/>
          <dgm:constr type="t" for="ch" forName="FourNodes_2_text" refType="t" refFor="ch" refForName="FourNodes_2"/>
          <dgm:constr type="b" for="ch" forName="FourNodes_2_text" refType="b" refFor="ch" refForName="FourNodes_2"/>
          <dgm:constr type="r" for="ch" forName="FourNodes_2_text" refType="r" refFor="ch" refForName="FourNodes_2"/>
          <dgm:constr type="l" for="ch" forName="FourNodes_3_text" refType="r" refFor="ch" refForName="FourConn_2-3"/>
          <dgm:constr type="t" for="ch" forName="FourNodes_3_text" refType="t" refFor="ch" refForName="FourNodes_3"/>
          <dgm:constr type="b" for="ch" forName="FourNodes_3_text" refType="b" refFor="ch" refForName="FourNodes_3"/>
          <dgm:constr type="r" for="ch" forName="FourNodes_3_text" refType="r" refFor="ch" refForName="FourNodes_3"/>
          <dgm:constr type="l" for="ch" forName="FourNodes_4_text" refType="r" refFor="ch" refForName="FourConn_3-4"/>
          <dgm:constr type="t" for="ch" forName="FourNodes_4_text" refType="t" refFor="ch" refForName="FourNodes_4"/>
          <dgm:constr type="b" for="ch" forName="FourNodes_4_text" refType="b" refFor="ch" refForName="FourNodes_4"/>
          <dgm:constr type="r" for="ch" forName="FourNodes_4_text" refType="r" refFor="ch" refForName="FourNodes_4"/>
          <dgm:constr type="w" for="ch" forName="FiveNodes_1" refType="w" fact="0.77"/>
          <dgm:constr type="h" for="ch" forName="FiveNodes_1" refType="h" fact="0.18"/>
          <dgm:constr type="t" for="ch" forName="FiveNodes_1"/>
          <dgm:constr type="r" for="ch" forName="FiveNodes_1" refType="w"/>
          <dgm:constr type="w" for="ch" forName="FiveNodes_2" refType="w" fact="0.77"/>
          <dgm:constr type="h" for="ch" forName="FiveNodes_2" refType="h" fact="0.18"/>
          <dgm:constr type="ctrY" for="ch" forName="FiveNodes_2" refType="h" fact="0.295"/>
          <dgm:constr type="ctrX" for="ch" forName="FiveNodes_2" refType="w" fact="0.5575"/>
          <dgm:constr type="w" for="ch" forName="FiveNodes_3" refType="w" fact="0.77"/>
          <dgm:constr type="h" for="ch" forName="FiveNodes_3" refType="h" fact="0.18"/>
          <dgm:constr type="ctrY" for="ch" forName="FiveNodes_3" refType="h" fact="0.5"/>
          <dgm:constr type="ctrX" for="ch" forName="FiveNodes_3" refType="w" fact="0.5"/>
          <dgm:constr type="w" for="ch" forName="FiveNodes_4" refType="w" fact="0.77"/>
          <dgm:constr type="h" for="ch" forName="FiveNodes_4" refType="h" fact="0.18"/>
          <dgm:constr type="ctrY" for="ch" forName="FiveNodes_4" refType="h" fact="0.705"/>
          <dgm:constr type="ctrX" for="ch" forName="FiveNodes_4" refType="w" fact="0.4425"/>
          <dgm:constr type="w" for="ch" forName="FiveNodes_5" refType="w" fact="0.77"/>
          <dgm:constr type="h" for="ch" forName="FiveNodes_5" refType="h" fact="0.18"/>
          <dgm:constr type="b" for="ch" forName="FiveNodes_5" refType="h"/>
          <dgm:constr type="l" for="ch" forName="FiveNodes_5"/>
          <dgm:constr type="w" for="ch" forName="FiveConn_1-2" refType="h" refFor="ch" refForName="FiveNodes_1" fact="0.65"/>
          <dgm:constr type="h" for="ch" forName="FiveConn_1-2" refType="h" refFor="ch" refForName="FiveNodes_1" fact="0.65"/>
          <dgm:constr type="ctrY" for="ch" forName="FiveConn_1-2" refType="h" fact="0.19"/>
          <dgm:constr type="l" for="ch" forName="FiveConn_1-2" refType="l" refFor="ch" refForName="FiveNodes_1"/>
          <dgm:constr type="w" for="ch" forName="FiveConn_2-3" refType="h" refFor="ch" refForName="FiveNodes_2" fact="0.65"/>
          <dgm:constr type="h" for="ch" forName="FiveConn_2-3" refType="h" refFor="ch" refForName="FiveNodes_2" fact="0.65"/>
          <dgm:constr type="ctrY" for="ch" forName="FiveConn_2-3" refType="h" fact="0.395"/>
          <dgm:constr type="l" for="ch" forName="FiveConn_2-3" refType="l" refFor="ch" refForName="FiveNodes_2"/>
          <dgm:constr type="w" for="ch" forName="FiveConn_3-4" refType="h" refFor="ch" refForName="FiveNodes_3" fact="0.65"/>
          <dgm:constr type="h" for="ch" forName="FiveConn_3-4" refType="h" refFor="ch" refForName="FiveNodes_3" fact="0.65"/>
          <dgm:constr type="ctrY" for="ch" forName="FiveConn_3-4" refType="h" fact="0.597"/>
          <dgm:constr type="l" for="ch" forName="FiveConn_3-4" refType="l" refFor="ch" refForName="FiveNodes_3"/>
          <dgm:constr type="w" for="ch" forName="FiveConn_4-5" refType="h" refFor="ch" refForName="FiveNodes_4" fact="0.65"/>
          <dgm:constr type="h" for="ch" forName="FiveConn_4-5" refType="h" refFor="ch" refForName="FiveNodes_4" fact="0.65"/>
          <dgm:constr type="ctrY" for="ch" forName="FiveConn_4-5" refType="h" fact="0.804"/>
          <dgm:constr type="l" for="ch" forName="FiveConn_4-5" refType="l" refFor="ch" refForName="FiveNodes_4"/>
          <dgm:constr type="l" for="ch" forName="FiveNodes_1_text" refType="r" refFor="ch" refForName="FiveConn_1-2"/>
          <dgm:constr type="lOff" for="ch" forName="FiveNodes_1_text" refType="w" refFor="ch" refForName="FiveConn_1-2" fact="0.73"/>
          <dgm:constr type="t" for="ch" forName="FiveNodes_1_text" refType="t" refFor="ch" refForName="FiveNodes_1"/>
          <dgm:constr type="b" for="ch" forName="FiveNodes_1_text" refType="b" refFor="ch" refForName="FiveNodes_1"/>
          <dgm:constr type="r" for="ch" forName="FiveNodes_1_text" refType="r" refFor="ch" refForName="FiveNodes_1"/>
          <dgm:constr type="l" for="ch" forName="FiveNodes_2_text" refType="r" refFor="ch" refForName="FiveConn_1-2"/>
          <dgm:constr type="t" for="ch" forName="FiveNodes_2_text" refType="t" refFor="ch" refForName="FiveNodes_2"/>
          <dgm:constr type="b" for="ch" forName="FiveNodes_2_text" refType="b" refFor="ch" refForName="FiveNodes_2"/>
          <dgm:constr type="r" for="ch" forName="FiveNodes_2_text" refType="r" refFor="ch" refForName="FiveNodes_2"/>
          <dgm:constr type="l" for="ch" forName="FiveNodes_3_text" refType="r" refFor="ch" refForName="FiveConn_2-3"/>
          <dgm:constr type="t" for="ch" forName="FiveNodes_3_text" refType="t" refFor="ch" refForName="FiveNodes_3"/>
          <dgm:constr type="b" for="ch" forName="FiveNodes_3_text" refType="b" refFor="ch" refForName="FiveNodes_3"/>
          <dgm:constr type="r" for="ch" forName="FiveNodes_3_text" refType="r" refFor="ch" refForName="FiveNodes_3"/>
          <dgm:constr type="l" for="ch" forName="FiveNodes_4_text" refType="r" refFor="ch" refForName="FiveConn_3-4"/>
          <dgm:constr type="t" for="ch" forName="FiveNodes_4_text" refType="t" refFor="ch" refForName="FiveNodes_4"/>
          <dgm:constr type="b" for="ch" forName="FiveNodes_4_text" refType="b" refFor="ch" refForName="FiveNodes_4"/>
          <dgm:constr type="r" for="ch" forName="FiveNodes_4_text" refType="r" refFor="ch" refForName="FiveNodes_4"/>
          <dgm:constr type="l" for="ch" forName="FiveNodes_5_text" refType="r" refFor="ch" refForName="FiveConn_4-5"/>
          <dgm:constr type="t" for="ch" forName="FiveNodes_5_text" refType="t" refFor="ch" refForName="FiveNodes_5"/>
          <dgm:constr type="b" for="ch" forName="FiveNodes_5_text" refType="b" refFor="ch" refForName="FiveNodes_5"/>
          <dgm:constr type="r" for="ch" forName="FiveNodes_5_text" refType="r" refFor="ch" refForName="FiveNodes_5"/>
        </dgm:constrLst>
      </dgm:else>
    </dgm:choose>
    <dgm:ruleLst/>
    <dgm:layoutNode name="dummyMaxCanvas">
      <dgm:varLst/>
      <dgm:alg type="sp"/>
      <dgm:shape xmlns:r="http://schemas.openxmlformats.org/officeDocument/2006/relationships" r:blip="">
        <dgm:adjLst/>
      </dgm:shape>
      <dgm:presOf/>
      <dgm:constrLst/>
      <dgm:ruleLst/>
    </dgm:layoutNode>
    <dgm:choose name="Name3">
      <dgm:if name="Name4" axis="ch" ptType="node" func="cnt" op="equ" val="1">
        <dgm:layoutNode name="OneNode_1">
          <dgm:varLst>
            <dgm:bulletEnabled val="1"/>
          </dgm:varLst>
          <dgm:alg type="tx"/>
          <dgm:shape xmlns:r="http://schemas.openxmlformats.org/officeDocument/2006/relationships" type="roundRect" r:blip="">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
        <dgm:choose name="Name6">
          <dgm:if name="Name7" axis="ch" ptType="node" func="cnt" op="equ" val="2">
            <dgm:layoutNode name="Two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Two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Two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wo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wo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
            <dgm:choose name="Name9">
              <dgm:if name="Name10" axis="ch" ptType="node" func="cnt" op="equ" val="3">
                <dgm:layoutNode name="Three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Three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Three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Three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hree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hree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hree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hree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1">
                <dgm:choose name="Name12">
                  <dgm:if name="Name13" axis="ch" ptType="node" func="cnt" op="equ" val="4">
                    <dgm:layoutNode name="Four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Four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Four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FourNodes_4">
                      <dgm:varLst>
                        <dgm:bulletEnabled val="1"/>
                      </dgm:varLst>
                      <dgm:alg type="sp"/>
                      <dgm:shape xmlns:r="http://schemas.openxmlformats.org/officeDocument/2006/relationships" type="roundRect" r:blip="">
                        <dgm:adjLst>
                          <dgm:adj idx="1" val="0.1"/>
                        </dgm:adjLst>
                      </dgm:shape>
                      <dgm:presOf axis="ch desOrSelf" ptType="node node" st="4 1" cnt="1 0"/>
                      <dgm:constrLst/>
                      <dgm:ruleLst/>
                    </dgm:layoutNode>
                    <dgm:layoutNode name="Four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Conn_3-4" styleLbl="fgAccFollowNode1">
                      <dgm:varLst>
                        <dgm:bulletEnabled val="1"/>
                      </dgm:varLst>
                      <dgm:alg type="tx"/>
                      <dgm:shape xmlns:r="http://schemas.openxmlformats.org/officeDocument/2006/relationships" type="downArrow" r:blip="">
                        <dgm:adjLst>
                          <dgm:adj idx="1" val="0.55"/>
                          <dgm:adj idx="2" val="0.45"/>
                        </dgm:adjLst>
                      </dgm:shape>
                      <dgm:presOf axis="ch" ptType="sibTrans" st="3"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4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4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4">
                    <dgm:choose name="Name15">
                      <dgm:if name="Name16" axis="ch" ptType="node" func="cnt" op="gte" val="5">
                        <dgm:layoutNode name="Five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Five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Five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FiveNodes_4">
                          <dgm:varLst>
                            <dgm:bulletEnabled val="1"/>
                          </dgm:varLst>
                          <dgm:alg type="sp"/>
                          <dgm:shape xmlns:r="http://schemas.openxmlformats.org/officeDocument/2006/relationships" type="roundRect" r:blip="">
                            <dgm:adjLst>
                              <dgm:adj idx="1" val="0.1"/>
                            </dgm:adjLst>
                          </dgm:shape>
                          <dgm:presOf axis="ch desOrSelf" ptType="node node" st="4 1" cnt="1 0"/>
                          <dgm:constrLst/>
                          <dgm:ruleLst/>
                        </dgm:layoutNode>
                        <dgm:layoutNode name="FiveNodes_5">
                          <dgm:varLst>
                            <dgm:bulletEnabled val="1"/>
                          </dgm:varLst>
                          <dgm:alg type="sp"/>
                          <dgm:shape xmlns:r="http://schemas.openxmlformats.org/officeDocument/2006/relationships" type="roundRect" r:blip="">
                            <dgm:adjLst>
                              <dgm:adj idx="1" val="0.1"/>
                            </dgm:adjLst>
                          </dgm:shape>
                          <dgm:presOf axis="ch desOrSelf" ptType="node node" st="5 1" cnt="1 0"/>
                          <dgm:constrLst/>
                          <dgm:ruleLst/>
                        </dgm:layoutNode>
                        <dgm:layoutNode name="Five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3-4" styleLbl="fgAccFollowNode1">
                          <dgm:varLst>
                            <dgm:bulletEnabled val="1"/>
                          </dgm:varLst>
                          <dgm:alg type="tx"/>
                          <dgm:shape xmlns:r="http://schemas.openxmlformats.org/officeDocument/2006/relationships" type="downArrow" r:blip="">
                            <dgm:adjLst>
                              <dgm:adj idx="1" val="0.55"/>
                              <dgm:adj idx="2" val="0.45"/>
                            </dgm:adjLst>
                          </dgm:shape>
                          <dgm:presOf axis="ch" ptType="sibTrans" st="3"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4-5" styleLbl="fgAccFollowNode1">
                          <dgm:varLst>
                            <dgm:bulletEnabled val="1"/>
                          </dgm:varLst>
                          <dgm:alg type="tx"/>
                          <dgm:shape xmlns:r="http://schemas.openxmlformats.org/officeDocument/2006/relationships" type="downArrow" r:blip="">
                            <dgm:adjLst>
                              <dgm:adj idx="1" val="0.55"/>
                              <dgm:adj idx="2" val="0.45"/>
                            </dgm:adjLst>
                          </dgm:shape>
                          <dgm:presOf axis="ch" ptType="sibTrans" st="4"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4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4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5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5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7"/>
                    </dgm:choose>
                  </dgm:else>
                </dgm:choose>
              </dgm:else>
            </dgm:choose>
          </dgm:else>
        </dgm:choose>
      </dgm:else>
    </dgm:choose>
  </dgm:layoutNode>
</dgm:layoutDef>
</file>

<file path=ppt/diagrams/layout4.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5.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6.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D048DB8-E0CE-4AE3-A5C9-E39E57A715DD}" type="datetimeFigureOut">
              <a:rPr lang="en-US" smtClean="0"/>
              <a:t>3/11/2026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5D01150-3591-4FC8-A83B-AD32415AD0A9}" type="slidenum">
              <a:rPr lang="en-US" smtClean="0"/>
              <a:t>‹#›</a:t>
            </a:fld>
            <a:endParaRPr lang="en-US"/>
          </a:p>
        </p:txBody>
      </p:sp>
    </p:spTree>
    <p:extLst>
      <p:ext uri="{BB962C8B-B14F-4D97-AF65-F5344CB8AC3E}">
        <p14:creationId xmlns:p14="http://schemas.microsoft.com/office/powerpoint/2010/main" val="39420376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3C5A10F-CF37-4AC7-82BD-75A953686F83}" type="datetimeFigureOut">
              <a:rPr lang="en-US" smtClean="0"/>
              <a:t>3/11/2026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9F5FE12-90FA-47AA-A354-9C8BF1C8A060}" type="slidenum">
              <a:rPr lang="en-US" smtClean="0"/>
              <a:t>‹#›</a:t>
            </a:fld>
            <a:endParaRPr lang="en-US" dirty="0"/>
          </a:p>
        </p:txBody>
      </p:sp>
    </p:spTree>
    <p:extLst>
      <p:ext uri="{BB962C8B-B14F-4D97-AF65-F5344CB8AC3E}">
        <p14:creationId xmlns:p14="http://schemas.microsoft.com/office/powerpoint/2010/main" val="41049643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3" Type="http://schemas.openxmlformats.org/officeDocument/2006/relationships/hyperlink" Target="http://www.w3schools.com/html/html5_semantic_elements.asp" TargetMode="External"/><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3" Type="http://schemas.openxmlformats.org/officeDocument/2006/relationships/hyperlink" Target="http://www.w3schools.com/css/css_navbar.asp" TargetMode="External"/><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t>
            </a:r>
            <a:r>
              <a:rPr lang="en-US" dirty="0">
                <a:hlinkClick r:id="rId3"/>
              </a:rPr>
              <a:t>http://www.w3schools.com/html/html5_semantic_elements.asp</a:t>
            </a:r>
            <a:endParaRPr lang="en-US" dirty="0"/>
          </a:p>
        </p:txBody>
      </p:sp>
      <p:sp>
        <p:nvSpPr>
          <p:cNvPr id="4" name="Slide Number Placeholder 3"/>
          <p:cNvSpPr>
            <a:spLocks noGrp="1"/>
          </p:cNvSpPr>
          <p:nvPr>
            <p:ph type="sldNum" sz="quarter" idx="10"/>
          </p:nvPr>
        </p:nvSpPr>
        <p:spPr/>
        <p:txBody>
          <a:bodyPr/>
          <a:lstStyle/>
          <a:p>
            <a:fld id="{EA81EC36-1CDF-4D9C-9548-B94DCA498DF3}" type="slidenum">
              <a:rPr lang="en-US" smtClean="0"/>
              <a:t>4</a:t>
            </a:fld>
            <a:endParaRPr lang="en-US"/>
          </a:p>
        </p:txBody>
      </p:sp>
    </p:spTree>
    <p:extLst>
      <p:ext uri="{BB962C8B-B14F-4D97-AF65-F5344CB8AC3E}">
        <p14:creationId xmlns:p14="http://schemas.microsoft.com/office/powerpoint/2010/main" val="322044258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9F5FE12-90FA-47AA-A354-9C8BF1C8A060}" type="slidenum">
              <a:rPr lang="en-US" smtClean="0"/>
              <a:t>14</a:t>
            </a:fld>
            <a:endParaRPr lang="en-US" dirty="0"/>
          </a:p>
        </p:txBody>
      </p:sp>
    </p:spTree>
    <p:extLst>
      <p:ext uri="{BB962C8B-B14F-4D97-AF65-F5344CB8AC3E}">
        <p14:creationId xmlns:p14="http://schemas.microsoft.com/office/powerpoint/2010/main" val="295326653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224B24E-E92A-446E-9BBA-E049DEAECB4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30</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7214906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0B1AD-2D0A-730D-F958-70F0371BC9A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05525EC-7AEE-A469-2EFE-2C4C8E53EFD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4910EE-5237-8470-AC33-E8014707873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E85F8D7-0CF6-D811-12D7-BDD6E5A04870}"/>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224B24E-E92A-446E-9BBA-E049DEAECB4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31</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69759315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224B24E-E92A-446E-9BBA-E049DEAECB4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32</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69040579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8E2493-0946-8A42-6154-5C363EFDBC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6ADB516-3539-B6C3-C034-524E3B2BA91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09EC1FD-C169-03AE-F6FB-D808E99A969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3CA9B4F-41A9-2EA5-4056-AB521E5B7A96}"/>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224B24E-E92A-446E-9BBA-E049DEAECB4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33</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0847454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17740E-92D1-FFCE-50E5-C1CF624925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0BD674-9EE5-C796-87BF-39E9650EED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6BCA57A-78E1-8B70-D234-5D7C927A377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C6B6369-311F-FB1C-AE62-5B82DBFBB6B6}"/>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224B24E-E92A-446E-9BBA-E049DEAECB4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34</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6973599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32739D-3137-CBE9-2AFE-BDA9C6108E6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9230B2-61CE-9D8A-38F3-FF88B9ECB2F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B7AA5CF-DFC5-B8D6-13C8-1685007267B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3519E6E-2BDC-F833-5A96-A9C132650D02}"/>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224B24E-E92A-446E-9BBA-E049DEAECB4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35</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7980555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FEC944-6D69-7DEE-EECC-346A38A386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66AE0D-64E5-95B4-0E9B-567100EF06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099DC2-7391-BCDC-283A-AD70C3F50E8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2DBBE6B-54F6-E9A4-6A05-982461B38436}"/>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224B24E-E92A-446E-9BBA-E049DEAECB4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36</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83626247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Slide Image Placeholder 1"/>
          <p:cNvSpPr>
            <a:spLocks noGrp="1" noRot="1" noChangeAspect="1" noTextEdit="1"/>
          </p:cNvSpPr>
          <p:nvPr>
            <p:ph type="sldImg"/>
          </p:nvPr>
        </p:nvSpPr>
        <p:spPr>
          <a:ln/>
        </p:spPr>
      </p:sp>
      <p:sp>
        <p:nvSpPr>
          <p:cNvPr id="46083" name="Notes Placeholder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dirty="0">
              <a:latin typeface="Arial" panose="020B0604020202020204" pitchFamily="34" charset="0"/>
            </a:endParaRPr>
          </a:p>
        </p:txBody>
      </p:sp>
      <p:sp>
        <p:nvSpPr>
          <p:cNvPr id="46084" name="Slide Number Placeholder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863">
              <a:defRPr>
                <a:solidFill>
                  <a:schemeClr val="tx1"/>
                </a:solidFill>
                <a:latin typeface="Verdana" panose="020B0604030504040204" pitchFamily="34" charset="0"/>
              </a:defRPr>
            </a:lvl1pPr>
            <a:lvl2pPr marL="742950" indent="-285750" defTabSz="931863">
              <a:defRPr>
                <a:solidFill>
                  <a:schemeClr val="tx1"/>
                </a:solidFill>
                <a:latin typeface="Verdana" panose="020B0604030504040204" pitchFamily="34" charset="0"/>
              </a:defRPr>
            </a:lvl2pPr>
            <a:lvl3pPr marL="1143000" indent="-228600" defTabSz="931863">
              <a:defRPr>
                <a:solidFill>
                  <a:schemeClr val="tx1"/>
                </a:solidFill>
                <a:latin typeface="Verdana" panose="020B0604030504040204" pitchFamily="34" charset="0"/>
              </a:defRPr>
            </a:lvl3pPr>
            <a:lvl4pPr marL="1600200" indent="-228600" defTabSz="931863">
              <a:defRPr>
                <a:solidFill>
                  <a:schemeClr val="tx1"/>
                </a:solidFill>
                <a:latin typeface="Verdana" panose="020B0604030504040204" pitchFamily="34" charset="0"/>
              </a:defRPr>
            </a:lvl4pPr>
            <a:lvl5pPr marL="2057400" indent="-228600" defTabSz="931863">
              <a:defRPr>
                <a:solidFill>
                  <a:schemeClr val="tx1"/>
                </a:solidFill>
                <a:latin typeface="Verdana" panose="020B0604030504040204" pitchFamily="34" charset="0"/>
              </a:defRPr>
            </a:lvl5pPr>
            <a:lvl6pPr marL="2514600" indent="-228600" defTabSz="931863" eaLnBrk="0" fontAlgn="base" hangingPunct="0">
              <a:spcBef>
                <a:spcPct val="0"/>
              </a:spcBef>
              <a:spcAft>
                <a:spcPct val="0"/>
              </a:spcAft>
              <a:defRPr>
                <a:solidFill>
                  <a:schemeClr val="tx1"/>
                </a:solidFill>
                <a:latin typeface="Verdana" panose="020B0604030504040204" pitchFamily="34" charset="0"/>
              </a:defRPr>
            </a:lvl6pPr>
            <a:lvl7pPr marL="2971800" indent="-228600" defTabSz="931863" eaLnBrk="0" fontAlgn="base" hangingPunct="0">
              <a:spcBef>
                <a:spcPct val="0"/>
              </a:spcBef>
              <a:spcAft>
                <a:spcPct val="0"/>
              </a:spcAft>
              <a:defRPr>
                <a:solidFill>
                  <a:schemeClr val="tx1"/>
                </a:solidFill>
                <a:latin typeface="Verdana" panose="020B0604030504040204" pitchFamily="34" charset="0"/>
              </a:defRPr>
            </a:lvl7pPr>
            <a:lvl8pPr marL="3429000" indent="-228600" defTabSz="931863" eaLnBrk="0" fontAlgn="base" hangingPunct="0">
              <a:spcBef>
                <a:spcPct val="0"/>
              </a:spcBef>
              <a:spcAft>
                <a:spcPct val="0"/>
              </a:spcAft>
              <a:defRPr>
                <a:solidFill>
                  <a:schemeClr val="tx1"/>
                </a:solidFill>
                <a:latin typeface="Verdana" panose="020B0604030504040204" pitchFamily="34" charset="0"/>
              </a:defRPr>
            </a:lvl8pPr>
            <a:lvl9pPr marL="3886200" indent="-228600" defTabSz="931863" eaLnBrk="0" fontAlgn="base" hangingPunct="0">
              <a:spcBef>
                <a:spcPct val="0"/>
              </a:spcBef>
              <a:spcAft>
                <a:spcPct val="0"/>
              </a:spcAft>
              <a:defRPr>
                <a:solidFill>
                  <a:schemeClr val="tx1"/>
                </a:solidFill>
                <a:latin typeface="Verdana" panose="020B0604030504040204" pitchFamily="34" charset="0"/>
              </a:defRPr>
            </a:lvl9pPr>
          </a:lstStyle>
          <a:p>
            <a:pPr marL="0" marR="0" lvl="0" indent="0" algn="r" defTabSz="931863" rtl="0" eaLnBrk="1" fontAlgn="auto" latinLnBrk="0" hangingPunct="1">
              <a:lnSpc>
                <a:spcPct val="100000"/>
              </a:lnSpc>
              <a:spcBef>
                <a:spcPts val="0"/>
              </a:spcBef>
              <a:spcAft>
                <a:spcPts val="0"/>
              </a:spcAft>
              <a:buClrTx/>
              <a:buSzTx/>
              <a:buFontTx/>
              <a:buNone/>
              <a:tabLst/>
              <a:defRPr/>
            </a:pPr>
            <a:fld id="{11CD0195-5250-49AE-A2AE-5893A4012F0C}" type="slidenum">
              <a:rPr kumimoji="0" lang="en-US" altLang="en-US" sz="1200" b="0" i="0" u="none" strike="noStrike" kern="1200" cap="none" spc="0" normalizeH="0" baseline="0" noProof="0">
                <a:ln>
                  <a:noFill/>
                </a:ln>
                <a:solidFill>
                  <a:prstClr val="black"/>
                </a:solidFill>
                <a:effectLst/>
                <a:uLnTx/>
                <a:uFillTx/>
                <a:latin typeface="Arial" panose="020B0604020202020204" pitchFamily="34" charset="0"/>
                <a:ea typeface="+mn-ea"/>
                <a:cs typeface="+mn-cs"/>
              </a:rPr>
              <a:pPr marL="0" marR="0" lvl="0" indent="0" algn="r" defTabSz="931863" rtl="0" eaLnBrk="1" fontAlgn="auto" latinLnBrk="0" hangingPunct="1">
                <a:lnSpc>
                  <a:spcPct val="100000"/>
                </a:lnSpc>
                <a:spcBef>
                  <a:spcPts val="0"/>
                </a:spcBef>
                <a:spcAft>
                  <a:spcPts val="0"/>
                </a:spcAft>
                <a:buClrTx/>
                <a:buSzTx/>
                <a:buFontTx/>
                <a:buNone/>
                <a:tabLst/>
                <a:defRPr/>
              </a:pPr>
              <a:t>37</a:t>
            </a:fld>
            <a:endParaRPr kumimoji="0" lang="en-US" altLang="en-US" sz="1200" b="0" i="0" u="none" strike="noStrike" kern="1200" cap="none" spc="0" normalizeH="0" baseline="0" noProof="0">
              <a:ln>
                <a:noFill/>
              </a:ln>
              <a:solidFill>
                <a:prstClr val="black"/>
              </a:solidFill>
              <a:effectLst/>
              <a:uLnTx/>
              <a:uFillTx/>
              <a:latin typeface="Arial" panose="020B0604020202020204" pitchFamily="34" charset="0"/>
              <a:ea typeface="+mn-ea"/>
              <a:cs typeface="+mn-cs"/>
            </a:endParaRPr>
          </a:p>
        </p:txBody>
      </p:sp>
    </p:spTree>
    <p:extLst>
      <p:ext uri="{BB962C8B-B14F-4D97-AF65-F5344CB8AC3E}">
        <p14:creationId xmlns:p14="http://schemas.microsoft.com/office/powerpoint/2010/main" val="325625559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224B24E-E92A-446E-9BBA-E049DEAECB4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38</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96746620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8">
          <a:extLst>
            <a:ext uri="{FF2B5EF4-FFF2-40B4-BE49-F238E27FC236}">
              <a16:creationId xmlns:a16="http://schemas.microsoft.com/office/drawing/2014/main" id="{E96C2624-3AAF-2C57-D82D-9E747FB90BB7}"/>
            </a:ext>
          </a:extLst>
        </p:cNvPr>
        <p:cNvGrpSpPr/>
        <p:nvPr/>
      </p:nvGrpSpPr>
      <p:grpSpPr>
        <a:xfrm>
          <a:off x="0" y="0"/>
          <a:ext cx="0" cy="0"/>
          <a:chOff x="0" y="0"/>
          <a:chExt cx="0" cy="0"/>
        </a:xfrm>
      </p:grpSpPr>
      <p:sp>
        <p:nvSpPr>
          <p:cNvPr id="359" name="Google Shape;359;p11:notes">
            <a:extLst>
              <a:ext uri="{FF2B5EF4-FFF2-40B4-BE49-F238E27FC236}">
                <a16:creationId xmlns:a16="http://schemas.microsoft.com/office/drawing/2014/main" id="{D98A1AD6-E017-4C0E-65D8-87525015013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60" name="Google Shape;360;p11:notes">
            <a:extLst>
              <a:ext uri="{FF2B5EF4-FFF2-40B4-BE49-F238E27FC236}">
                <a16:creationId xmlns:a16="http://schemas.microsoft.com/office/drawing/2014/main" id="{EAEC92FD-2570-C568-1DC3-EE740F658FF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361" name="Google Shape;361;p11:notes">
            <a:extLst>
              <a:ext uri="{FF2B5EF4-FFF2-40B4-BE49-F238E27FC236}">
                <a16:creationId xmlns:a16="http://schemas.microsoft.com/office/drawing/2014/main" id="{11218CA8-5E7C-E83B-FE26-4747A3761DCF}"/>
              </a:ext>
            </a:extLst>
          </p:cNvPr>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defTabSz="914400" rtl="0" eaLnBrk="1" fontAlgn="auto" latinLnBrk="0" hangingPunct="1">
              <a:lnSpc>
                <a:spcPct val="100000"/>
              </a:lnSpc>
              <a:spcBef>
                <a:spcPts val="0"/>
              </a:spcBef>
              <a:spcAft>
                <a:spcPts val="0"/>
              </a:spcAft>
              <a:buClrTx/>
              <a:buSzPts val="1400"/>
              <a:buFontTx/>
              <a:buNone/>
              <a:tabLst/>
              <a:defRPr/>
            </a:pPr>
            <a:fld id="{00000000-1234-1234-1234-123412341234}" type="slidenum">
              <a:rPr kumimoji="0" lang="en-US" sz="12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Pts val="1400"/>
                <a:buFontTx/>
                <a:buNone/>
                <a:tabLst/>
                <a:defRPr/>
              </a:pPr>
              <a:t>41</a:t>
            </a:fld>
            <a:endParaRPr kumimoji="0"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40062716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224B24E-E92A-446E-9BBA-E049DEAECB4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42</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36886373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71D9E-0D6A-051F-E864-9BCD2C5C605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BA0325-C077-C8CB-8F1F-4D6BE2B2C0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C030DEE-CA8E-2ABC-87CB-E701C2D9969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A08DDFE-2D5D-F25B-435A-6BF96321B5FC}"/>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224B24E-E92A-446E-9BBA-E049DEAECB4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43</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81493537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6F0922-C544-230D-D9C8-336F166126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F7FC78F-C9E5-A3B0-E304-91F41E4F9AE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BF72381-54B0-EFD3-EFD1-70639237DFA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947BF67-BE39-2B9C-C7DA-F31040C859AC}"/>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224B24E-E92A-446E-9BBA-E049DEAECB4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44</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38178977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C1965D-FD13-513D-BB72-FAEF37463B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A243C5F-8C78-49A6-F002-4D0E71072B2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1200767-7D03-FCC1-2173-3758A3C7F75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E5F78F9-B15C-AE8C-5D16-B1E07B8FFC8B}"/>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224B24E-E92A-446E-9BBA-E049DEAECB4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45</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61439668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224B24E-E92A-446E-9BBA-E049DEAECB4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46</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90562676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Slide Image Placeholder 1"/>
          <p:cNvSpPr>
            <a:spLocks noGrp="1" noRot="1" noChangeAspect="1" noTextEdit="1"/>
          </p:cNvSpPr>
          <p:nvPr>
            <p:ph type="sldImg"/>
          </p:nvPr>
        </p:nvSpPr>
        <p:spPr>
          <a:ln/>
        </p:spPr>
      </p:sp>
      <p:sp>
        <p:nvSpPr>
          <p:cNvPr id="47107" name="Notes Placeholder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dirty="0">
              <a:latin typeface="Arial" panose="020B0604020202020204" pitchFamily="34" charset="0"/>
            </a:endParaRPr>
          </a:p>
        </p:txBody>
      </p:sp>
      <p:sp>
        <p:nvSpPr>
          <p:cNvPr id="47108" name="Slide Number Placeholder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863">
              <a:defRPr>
                <a:solidFill>
                  <a:schemeClr val="tx1"/>
                </a:solidFill>
                <a:latin typeface="Verdana" panose="020B0604030504040204" pitchFamily="34" charset="0"/>
              </a:defRPr>
            </a:lvl1pPr>
            <a:lvl2pPr marL="742950" indent="-285750" defTabSz="931863">
              <a:defRPr>
                <a:solidFill>
                  <a:schemeClr val="tx1"/>
                </a:solidFill>
                <a:latin typeface="Verdana" panose="020B0604030504040204" pitchFamily="34" charset="0"/>
              </a:defRPr>
            </a:lvl2pPr>
            <a:lvl3pPr marL="1143000" indent="-228600" defTabSz="931863">
              <a:defRPr>
                <a:solidFill>
                  <a:schemeClr val="tx1"/>
                </a:solidFill>
                <a:latin typeface="Verdana" panose="020B0604030504040204" pitchFamily="34" charset="0"/>
              </a:defRPr>
            </a:lvl3pPr>
            <a:lvl4pPr marL="1600200" indent="-228600" defTabSz="931863">
              <a:defRPr>
                <a:solidFill>
                  <a:schemeClr val="tx1"/>
                </a:solidFill>
                <a:latin typeface="Verdana" panose="020B0604030504040204" pitchFamily="34" charset="0"/>
              </a:defRPr>
            </a:lvl4pPr>
            <a:lvl5pPr marL="2057400" indent="-228600" defTabSz="931863">
              <a:defRPr>
                <a:solidFill>
                  <a:schemeClr val="tx1"/>
                </a:solidFill>
                <a:latin typeface="Verdana" panose="020B0604030504040204" pitchFamily="34" charset="0"/>
              </a:defRPr>
            </a:lvl5pPr>
            <a:lvl6pPr marL="2514600" indent="-228600" defTabSz="931863" eaLnBrk="0" fontAlgn="base" hangingPunct="0">
              <a:spcBef>
                <a:spcPct val="0"/>
              </a:spcBef>
              <a:spcAft>
                <a:spcPct val="0"/>
              </a:spcAft>
              <a:defRPr>
                <a:solidFill>
                  <a:schemeClr val="tx1"/>
                </a:solidFill>
                <a:latin typeface="Verdana" panose="020B0604030504040204" pitchFamily="34" charset="0"/>
              </a:defRPr>
            </a:lvl6pPr>
            <a:lvl7pPr marL="2971800" indent="-228600" defTabSz="931863" eaLnBrk="0" fontAlgn="base" hangingPunct="0">
              <a:spcBef>
                <a:spcPct val="0"/>
              </a:spcBef>
              <a:spcAft>
                <a:spcPct val="0"/>
              </a:spcAft>
              <a:defRPr>
                <a:solidFill>
                  <a:schemeClr val="tx1"/>
                </a:solidFill>
                <a:latin typeface="Verdana" panose="020B0604030504040204" pitchFamily="34" charset="0"/>
              </a:defRPr>
            </a:lvl7pPr>
            <a:lvl8pPr marL="3429000" indent="-228600" defTabSz="931863" eaLnBrk="0" fontAlgn="base" hangingPunct="0">
              <a:spcBef>
                <a:spcPct val="0"/>
              </a:spcBef>
              <a:spcAft>
                <a:spcPct val="0"/>
              </a:spcAft>
              <a:defRPr>
                <a:solidFill>
                  <a:schemeClr val="tx1"/>
                </a:solidFill>
                <a:latin typeface="Verdana" panose="020B0604030504040204" pitchFamily="34" charset="0"/>
              </a:defRPr>
            </a:lvl8pPr>
            <a:lvl9pPr marL="3886200" indent="-228600" defTabSz="931863" eaLnBrk="0" fontAlgn="base" hangingPunct="0">
              <a:spcBef>
                <a:spcPct val="0"/>
              </a:spcBef>
              <a:spcAft>
                <a:spcPct val="0"/>
              </a:spcAft>
              <a:defRPr>
                <a:solidFill>
                  <a:schemeClr val="tx1"/>
                </a:solidFill>
                <a:latin typeface="Verdana" panose="020B0604030504040204" pitchFamily="34" charset="0"/>
              </a:defRPr>
            </a:lvl9pPr>
          </a:lstStyle>
          <a:p>
            <a:pPr marL="0" marR="0" lvl="0" indent="0" algn="r" defTabSz="931863" rtl="0" eaLnBrk="1" fontAlgn="auto" latinLnBrk="0" hangingPunct="1">
              <a:lnSpc>
                <a:spcPct val="100000"/>
              </a:lnSpc>
              <a:spcBef>
                <a:spcPts val="0"/>
              </a:spcBef>
              <a:spcAft>
                <a:spcPts val="0"/>
              </a:spcAft>
              <a:buClrTx/>
              <a:buSzTx/>
              <a:buFontTx/>
              <a:buNone/>
              <a:tabLst/>
              <a:defRPr/>
            </a:pPr>
            <a:fld id="{90598ACA-793A-4A20-9FB8-70E0A3473C15}" type="slidenum">
              <a:rPr kumimoji="0" lang="en-US" altLang="en-US" sz="1200" b="0" i="0" u="none" strike="noStrike" kern="1200" cap="none" spc="0" normalizeH="0" baseline="0" noProof="0">
                <a:ln>
                  <a:noFill/>
                </a:ln>
                <a:solidFill>
                  <a:prstClr val="black"/>
                </a:solidFill>
                <a:effectLst/>
                <a:uLnTx/>
                <a:uFillTx/>
                <a:latin typeface="Arial" panose="020B0604020202020204" pitchFamily="34" charset="0"/>
                <a:ea typeface="+mn-ea"/>
                <a:cs typeface="+mn-cs"/>
              </a:rPr>
              <a:pPr marL="0" marR="0" lvl="0" indent="0" algn="r" defTabSz="931863" rtl="0" eaLnBrk="1" fontAlgn="auto" latinLnBrk="0" hangingPunct="1">
                <a:lnSpc>
                  <a:spcPct val="100000"/>
                </a:lnSpc>
                <a:spcBef>
                  <a:spcPts val="0"/>
                </a:spcBef>
                <a:spcAft>
                  <a:spcPts val="0"/>
                </a:spcAft>
                <a:buClrTx/>
                <a:buSzTx/>
                <a:buFontTx/>
                <a:buNone/>
                <a:tabLst/>
                <a:defRPr/>
              </a:pPr>
              <a:t>47</a:t>
            </a:fld>
            <a:endParaRPr kumimoji="0" lang="en-US" altLang="en-US" sz="1200" b="0" i="0" u="none" strike="noStrike" kern="1200" cap="none" spc="0" normalizeH="0" baseline="0" noProof="0">
              <a:ln>
                <a:noFill/>
              </a:ln>
              <a:solidFill>
                <a:prstClr val="black"/>
              </a:solidFill>
              <a:effectLst/>
              <a:uLnTx/>
              <a:uFillTx/>
              <a:latin typeface="Arial" panose="020B0604020202020204" pitchFamily="34" charset="0"/>
              <a:ea typeface="+mn-ea"/>
              <a:cs typeface="+mn-cs"/>
            </a:endParaRPr>
          </a:p>
        </p:txBody>
      </p:sp>
    </p:spTree>
    <p:extLst>
      <p:ext uri="{BB962C8B-B14F-4D97-AF65-F5344CB8AC3E}">
        <p14:creationId xmlns:p14="http://schemas.microsoft.com/office/powerpoint/2010/main" val="420088211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7E8D5E-369D-4F28-A9ED-44E931434E7A}"/>
            </a:ext>
          </a:extLst>
        </p:cNvPr>
        <p:cNvGrpSpPr/>
        <p:nvPr/>
      </p:nvGrpSpPr>
      <p:grpSpPr>
        <a:xfrm>
          <a:off x="0" y="0"/>
          <a:ext cx="0" cy="0"/>
          <a:chOff x="0" y="0"/>
          <a:chExt cx="0" cy="0"/>
        </a:xfrm>
      </p:grpSpPr>
      <p:sp>
        <p:nvSpPr>
          <p:cNvPr id="47106" name="Slide Image Placeholder 1">
            <a:extLst>
              <a:ext uri="{FF2B5EF4-FFF2-40B4-BE49-F238E27FC236}">
                <a16:creationId xmlns:a16="http://schemas.microsoft.com/office/drawing/2014/main" id="{B8B98E35-71DD-868C-A757-B28EF0FBB95B}"/>
              </a:ext>
            </a:extLst>
          </p:cNvPr>
          <p:cNvSpPr>
            <a:spLocks noGrp="1" noRot="1" noChangeAspect="1" noTextEdit="1"/>
          </p:cNvSpPr>
          <p:nvPr>
            <p:ph type="sldImg"/>
          </p:nvPr>
        </p:nvSpPr>
        <p:spPr>
          <a:ln/>
        </p:spPr>
      </p:sp>
      <p:sp>
        <p:nvSpPr>
          <p:cNvPr id="47107" name="Notes Placeholder 2">
            <a:extLst>
              <a:ext uri="{FF2B5EF4-FFF2-40B4-BE49-F238E27FC236}">
                <a16:creationId xmlns:a16="http://schemas.microsoft.com/office/drawing/2014/main" id="{D7CE63AF-6E4B-0CEC-DB74-5C1D46B0F19A}"/>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dirty="0">
              <a:latin typeface="Arial" panose="020B0604020202020204" pitchFamily="34" charset="0"/>
            </a:endParaRPr>
          </a:p>
        </p:txBody>
      </p:sp>
      <p:sp>
        <p:nvSpPr>
          <p:cNvPr id="47108" name="Slide Number Placeholder 3">
            <a:extLst>
              <a:ext uri="{FF2B5EF4-FFF2-40B4-BE49-F238E27FC236}">
                <a16:creationId xmlns:a16="http://schemas.microsoft.com/office/drawing/2014/main" id="{3039172E-05BA-5704-D912-D8BD2A1B67EF}"/>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863">
              <a:defRPr>
                <a:solidFill>
                  <a:schemeClr val="tx1"/>
                </a:solidFill>
                <a:latin typeface="Verdana" panose="020B0604030504040204" pitchFamily="34" charset="0"/>
              </a:defRPr>
            </a:lvl1pPr>
            <a:lvl2pPr marL="742950" indent="-285750" defTabSz="931863">
              <a:defRPr>
                <a:solidFill>
                  <a:schemeClr val="tx1"/>
                </a:solidFill>
                <a:latin typeface="Verdana" panose="020B0604030504040204" pitchFamily="34" charset="0"/>
              </a:defRPr>
            </a:lvl2pPr>
            <a:lvl3pPr marL="1143000" indent="-228600" defTabSz="931863">
              <a:defRPr>
                <a:solidFill>
                  <a:schemeClr val="tx1"/>
                </a:solidFill>
                <a:latin typeface="Verdana" panose="020B0604030504040204" pitchFamily="34" charset="0"/>
              </a:defRPr>
            </a:lvl3pPr>
            <a:lvl4pPr marL="1600200" indent="-228600" defTabSz="931863">
              <a:defRPr>
                <a:solidFill>
                  <a:schemeClr val="tx1"/>
                </a:solidFill>
                <a:latin typeface="Verdana" panose="020B0604030504040204" pitchFamily="34" charset="0"/>
              </a:defRPr>
            </a:lvl4pPr>
            <a:lvl5pPr marL="2057400" indent="-228600" defTabSz="931863">
              <a:defRPr>
                <a:solidFill>
                  <a:schemeClr val="tx1"/>
                </a:solidFill>
                <a:latin typeface="Verdana" panose="020B0604030504040204" pitchFamily="34" charset="0"/>
              </a:defRPr>
            </a:lvl5pPr>
            <a:lvl6pPr marL="2514600" indent="-228600" defTabSz="931863" eaLnBrk="0" fontAlgn="base" hangingPunct="0">
              <a:spcBef>
                <a:spcPct val="0"/>
              </a:spcBef>
              <a:spcAft>
                <a:spcPct val="0"/>
              </a:spcAft>
              <a:defRPr>
                <a:solidFill>
                  <a:schemeClr val="tx1"/>
                </a:solidFill>
                <a:latin typeface="Verdana" panose="020B0604030504040204" pitchFamily="34" charset="0"/>
              </a:defRPr>
            </a:lvl6pPr>
            <a:lvl7pPr marL="2971800" indent="-228600" defTabSz="931863" eaLnBrk="0" fontAlgn="base" hangingPunct="0">
              <a:spcBef>
                <a:spcPct val="0"/>
              </a:spcBef>
              <a:spcAft>
                <a:spcPct val="0"/>
              </a:spcAft>
              <a:defRPr>
                <a:solidFill>
                  <a:schemeClr val="tx1"/>
                </a:solidFill>
                <a:latin typeface="Verdana" panose="020B0604030504040204" pitchFamily="34" charset="0"/>
              </a:defRPr>
            </a:lvl7pPr>
            <a:lvl8pPr marL="3429000" indent="-228600" defTabSz="931863" eaLnBrk="0" fontAlgn="base" hangingPunct="0">
              <a:spcBef>
                <a:spcPct val="0"/>
              </a:spcBef>
              <a:spcAft>
                <a:spcPct val="0"/>
              </a:spcAft>
              <a:defRPr>
                <a:solidFill>
                  <a:schemeClr val="tx1"/>
                </a:solidFill>
                <a:latin typeface="Verdana" panose="020B0604030504040204" pitchFamily="34" charset="0"/>
              </a:defRPr>
            </a:lvl8pPr>
            <a:lvl9pPr marL="3886200" indent="-228600" defTabSz="931863" eaLnBrk="0" fontAlgn="base" hangingPunct="0">
              <a:spcBef>
                <a:spcPct val="0"/>
              </a:spcBef>
              <a:spcAft>
                <a:spcPct val="0"/>
              </a:spcAft>
              <a:defRPr>
                <a:solidFill>
                  <a:schemeClr val="tx1"/>
                </a:solidFill>
                <a:latin typeface="Verdana" panose="020B0604030504040204" pitchFamily="34" charset="0"/>
              </a:defRPr>
            </a:lvl9pPr>
          </a:lstStyle>
          <a:p>
            <a:pPr marL="0" marR="0" lvl="0" indent="0" algn="r" defTabSz="931863" rtl="0" eaLnBrk="1" fontAlgn="auto" latinLnBrk="0" hangingPunct="1">
              <a:lnSpc>
                <a:spcPct val="100000"/>
              </a:lnSpc>
              <a:spcBef>
                <a:spcPts val="0"/>
              </a:spcBef>
              <a:spcAft>
                <a:spcPts val="0"/>
              </a:spcAft>
              <a:buClrTx/>
              <a:buSzTx/>
              <a:buFontTx/>
              <a:buNone/>
              <a:tabLst/>
              <a:defRPr/>
            </a:pPr>
            <a:fld id="{90598ACA-793A-4A20-9FB8-70E0A3473C15}" type="slidenum">
              <a:rPr kumimoji="0" lang="en-US" altLang="en-US" sz="1200" b="0" i="0" u="none" strike="noStrike" kern="1200" cap="none" spc="0" normalizeH="0" baseline="0" noProof="0">
                <a:ln>
                  <a:noFill/>
                </a:ln>
                <a:solidFill>
                  <a:prstClr val="black"/>
                </a:solidFill>
                <a:effectLst/>
                <a:uLnTx/>
                <a:uFillTx/>
                <a:latin typeface="Arial" panose="020B0604020202020204" pitchFamily="34" charset="0"/>
                <a:ea typeface="+mn-ea"/>
                <a:cs typeface="+mn-cs"/>
              </a:rPr>
              <a:pPr marL="0" marR="0" lvl="0" indent="0" algn="r" defTabSz="931863" rtl="0" eaLnBrk="1" fontAlgn="auto" latinLnBrk="0" hangingPunct="1">
                <a:lnSpc>
                  <a:spcPct val="100000"/>
                </a:lnSpc>
                <a:spcBef>
                  <a:spcPts val="0"/>
                </a:spcBef>
                <a:spcAft>
                  <a:spcPts val="0"/>
                </a:spcAft>
                <a:buClrTx/>
                <a:buSzTx/>
                <a:buFontTx/>
                <a:buNone/>
                <a:tabLst/>
                <a:defRPr/>
              </a:pPr>
              <a:t>48</a:t>
            </a:fld>
            <a:endParaRPr kumimoji="0" lang="en-US" altLang="en-US" sz="1200" b="0" i="0" u="none" strike="noStrike" kern="1200" cap="none" spc="0" normalizeH="0" baseline="0" noProof="0">
              <a:ln>
                <a:noFill/>
              </a:ln>
              <a:solidFill>
                <a:prstClr val="black"/>
              </a:solidFill>
              <a:effectLst/>
              <a:uLnTx/>
              <a:uFillTx/>
              <a:latin typeface="Arial" panose="020B0604020202020204" pitchFamily="34" charset="0"/>
              <a:ea typeface="+mn-ea"/>
              <a:cs typeface="+mn-cs"/>
            </a:endParaRPr>
          </a:p>
        </p:txBody>
      </p:sp>
    </p:spTree>
    <p:extLst>
      <p:ext uri="{BB962C8B-B14F-4D97-AF65-F5344CB8AC3E}">
        <p14:creationId xmlns:p14="http://schemas.microsoft.com/office/powerpoint/2010/main" val="176831869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85283D-7351-612C-9E68-E4E23F19F5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24E65C-D0D8-DFA7-1568-95E26FBE305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C400EE-D231-2479-0B5F-9DAAD8DD5A9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A0AD678-0E16-414F-779C-B65DBE13493F}"/>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224B24E-E92A-446E-9BBA-E049DEAECB4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50</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92604755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B5D49B-DAA2-887D-B3B2-F8DA5166E2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628D98-025E-5D4F-B840-2C365BADE0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0E22713-447F-034F-9994-73FDE00908A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BF73914-7E39-0B92-A501-FE3DEA3BDEF5}"/>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224B24E-E92A-446E-9BBA-E049DEAECB4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51</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9328325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224B24E-E92A-446E-9BBA-E049DEAECB4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52</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1165174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224B24E-E92A-446E-9BBA-E049DEAECB4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53</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906727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224B24E-E92A-446E-9BBA-E049DEAECB4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54</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98421771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3D069E-D60A-E769-5000-AD3CF5C679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44095F4-00A9-9BE4-7303-F495F0A3CC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B84EA53-91A5-F340-B8F3-AEEB810D91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E0F948-4852-DDC0-1644-5117494A72C2}"/>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224B24E-E92A-446E-9BBA-E049DEAECB4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55</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6744761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Slide Image Placeholder 1"/>
          <p:cNvSpPr>
            <a:spLocks noGrp="1" noRot="1" noChangeAspect="1" noTextEdit="1"/>
          </p:cNvSpPr>
          <p:nvPr>
            <p:ph type="sldImg"/>
          </p:nvPr>
        </p:nvSpPr>
        <p:spPr>
          <a:ln/>
        </p:spPr>
      </p:sp>
      <p:sp>
        <p:nvSpPr>
          <p:cNvPr id="46083" name="Notes Placeholder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dirty="0">
              <a:latin typeface="Arial" panose="020B0604020202020204" pitchFamily="34" charset="0"/>
            </a:endParaRPr>
          </a:p>
        </p:txBody>
      </p:sp>
      <p:sp>
        <p:nvSpPr>
          <p:cNvPr id="46084" name="Slide Number Placeholder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863">
              <a:defRPr>
                <a:solidFill>
                  <a:schemeClr val="tx1"/>
                </a:solidFill>
                <a:latin typeface="Verdana" panose="020B0604030504040204" pitchFamily="34" charset="0"/>
              </a:defRPr>
            </a:lvl1pPr>
            <a:lvl2pPr marL="742950" indent="-285750" defTabSz="931863">
              <a:defRPr>
                <a:solidFill>
                  <a:schemeClr val="tx1"/>
                </a:solidFill>
                <a:latin typeface="Verdana" panose="020B0604030504040204" pitchFamily="34" charset="0"/>
              </a:defRPr>
            </a:lvl2pPr>
            <a:lvl3pPr marL="1143000" indent="-228600" defTabSz="931863">
              <a:defRPr>
                <a:solidFill>
                  <a:schemeClr val="tx1"/>
                </a:solidFill>
                <a:latin typeface="Verdana" panose="020B0604030504040204" pitchFamily="34" charset="0"/>
              </a:defRPr>
            </a:lvl3pPr>
            <a:lvl4pPr marL="1600200" indent="-228600" defTabSz="931863">
              <a:defRPr>
                <a:solidFill>
                  <a:schemeClr val="tx1"/>
                </a:solidFill>
                <a:latin typeface="Verdana" panose="020B0604030504040204" pitchFamily="34" charset="0"/>
              </a:defRPr>
            </a:lvl4pPr>
            <a:lvl5pPr marL="2057400" indent="-228600" defTabSz="931863">
              <a:defRPr>
                <a:solidFill>
                  <a:schemeClr val="tx1"/>
                </a:solidFill>
                <a:latin typeface="Verdana" panose="020B0604030504040204" pitchFamily="34" charset="0"/>
              </a:defRPr>
            </a:lvl5pPr>
            <a:lvl6pPr marL="2514600" indent="-228600" defTabSz="931863" eaLnBrk="0" fontAlgn="base" hangingPunct="0">
              <a:spcBef>
                <a:spcPct val="0"/>
              </a:spcBef>
              <a:spcAft>
                <a:spcPct val="0"/>
              </a:spcAft>
              <a:defRPr>
                <a:solidFill>
                  <a:schemeClr val="tx1"/>
                </a:solidFill>
                <a:latin typeface="Verdana" panose="020B0604030504040204" pitchFamily="34" charset="0"/>
              </a:defRPr>
            </a:lvl6pPr>
            <a:lvl7pPr marL="2971800" indent="-228600" defTabSz="931863" eaLnBrk="0" fontAlgn="base" hangingPunct="0">
              <a:spcBef>
                <a:spcPct val="0"/>
              </a:spcBef>
              <a:spcAft>
                <a:spcPct val="0"/>
              </a:spcAft>
              <a:defRPr>
                <a:solidFill>
                  <a:schemeClr val="tx1"/>
                </a:solidFill>
                <a:latin typeface="Verdana" panose="020B0604030504040204" pitchFamily="34" charset="0"/>
              </a:defRPr>
            </a:lvl7pPr>
            <a:lvl8pPr marL="3429000" indent="-228600" defTabSz="931863" eaLnBrk="0" fontAlgn="base" hangingPunct="0">
              <a:spcBef>
                <a:spcPct val="0"/>
              </a:spcBef>
              <a:spcAft>
                <a:spcPct val="0"/>
              </a:spcAft>
              <a:defRPr>
                <a:solidFill>
                  <a:schemeClr val="tx1"/>
                </a:solidFill>
                <a:latin typeface="Verdana" panose="020B0604030504040204" pitchFamily="34" charset="0"/>
              </a:defRPr>
            </a:lvl8pPr>
            <a:lvl9pPr marL="3886200" indent="-228600" defTabSz="931863" eaLnBrk="0" fontAlgn="base" hangingPunct="0">
              <a:spcBef>
                <a:spcPct val="0"/>
              </a:spcBef>
              <a:spcAft>
                <a:spcPct val="0"/>
              </a:spcAft>
              <a:defRPr>
                <a:solidFill>
                  <a:schemeClr val="tx1"/>
                </a:solidFill>
                <a:latin typeface="Verdana" panose="020B0604030504040204" pitchFamily="34" charset="0"/>
              </a:defRPr>
            </a:lvl9pPr>
          </a:lstStyle>
          <a:p>
            <a:pPr marL="0" marR="0" lvl="0" indent="0" algn="r" defTabSz="931863" rtl="0" eaLnBrk="1" fontAlgn="auto" latinLnBrk="0" hangingPunct="1">
              <a:lnSpc>
                <a:spcPct val="100000"/>
              </a:lnSpc>
              <a:spcBef>
                <a:spcPts val="0"/>
              </a:spcBef>
              <a:spcAft>
                <a:spcPts val="0"/>
              </a:spcAft>
              <a:buClrTx/>
              <a:buSzTx/>
              <a:buFontTx/>
              <a:buNone/>
              <a:tabLst/>
              <a:defRPr/>
            </a:pPr>
            <a:fld id="{11CD0195-5250-49AE-A2AE-5893A4012F0C}" type="slidenum">
              <a:rPr kumimoji="0" lang="en-US" altLang="en-US" sz="1200" b="0" i="0" u="none" strike="noStrike" kern="1200" cap="none" spc="0" normalizeH="0" baseline="0" noProof="0">
                <a:ln>
                  <a:noFill/>
                </a:ln>
                <a:solidFill>
                  <a:prstClr val="black"/>
                </a:solidFill>
                <a:effectLst/>
                <a:uLnTx/>
                <a:uFillTx/>
                <a:latin typeface="Arial" panose="020B0604020202020204" pitchFamily="34" charset="0"/>
                <a:ea typeface="+mn-ea"/>
                <a:cs typeface="+mn-cs"/>
              </a:rPr>
              <a:pPr marL="0" marR="0" lvl="0" indent="0" algn="r" defTabSz="931863" rtl="0" eaLnBrk="1" fontAlgn="auto" latinLnBrk="0" hangingPunct="1">
                <a:lnSpc>
                  <a:spcPct val="100000"/>
                </a:lnSpc>
                <a:spcBef>
                  <a:spcPts val="0"/>
                </a:spcBef>
                <a:spcAft>
                  <a:spcPts val="0"/>
                </a:spcAft>
                <a:buClrTx/>
                <a:buSzTx/>
                <a:buFontTx/>
                <a:buNone/>
                <a:tabLst/>
                <a:defRPr/>
              </a:pPr>
              <a:t>57</a:t>
            </a:fld>
            <a:endParaRPr kumimoji="0" lang="en-US" altLang="en-US" sz="1200" b="0" i="0" u="none" strike="noStrike" kern="1200" cap="none" spc="0" normalizeH="0" baseline="0" noProof="0">
              <a:ln>
                <a:noFill/>
              </a:ln>
              <a:solidFill>
                <a:prstClr val="black"/>
              </a:solidFill>
              <a:effectLst/>
              <a:uLnTx/>
              <a:uFillTx/>
              <a:latin typeface="Arial" panose="020B0604020202020204" pitchFamily="34" charset="0"/>
              <a:ea typeface="+mn-ea"/>
              <a:cs typeface="+mn-cs"/>
            </a:endParaRPr>
          </a:p>
        </p:txBody>
      </p:sp>
    </p:spTree>
    <p:extLst>
      <p:ext uri="{BB962C8B-B14F-4D97-AF65-F5344CB8AC3E}">
        <p14:creationId xmlns:p14="http://schemas.microsoft.com/office/powerpoint/2010/main" val="325625559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4" name="Slide Image Placeholder 1"/>
          <p:cNvSpPr>
            <a:spLocks noGrp="1" noRot="1" noChangeAspect="1" noTextEdit="1"/>
          </p:cNvSpPr>
          <p:nvPr>
            <p:ph type="sldImg"/>
          </p:nvPr>
        </p:nvSpPr>
        <p:spPr>
          <a:ln/>
        </p:spPr>
      </p:sp>
      <p:sp>
        <p:nvSpPr>
          <p:cNvPr id="49155" name="Notes Placeholder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Arial" panose="020B0604020202020204" pitchFamily="34" charset="0"/>
            </a:endParaRPr>
          </a:p>
        </p:txBody>
      </p:sp>
      <p:sp>
        <p:nvSpPr>
          <p:cNvPr id="49156" name="Slide Number Placeholder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1863">
              <a:defRPr>
                <a:solidFill>
                  <a:schemeClr val="tx1"/>
                </a:solidFill>
                <a:latin typeface="Verdana" panose="020B0604030504040204" pitchFamily="34" charset="0"/>
              </a:defRPr>
            </a:lvl1pPr>
            <a:lvl2pPr marL="742950" indent="-285750" defTabSz="931863">
              <a:defRPr>
                <a:solidFill>
                  <a:schemeClr val="tx1"/>
                </a:solidFill>
                <a:latin typeface="Verdana" panose="020B0604030504040204" pitchFamily="34" charset="0"/>
              </a:defRPr>
            </a:lvl2pPr>
            <a:lvl3pPr marL="1143000" indent="-228600" defTabSz="931863">
              <a:defRPr>
                <a:solidFill>
                  <a:schemeClr val="tx1"/>
                </a:solidFill>
                <a:latin typeface="Verdana" panose="020B0604030504040204" pitchFamily="34" charset="0"/>
              </a:defRPr>
            </a:lvl3pPr>
            <a:lvl4pPr marL="1600200" indent="-228600" defTabSz="931863">
              <a:defRPr>
                <a:solidFill>
                  <a:schemeClr val="tx1"/>
                </a:solidFill>
                <a:latin typeface="Verdana" panose="020B0604030504040204" pitchFamily="34" charset="0"/>
              </a:defRPr>
            </a:lvl4pPr>
            <a:lvl5pPr marL="2057400" indent="-228600" defTabSz="931863">
              <a:defRPr>
                <a:solidFill>
                  <a:schemeClr val="tx1"/>
                </a:solidFill>
                <a:latin typeface="Verdana" panose="020B0604030504040204" pitchFamily="34" charset="0"/>
              </a:defRPr>
            </a:lvl5pPr>
            <a:lvl6pPr marL="2514600" indent="-228600" defTabSz="931863" eaLnBrk="0" fontAlgn="base" hangingPunct="0">
              <a:spcBef>
                <a:spcPct val="0"/>
              </a:spcBef>
              <a:spcAft>
                <a:spcPct val="0"/>
              </a:spcAft>
              <a:defRPr>
                <a:solidFill>
                  <a:schemeClr val="tx1"/>
                </a:solidFill>
                <a:latin typeface="Verdana" panose="020B0604030504040204" pitchFamily="34" charset="0"/>
              </a:defRPr>
            </a:lvl6pPr>
            <a:lvl7pPr marL="2971800" indent="-228600" defTabSz="931863" eaLnBrk="0" fontAlgn="base" hangingPunct="0">
              <a:spcBef>
                <a:spcPct val="0"/>
              </a:spcBef>
              <a:spcAft>
                <a:spcPct val="0"/>
              </a:spcAft>
              <a:defRPr>
                <a:solidFill>
                  <a:schemeClr val="tx1"/>
                </a:solidFill>
                <a:latin typeface="Verdana" panose="020B0604030504040204" pitchFamily="34" charset="0"/>
              </a:defRPr>
            </a:lvl7pPr>
            <a:lvl8pPr marL="3429000" indent="-228600" defTabSz="931863" eaLnBrk="0" fontAlgn="base" hangingPunct="0">
              <a:spcBef>
                <a:spcPct val="0"/>
              </a:spcBef>
              <a:spcAft>
                <a:spcPct val="0"/>
              </a:spcAft>
              <a:defRPr>
                <a:solidFill>
                  <a:schemeClr val="tx1"/>
                </a:solidFill>
                <a:latin typeface="Verdana" panose="020B0604030504040204" pitchFamily="34" charset="0"/>
              </a:defRPr>
            </a:lvl8pPr>
            <a:lvl9pPr marL="3886200" indent="-228600" defTabSz="931863" eaLnBrk="0" fontAlgn="base" hangingPunct="0">
              <a:spcBef>
                <a:spcPct val="0"/>
              </a:spcBef>
              <a:spcAft>
                <a:spcPct val="0"/>
              </a:spcAft>
              <a:defRPr>
                <a:solidFill>
                  <a:schemeClr val="tx1"/>
                </a:solidFill>
                <a:latin typeface="Verdana" panose="020B0604030504040204" pitchFamily="34" charset="0"/>
              </a:defRPr>
            </a:lvl9pPr>
          </a:lstStyle>
          <a:p>
            <a:pPr marL="0" marR="0" lvl="0" indent="0" algn="r" defTabSz="931863" rtl="0" eaLnBrk="1" fontAlgn="auto" latinLnBrk="0" hangingPunct="1">
              <a:lnSpc>
                <a:spcPct val="100000"/>
              </a:lnSpc>
              <a:spcBef>
                <a:spcPts val="0"/>
              </a:spcBef>
              <a:spcAft>
                <a:spcPts val="0"/>
              </a:spcAft>
              <a:buClrTx/>
              <a:buSzTx/>
              <a:buFontTx/>
              <a:buNone/>
              <a:tabLst/>
              <a:defRPr/>
            </a:pPr>
            <a:fld id="{222D8405-2EA0-44D6-88B3-4BBB0E4EDFAF}" type="slidenum">
              <a:rPr kumimoji="0" lang="en-US" altLang="en-US" sz="1200" b="0" i="0" u="none" strike="noStrike" kern="1200" cap="none" spc="0" normalizeH="0" baseline="0" noProof="0">
                <a:ln>
                  <a:noFill/>
                </a:ln>
                <a:solidFill>
                  <a:prstClr val="black"/>
                </a:solidFill>
                <a:effectLst/>
                <a:uLnTx/>
                <a:uFillTx/>
                <a:latin typeface="Arial" panose="020B0604020202020204" pitchFamily="34" charset="0"/>
                <a:ea typeface="+mn-ea"/>
                <a:cs typeface="+mn-cs"/>
              </a:rPr>
              <a:pPr marL="0" marR="0" lvl="0" indent="0" algn="r" defTabSz="931863" rtl="0" eaLnBrk="1" fontAlgn="auto" latinLnBrk="0" hangingPunct="1">
                <a:lnSpc>
                  <a:spcPct val="100000"/>
                </a:lnSpc>
                <a:spcBef>
                  <a:spcPts val="0"/>
                </a:spcBef>
                <a:spcAft>
                  <a:spcPts val="0"/>
                </a:spcAft>
                <a:buClrTx/>
                <a:buSzTx/>
                <a:buFontTx/>
                <a:buNone/>
                <a:tabLst/>
                <a:defRPr/>
              </a:pPr>
              <a:t>58</a:t>
            </a:fld>
            <a:endParaRPr kumimoji="0" lang="en-US" altLang="en-US" sz="1200" b="0" i="0" u="none" strike="noStrike" kern="1200" cap="none" spc="0" normalizeH="0" baseline="0" noProof="0">
              <a:ln>
                <a:noFill/>
              </a:ln>
              <a:solidFill>
                <a:prstClr val="black"/>
              </a:solidFill>
              <a:effectLst/>
              <a:uLnTx/>
              <a:uFillTx/>
              <a:latin typeface="Arial" panose="020B0604020202020204" pitchFamily="34" charset="0"/>
              <a:ea typeface="+mn-ea"/>
              <a:cs typeface="+mn-cs"/>
            </a:endParaRPr>
          </a:p>
        </p:txBody>
      </p:sp>
    </p:spTree>
    <p:extLst>
      <p:ext uri="{BB962C8B-B14F-4D97-AF65-F5344CB8AC3E}">
        <p14:creationId xmlns:p14="http://schemas.microsoft.com/office/powerpoint/2010/main" val="80339894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224B24E-E92A-446E-9BBA-E049DEAECB4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59</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04783368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224B24E-E92A-446E-9BBA-E049DEAECB4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60</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6936157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t>
            </a:r>
            <a:r>
              <a:rPr lang="en-US" dirty="0">
                <a:hlinkClick r:id="rId3"/>
              </a:rPr>
              <a:t>http://www.w3schools.com/css/css_navbar.asp</a:t>
            </a:r>
            <a:endParaRPr lang="en-US" dirty="0"/>
          </a:p>
        </p:txBody>
      </p:sp>
      <p:sp>
        <p:nvSpPr>
          <p:cNvPr id="4" name="Slide Number Placeholder 3"/>
          <p:cNvSpPr>
            <a:spLocks noGrp="1"/>
          </p:cNvSpPr>
          <p:nvPr>
            <p:ph type="sldNum" sz="quarter" idx="10"/>
          </p:nvPr>
        </p:nvSpPr>
        <p:spPr/>
        <p:txBody>
          <a:bodyPr/>
          <a:lstStyle/>
          <a:p>
            <a:fld id="{EA81EC36-1CDF-4D9C-9548-B94DCA498DF3}" type="slidenum">
              <a:rPr lang="en-US" smtClean="0"/>
              <a:t>66</a:t>
            </a:fld>
            <a:endParaRPr lang="en-US"/>
          </a:p>
        </p:txBody>
      </p:sp>
    </p:spTree>
    <p:extLst>
      <p:ext uri="{BB962C8B-B14F-4D97-AF65-F5344CB8AC3E}">
        <p14:creationId xmlns:p14="http://schemas.microsoft.com/office/powerpoint/2010/main" val="347997511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endParaRPr lang="en-US" dirty="0"/>
          </a:p>
        </p:txBody>
      </p:sp>
    </p:spTree>
    <p:extLst>
      <p:ext uri="{BB962C8B-B14F-4D97-AF65-F5344CB8AC3E}">
        <p14:creationId xmlns:p14="http://schemas.microsoft.com/office/powerpoint/2010/main" val="41238991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8" Type="http://schemas.openxmlformats.org/officeDocument/2006/relationships/image" Target="../media/image8.png"/><Relationship Id="rId13" Type="http://schemas.openxmlformats.org/officeDocument/2006/relationships/image" Target="../media/image13.png"/><Relationship Id="rId3" Type="http://schemas.openxmlformats.org/officeDocument/2006/relationships/image" Target="../media/image4.png"/><Relationship Id="rId7" Type="http://schemas.openxmlformats.org/officeDocument/2006/relationships/image" Target="../media/image7.png"/><Relationship Id="rId12" Type="http://schemas.openxmlformats.org/officeDocument/2006/relationships/image" Target="../media/image12.png"/><Relationship Id="rId2" Type="http://schemas.openxmlformats.org/officeDocument/2006/relationships/image" Target="../media/image3.png"/><Relationship Id="rId16" Type="http://schemas.openxmlformats.org/officeDocument/2006/relationships/image" Target="../media/image16.png"/><Relationship Id="rId1" Type="http://schemas.openxmlformats.org/officeDocument/2006/relationships/slideMaster" Target="../slideMasters/slideMaster2.xml"/><Relationship Id="rId6" Type="http://schemas.openxmlformats.org/officeDocument/2006/relationships/image" Target="../media/image6.png"/><Relationship Id="rId11" Type="http://schemas.openxmlformats.org/officeDocument/2006/relationships/image" Target="../media/image11.png"/><Relationship Id="rId5" Type="http://schemas.microsoft.com/office/2007/relationships/hdphoto" Target="../media/hdphoto1.wdp"/><Relationship Id="rId15" Type="http://schemas.openxmlformats.org/officeDocument/2006/relationships/image" Target="../media/image15.png"/><Relationship Id="rId10" Type="http://schemas.openxmlformats.org/officeDocument/2006/relationships/image" Target="../media/image10.png"/><Relationship Id="rId4" Type="http://schemas.openxmlformats.org/officeDocument/2006/relationships/image" Target="../media/image5.png"/><Relationship Id="rId9" Type="http://schemas.openxmlformats.org/officeDocument/2006/relationships/image" Target="../media/image9.png"/><Relationship Id="rId14" Type="http://schemas.openxmlformats.org/officeDocument/2006/relationships/image" Target="../media/image14.png"/></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B63F851E-2928-4682-9B42-D2579E13F8BF}" type="datetimeFigureOut">
              <a:rPr lang="en-US" smtClean="0"/>
              <a:t>3/11/2026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B9FE998A-8700-4210-9762-D768112401A7}" type="slidenum">
              <a:rPr lang="en-US" smtClean="0"/>
              <a:t>‹#›</a:t>
            </a:fld>
            <a:endParaRPr lang="en-US" dirty="0"/>
          </a:p>
        </p:txBody>
      </p:sp>
    </p:spTree>
    <p:extLst>
      <p:ext uri="{BB962C8B-B14F-4D97-AF65-F5344CB8AC3E}">
        <p14:creationId xmlns:p14="http://schemas.microsoft.com/office/powerpoint/2010/main" val="6236131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B63F851E-2928-4682-9B42-D2579E13F8BF}" type="datetimeFigureOut">
              <a:rPr lang="en-US" smtClean="0"/>
              <a:t>3/11/2026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B9FE998A-8700-4210-9762-D768112401A7}" type="slidenum">
              <a:rPr lang="en-US" smtClean="0"/>
              <a:t>‹#›</a:t>
            </a:fld>
            <a:endParaRPr lang="en-US" dirty="0"/>
          </a:p>
        </p:txBody>
      </p:sp>
    </p:spTree>
    <p:extLst>
      <p:ext uri="{BB962C8B-B14F-4D97-AF65-F5344CB8AC3E}">
        <p14:creationId xmlns:p14="http://schemas.microsoft.com/office/powerpoint/2010/main" val="35051740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3F851E-2928-4682-9B42-D2579E13F8BF}" type="datetimeFigureOut">
              <a:rPr lang="en-US" smtClean="0"/>
              <a:t>3/11/2026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B9FE998A-8700-4210-9762-D768112401A7}" type="slidenum">
              <a:rPr lang="en-US" smtClean="0"/>
              <a:t>‹#›</a:t>
            </a:fld>
            <a:endParaRPr lang="en-US" dirty="0"/>
          </a:p>
        </p:txBody>
      </p:sp>
    </p:spTree>
    <p:extLst>
      <p:ext uri="{BB962C8B-B14F-4D97-AF65-F5344CB8AC3E}">
        <p14:creationId xmlns:p14="http://schemas.microsoft.com/office/powerpoint/2010/main" val="21489543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B63F851E-2928-4682-9B42-D2579E13F8BF}" type="datetimeFigureOut">
              <a:rPr lang="en-US" smtClean="0"/>
              <a:t>3/11/2026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B9FE998A-8700-4210-9762-D768112401A7}" type="slidenum">
              <a:rPr lang="en-US" smtClean="0"/>
              <a:t>‹#›</a:t>
            </a:fld>
            <a:endParaRPr lang="en-US" dirty="0"/>
          </a:p>
        </p:txBody>
      </p:sp>
    </p:spTree>
    <p:extLst>
      <p:ext uri="{BB962C8B-B14F-4D97-AF65-F5344CB8AC3E}">
        <p14:creationId xmlns:p14="http://schemas.microsoft.com/office/powerpoint/2010/main" val="394052319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B63F851E-2928-4682-9B42-D2579E13F8BF}" type="datetimeFigureOut">
              <a:rPr lang="en-US" smtClean="0"/>
              <a:t>3/11/2026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B9FE998A-8700-4210-9762-D768112401A7}" type="slidenum">
              <a:rPr lang="en-US" smtClean="0"/>
              <a:t>‹#›</a:t>
            </a:fld>
            <a:endParaRPr lang="en-US" dirty="0"/>
          </a:p>
        </p:txBody>
      </p:sp>
    </p:spTree>
    <p:extLst>
      <p:ext uri="{BB962C8B-B14F-4D97-AF65-F5344CB8AC3E}">
        <p14:creationId xmlns:p14="http://schemas.microsoft.com/office/powerpoint/2010/main" val="18767082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B63F851E-2928-4682-9B42-D2579E13F8BF}" type="datetimeFigureOut">
              <a:rPr lang="en-US" smtClean="0"/>
              <a:t>3/11/2026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B9FE998A-8700-4210-9762-D768112401A7}" type="slidenum">
              <a:rPr lang="en-US" smtClean="0"/>
              <a:t>‹#›</a:t>
            </a:fld>
            <a:endParaRPr lang="en-US" dirty="0"/>
          </a:p>
        </p:txBody>
      </p:sp>
    </p:spTree>
    <p:extLst>
      <p:ext uri="{BB962C8B-B14F-4D97-AF65-F5344CB8AC3E}">
        <p14:creationId xmlns:p14="http://schemas.microsoft.com/office/powerpoint/2010/main" val="379219269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3F851E-2928-4682-9B42-D2579E13F8BF}" type="datetimeFigureOut">
              <a:rPr lang="en-US" smtClean="0"/>
              <a:t>3/11/2026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B9FE998A-8700-4210-9762-D768112401A7}" type="slidenum">
              <a:rPr lang="en-US" smtClean="0"/>
              <a:t>‹#›</a:t>
            </a:fld>
            <a:endParaRPr lang="en-US" dirty="0"/>
          </a:p>
        </p:txBody>
      </p:sp>
    </p:spTree>
    <p:extLst>
      <p:ext uri="{BB962C8B-B14F-4D97-AF65-F5344CB8AC3E}">
        <p14:creationId xmlns:p14="http://schemas.microsoft.com/office/powerpoint/2010/main" val="21765082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B63F851E-2928-4682-9B42-D2579E13F8BF}" type="datetimeFigureOut">
              <a:rPr lang="en-US" smtClean="0"/>
              <a:t>3/11/2026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B9FE998A-8700-4210-9762-D768112401A7}" type="slidenum">
              <a:rPr lang="en-US" smtClean="0"/>
              <a:t>‹#›</a:t>
            </a:fld>
            <a:endParaRPr lang="en-US" dirty="0"/>
          </a:p>
        </p:txBody>
      </p:sp>
    </p:spTree>
    <p:extLst>
      <p:ext uri="{BB962C8B-B14F-4D97-AF65-F5344CB8AC3E}">
        <p14:creationId xmlns:p14="http://schemas.microsoft.com/office/powerpoint/2010/main" val="39417739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B63F851E-2928-4682-9B42-D2579E13F8BF}" type="datetimeFigureOut">
              <a:rPr lang="en-US" smtClean="0"/>
              <a:t>3/11/2026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B9FE998A-8700-4210-9762-D768112401A7}" type="slidenum">
              <a:rPr lang="en-US" smtClean="0"/>
              <a:t>‹#›</a:t>
            </a:fld>
            <a:endParaRPr lang="en-US" dirty="0"/>
          </a:p>
        </p:txBody>
      </p:sp>
    </p:spTree>
    <p:extLst>
      <p:ext uri="{BB962C8B-B14F-4D97-AF65-F5344CB8AC3E}">
        <p14:creationId xmlns:p14="http://schemas.microsoft.com/office/powerpoint/2010/main" val="30362663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B63F851E-2928-4682-9B42-D2579E13F8BF}" type="datetimeFigureOut">
              <a:rPr lang="en-US" smtClean="0"/>
              <a:t>3/11/2026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B9FE998A-8700-4210-9762-D768112401A7}" type="slidenum">
              <a:rPr lang="en-US" smtClean="0"/>
              <a:t>‹#›</a:t>
            </a:fld>
            <a:endParaRPr lang="en-US" dirty="0"/>
          </a:p>
        </p:txBody>
      </p:sp>
    </p:spTree>
    <p:extLst>
      <p:ext uri="{BB962C8B-B14F-4D97-AF65-F5344CB8AC3E}">
        <p14:creationId xmlns:p14="http://schemas.microsoft.com/office/powerpoint/2010/main" val="6399194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B63F851E-2928-4682-9B42-D2579E13F8BF}" type="datetimeFigureOut">
              <a:rPr lang="en-US" smtClean="0"/>
              <a:t>3/11/2026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B9FE998A-8700-4210-9762-D768112401A7}" type="slidenum">
              <a:rPr lang="en-US" smtClean="0"/>
              <a:t>‹#›</a:t>
            </a:fld>
            <a:endParaRPr lang="en-US" dirty="0"/>
          </a:p>
        </p:txBody>
      </p:sp>
    </p:spTree>
    <p:extLst>
      <p:ext uri="{BB962C8B-B14F-4D97-AF65-F5344CB8AC3E}">
        <p14:creationId xmlns:p14="http://schemas.microsoft.com/office/powerpoint/2010/main" val="25231286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51" name="Rectangle 50">
            <a:extLst>
              <a:ext uri="{FF2B5EF4-FFF2-40B4-BE49-F238E27FC236}">
                <a16:creationId xmlns:a16="http://schemas.microsoft.com/office/drawing/2014/main" id="{3502A189-2B57-C927-377D-F831B32D7CD1}"/>
              </a:ext>
            </a:extLst>
          </p:cNvPr>
          <p:cNvSpPr/>
          <p:nvPr userDrawn="1"/>
        </p:nvSpPr>
        <p:spPr>
          <a:xfrm rot="21445655">
            <a:off x="69346" y="4396968"/>
            <a:ext cx="12011481" cy="140779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Rectangle 58">
            <a:extLst>
              <a:ext uri="{FF2B5EF4-FFF2-40B4-BE49-F238E27FC236}">
                <a16:creationId xmlns:a16="http://schemas.microsoft.com/office/drawing/2014/main" id="{71216741-237D-0769-D99B-267B5D217537}"/>
              </a:ext>
            </a:extLst>
          </p:cNvPr>
          <p:cNvSpPr/>
          <p:nvPr userDrawn="1"/>
        </p:nvSpPr>
        <p:spPr>
          <a:xfrm rot="21427662">
            <a:off x="-60052" y="6003794"/>
            <a:ext cx="4469000" cy="93053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DE89674F-E33C-2D82-00F4-96B3AD40E68B}"/>
              </a:ext>
            </a:extLst>
          </p:cNvPr>
          <p:cNvPicPr>
            <a:picLocks noChangeAspect="1"/>
          </p:cNvPicPr>
          <p:nvPr userDrawn="1"/>
        </p:nvPicPr>
        <p:blipFill>
          <a:blip r:embed="rId2">
            <a:extLst>
              <a:ext uri="{28A0092B-C50C-407E-A947-70E740481C1C}">
                <a14:useLocalDpi xmlns:a14="http://schemas.microsoft.com/office/drawing/2010/main" val="0"/>
              </a:ext>
            </a:extLst>
          </a:blip>
          <a:srcRect l="5402" t="79881" b="3862"/>
          <a:stretch>
            <a:fillRect/>
          </a:stretch>
        </p:blipFill>
        <p:spPr>
          <a:xfrm>
            <a:off x="0" y="5767798"/>
            <a:ext cx="8458587" cy="1090201"/>
          </a:xfrm>
          <a:prstGeom prst="rect">
            <a:avLst/>
          </a:prstGeom>
        </p:spPr>
      </p:pic>
      <p:pic>
        <p:nvPicPr>
          <p:cNvPr id="20" name="Picture 19">
            <a:extLst>
              <a:ext uri="{FF2B5EF4-FFF2-40B4-BE49-F238E27FC236}">
                <a16:creationId xmlns:a16="http://schemas.microsoft.com/office/drawing/2014/main" id="{7562235D-3592-B27E-4298-EAB9B742B776}"/>
              </a:ext>
            </a:extLst>
          </p:cNvPr>
          <p:cNvPicPr>
            <a:picLocks noChangeAspect="1"/>
          </p:cNvPicPr>
          <p:nvPr userDrawn="1"/>
        </p:nvPicPr>
        <p:blipFill>
          <a:blip r:embed="rId3"/>
          <a:srcRect l="21456" t="64054" r="17391"/>
          <a:stretch>
            <a:fillRect/>
          </a:stretch>
        </p:blipFill>
        <p:spPr>
          <a:xfrm>
            <a:off x="2657475" y="5770987"/>
            <a:ext cx="4120571" cy="287494"/>
          </a:xfrm>
          <a:prstGeom prst="rect">
            <a:avLst/>
          </a:prstGeom>
        </p:spPr>
      </p:pic>
      <p:sp>
        <p:nvSpPr>
          <p:cNvPr id="9" name="Rectangle 8">
            <a:extLst>
              <a:ext uri="{FF2B5EF4-FFF2-40B4-BE49-F238E27FC236}">
                <a16:creationId xmlns:a16="http://schemas.microsoft.com/office/drawing/2014/main" id="{054EEE6A-C6E4-A152-1B90-5323F41D80B0}"/>
              </a:ext>
            </a:extLst>
          </p:cNvPr>
          <p:cNvSpPr/>
          <p:nvPr userDrawn="1"/>
        </p:nvSpPr>
        <p:spPr>
          <a:xfrm rot="21417291">
            <a:off x="2322985" y="3818640"/>
            <a:ext cx="9823266" cy="198350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0" name="Picture 49">
            <a:extLst>
              <a:ext uri="{FF2B5EF4-FFF2-40B4-BE49-F238E27FC236}">
                <a16:creationId xmlns:a16="http://schemas.microsoft.com/office/drawing/2014/main" id="{2908FD1D-6E84-981D-B344-286B78D5AA58}"/>
              </a:ext>
            </a:extLst>
          </p:cNvPr>
          <p:cNvPicPr>
            <a:picLocks noChangeAspect="1"/>
          </p:cNvPicPr>
          <p:nvPr userDrawn="1"/>
        </p:nvPicPr>
        <p:blipFill>
          <a:blip r:embed="rId4">
            <a:alphaModFix amt="8000"/>
            <a:extLst>
              <a:ext uri="{BEBA8EAE-BF5A-486C-A8C5-ECC9F3942E4B}">
                <a14:imgProps xmlns:a14="http://schemas.microsoft.com/office/drawing/2010/main">
                  <a14:imgLayer r:embed="rId5">
                    <a14:imgEffect>
                      <a14:colorTemperature colorTemp="8889"/>
                    </a14:imgEffect>
                    <a14:imgEffect>
                      <a14:saturation sat="212000"/>
                    </a14:imgEffect>
                  </a14:imgLayer>
                </a14:imgProps>
              </a:ext>
            </a:extLst>
          </a:blip>
          <a:srcRect b="11630"/>
          <a:stretch>
            <a:fillRect/>
          </a:stretch>
        </p:blipFill>
        <p:spPr>
          <a:xfrm rot="21408228">
            <a:off x="-842222" y="1130631"/>
            <a:ext cx="5485683" cy="4856978"/>
          </a:xfrm>
          <a:prstGeom prst="rect">
            <a:avLst/>
          </a:prstGeom>
          <a:effectLst>
            <a:softEdge rad="0"/>
          </a:effectLst>
        </p:spPr>
      </p:pic>
      <p:sp>
        <p:nvSpPr>
          <p:cNvPr id="11" name="Holder 3">
            <a:extLst>
              <a:ext uri="{FF2B5EF4-FFF2-40B4-BE49-F238E27FC236}">
                <a16:creationId xmlns:a16="http://schemas.microsoft.com/office/drawing/2014/main" id="{8FA63A7F-3217-2288-452F-D3FCF999DEC6}"/>
              </a:ext>
            </a:extLst>
          </p:cNvPr>
          <p:cNvSpPr>
            <a:spLocks noGrp="1"/>
          </p:cNvSpPr>
          <p:nvPr>
            <p:ph type="subTitle" idx="4"/>
          </p:nvPr>
        </p:nvSpPr>
        <p:spPr>
          <a:xfrm>
            <a:off x="1524000" y="4084859"/>
            <a:ext cx="9144000" cy="457048"/>
          </a:xfrm>
          <a:prstGeom prst="rect">
            <a:avLst/>
          </a:prstGeom>
          <a:ln>
            <a:noFill/>
          </a:ln>
        </p:spPr>
        <p:txBody>
          <a:bodyPr wrap="square" lIns="0" tIns="0" rIns="0" bIns="0" anchor="ctr">
            <a:spAutoFit/>
          </a:bodyPr>
          <a:lstStyle>
            <a:lvl1pPr algn="ctr">
              <a:buNone/>
              <a:defRPr sz="3300" b="0" i="0">
                <a:solidFill>
                  <a:schemeClr val="tx2"/>
                </a:solidFill>
                <a:latin typeface="+mn-lt"/>
                <a:ea typeface="Bahnschrift" panose="020B0502040204020203" pitchFamily="34" charset="0"/>
                <a:cs typeface="Arial" charset="0"/>
              </a:defRPr>
            </a:lvl1pPr>
          </a:lstStyle>
          <a:p>
            <a:r>
              <a:rPr lang="en-US"/>
              <a:t>Click to edit Master subtitle style</a:t>
            </a:r>
            <a:endParaRPr dirty="0"/>
          </a:p>
        </p:txBody>
      </p:sp>
      <p:sp>
        <p:nvSpPr>
          <p:cNvPr id="14" name="Text Placeholder 23">
            <a:extLst>
              <a:ext uri="{FF2B5EF4-FFF2-40B4-BE49-F238E27FC236}">
                <a16:creationId xmlns:a16="http://schemas.microsoft.com/office/drawing/2014/main" id="{B5728811-BAD7-EDE2-0F78-822178836DC7}"/>
              </a:ext>
            </a:extLst>
          </p:cNvPr>
          <p:cNvSpPr>
            <a:spLocks noGrp="1"/>
          </p:cNvSpPr>
          <p:nvPr>
            <p:ph type="body" sz="quarter" idx="10"/>
          </p:nvPr>
        </p:nvSpPr>
        <p:spPr>
          <a:xfrm>
            <a:off x="2580290" y="4867147"/>
            <a:ext cx="7031421" cy="686695"/>
          </a:xfrm>
        </p:spPr>
        <p:txBody>
          <a:bodyPr anchor="ctr">
            <a:normAutofit/>
          </a:bodyPr>
          <a:lstStyle>
            <a:lvl1pPr algn="ctr">
              <a:buNone/>
              <a:defRPr sz="2000">
                <a:solidFill>
                  <a:schemeClr val="accent2">
                    <a:lumMod val="75000"/>
                  </a:schemeClr>
                </a:solidFill>
                <a:latin typeface="Bahnschrift" panose="020B0502040204020203" pitchFamily="34" charset="0"/>
              </a:defRPr>
            </a:lvl1pPr>
          </a:lstStyle>
          <a:p>
            <a:pPr lvl="0"/>
            <a:r>
              <a:rPr lang="en-US"/>
              <a:t>Click to edit Master text styles</a:t>
            </a:r>
          </a:p>
        </p:txBody>
      </p:sp>
      <p:sp>
        <p:nvSpPr>
          <p:cNvPr id="19" name="Title 42">
            <a:extLst>
              <a:ext uri="{FF2B5EF4-FFF2-40B4-BE49-F238E27FC236}">
                <a16:creationId xmlns:a16="http://schemas.microsoft.com/office/drawing/2014/main" id="{65249093-A560-0C05-828F-9B8248E53E2C}"/>
              </a:ext>
            </a:extLst>
          </p:cNvPr>
          <p:cNvSpPr>
            <a:spLocks noGrp="1"/>
          </p:cNvSpPr>
          <p:nvPr>
            <p:ph type="title" hasCustomPrompt="1"/>
          </p:nvPr>
        </p:nvSpPr>
        <p:spPr>
          <a:xfrm>
            <a:off x="828544" y="2438135"/>
            <a:ext cx="10515600" cy="1325563"/>
          </a:xfrm>
        </p:spPr>
        <p:txBody>
          <a:bodyPr/>
          <a:lstStyle>
            <a:lvl1pPr algn="ctr">
              <a:defRPr sz="5000" b="1">
                <a:solidFill>
                  <a:schemeClr val="tx2"/>
                </a:solidFill>
                <a:latin typeface="Text Me One" pitchFamily="2" charset="0"/>
              </a:defRPr>
            </a:lvl1pPr>
          </a:lstStyle>
          <a:p>
            <a:r>
              <a:rPr lang="en-US" dirty="0"/>
              <a:t>CLICK TO EDIT MASTER TITLE STYLE</a:t>
            </a:r>
          </a:p>
        </p:txBody>
      </p:sp>
      <p:pic>
        <p:nvPicPr>
          <p:cNvPr id="23" name="Picture 22">
            <a:extLst>
              <a:ext uri="{FF2B5EF4-FFF2-40B4-BE49-F238E27FC236}">
                <a16:creationId xmlns:a16="http://schemas.microsoft.com/office/drawing/2014/main" id="{388D5A43-18D8-A9F1-6F5E-147A7C2DA6B1}"/>
              </a:ext>
            </a:extLst>
          </p:cNvPr>
          <p:cNvPicPr>
            <a:picLocks noChangeAspect="1"/>
          </p:cNvPicPr>
          <p:nvPr userDrawn="1"/>
        </p:nvPicPr>
        <p:blipFill>
          <a:blip r:embed="rId6"/>
          <a:srcRect l="4864" t="16748" r="77379" b="51965"/>
          <a:stretch>
            <a:fillRect/>
          </a:stretch>
        </p:blipFill>
        <p:spPr>
          <a:xfrm>
            <a:off x="2800457" y="6075941"/>
            <a:ext cx="1105314" cy="474903"/>
          </a:xfrm>
          <a:prstGeom prst="rect">
            <a:avLst/>
          </a:prstGeom>
        </p:spPr>
      </p:pic>
      <p:pic>
        <p:nvPicPr>
          <p:cNvPr id="28" name="Picture 27">
            <a:extLst>
              <a:ext uri="{FF2B5EF4-FFF2-40B4-BE49-F238E27FC236}">
                <a16:creationId xmlns:a16="http://schemas.microsoft.com/office/drawing/2014/main" id="{2893C971-8BFD-8F5A-2912-9897D729FC77}"/>
              </a:ext>
            </a:extLst>
          </p:cNvPr>
          <p:cNvPicPr>
            <a:picLocks noChangeAspect="1"/>
          </p:cNvPicPr>
          <p:nvPr userDrawn="1"/>
        </p:nvPicPr>
        <p:blipFill>
          <a:blip r:embed="rId7"/>
          <a:srcRect t="19478"/>
          <a:stretch>
            <a:fillRect/>
          </a:stretch>
        </p:blipFill>
        <p:spPr>
          <a:xfrm>
            <a:off x="10975856" y="5681273"/>
            <a:ext cx="1216144" cy="645163"/>
          </a:xfrm>
          <a:prstGeom prst="rect">
            <a:avLst/>
          </a:prstGeom>
        </p:spPr>
      </p:pic>
      <p:pic>
        <p:nvPicPr>
          <p:cNvPr id="30" name="Picture 29">
            <a:extLst>
              <a:ext uri="{FF2B5EF4-FFF2-40B4-BE49-F238E27FC236}">
                <a16:creationId xmlns:a16="http://schemas.microsoft.com/office/drawing/2014/main" id="{491126BC-8E4E-AEDF-D09C-FE043D1A8608}"/>
              </a:ext>
            </a:extLst>
          </p:cNvPr>
          <p:cNvPicPr>
            <a:picLocks noChangeAspect="1"/>
          </p:cNvPicPr>
          <p:nvPr userDrawn="1"/>
        </p:nvPicPr>
        <p:blipFill>
          <a:blip r:embed="rId8"/>
          <a:srcRect l="23407" t="28145"/>
          <a:stretch>
            <a:fillRect/>
          </a:stretch>
        </p:blipFill>
        <p:spPr>
          <a:xfrm>
            <a:off x="828544" y="6014585"/>
            <a:ext cx="248082" cy="287495"/>
          </a:xfrm>
          <a:prstGeom prst="rect">
            <a:avLst/>
          </a:prstGeom>
        </p:spPr>
      </p:pic>
      <p:pic>
        <p:nvPicPr>
          <p:cNvPr id="32" name="Picture 31">
            <a:extLst>
              <a:ext uri="{FF2B5EF4-FFF2-40B4-BE49-F238E27FC236}">
                <a16:creationId xmlns:a16="http://schemas.microsoft.com/office/drawing/2014/main" id="{BFB46271-354B-D9F0-C43F-237A0BEF9F00}"/>
              </a:ext>
            </a:extLst>
          </p:cNvPr>
          <p:cNvPicPr>
            <a:picLocks noChangeAspect="1"/>
          </p:cNvPicPr>
          <p:nvPr userDrawn="1"/>
        </p:nvPicPr>
        <p:blipFill>
          <a:blip r:embed="rId8"/>
          <a:stretch>
            <a:fillRect/>
          </a:stretch>
        </p:blipFill>
        <p:spPr>
          <a:xfrm>
            <a:off x="5354462" y="5995022"/>
            <a:ext cx="477574" cy="589945"/>
          </a:xfrm>
          <a:prstGeom prst="rect">
            <a:avLst/>
          </a:prstGeom>
        </p:spPr>
      </p:pic>
      <p:pic>
        <p:nvPicPr>
          <p:cNvPr id="34" name="Picture 33">
            <a:extLst>
              <a:ext uri="{FF2B5EF4-FFF2-40B4-BE49-F238E27FC236}">
                <a16:creationId xmlns:a16="http://schemas.microsoft.com/office/drawing/2014/main" id="{E53B015C-48F2-F48F-8B4E-E17E1DC5A78A}"/>
              </a:ext>
            </a:extLst>
          </p:cNvPr>
          <p:cNvPicPr>
            <a:picLocks noChangeAspect="1"/>
          </p:cNvPicPr>
          <p:nvPr userDrawn="1"/>
        </p:nvPicPr>
        <p:blipFill>
          <a:blip r:embed="rId9"/>
          <a:stretch>
            <a:fillRect/>
          </a:stretch>
        </p:blipFill>
        <p:spPr>
          <a:xfrm>
            <a:off x="10299486" y="6275198"/>
            <a:ext cx="676369" cy="409632"/>
          </a:xfrm>
          <a:prstGeom prst="rect">
            <a:avLst/>
          </a:prstGeom>
        </p:spPr>
      </p:pic>
      <p:pic>
        <p:nvPicPr>
          <p:cNvPr id="36" name="Picture 35">
            <a:extLst>
              <a:ext uri="{FF2B5EF4-FFF2-40B4-BE49-F238E27FC236}">
                <a16:creationId xmlns:a16="http://schemas.microsoft.com/office/drawing/2014/main" id="{6786BABE-62AB-0560-4106-EF69AC885F9C}"/>
              </a:ext>
            </a:extLst>
          </p:cNvPr>
          <p:cNvPicPr>
            <a:picLocks noChangeAspect="1"/>
          </p:cNvPicPr>
          <p:nvPr userDrawn="1"/>
        </p:nvPicPr>
        <p:blipFill>
          <a:blip r:embed="rId10"/>
          <a:stretch>
            <a:fillRect/>
          </a:stretch>
        </p:blipFill>
        <p:spPr>
          <a:xfrm>
            <a:off x="9216260" y="5872601"/>
            <a:ext cx="517545" cy="743141"/>
          </a:xfrm>
          <a:prstGeom prst="rect">
            <a:avLst/>
          </a:prstGeom>
        </p:spPr>
      </p:pic>
      <p:pic>
        <p:nvPicPr>
          <p:cNvPr id="38" name="Picture 37">
            <a:extLst>
              <a:ext uri="{FF2B5EF4-FFF2-40B4-BE49-F238E27FC236}">
                <a16:creationId xmlns:a16="http://schemas.microsoft.com/office/drawing/2014/main" id="{7F180099-B636-5463-532F-5A22785CECA6}"/>
              </a:ext>
            </a:extLst>
          </p:cNvPr>
          <p:cNvPicPr>
            <a:picLocks noChangeAspect="1"/>
          </p:cNvPicPr>
          <p:nvPr userDrawn="1"/>
        </p:nvPicPr>
        <p:blipFill>
          <a:blip r:embed="rId11"/>
          <a:srcRect t="24241"/>
          <a:stretch>
            <a:fillRect/>
          </a:stretch>
        </p:blipFill>
        <p:spPr>
          <a:xfrm>
            <a:off x="7305773" y="5729495"/>
            <a:ext cx="957103" cy="531053"/>
          </a:xfrm>
          <a:prstGeom prst="rect">
            <a:avLst/>
          </a:prstGeom>
        </p:spPr>
      </p:pic>
      <p:pic>
        <p:nvPicPr>
          <p:cNvPr id="40" name="Picture 39">
            <a:extLst>
              <a:ext uri="{FF2B5EF4-FFF2-40B4-BE49-F238E27FC236}">
                <a16:creationId xmlns:a16="http://schemas.microsoft.com/office/drawing/2014/main" id="{C1914764-E001-08FA-E2C5-62C087CC8FED}"/>
              </a:ext>
            </a:extLst>
          </p:cNvPr>
          <p:cNvPicPr>
            <a:picLocks noChangeAspect="1"/>
          </p:cNvPicPr>
          <p:nvPr userDrawn="1"/>
        </p:nvPicPr>
        <p:blipFill>
          <a:blip r:embed="rId12"/>
          <a:stretch>
            <a:fillRect/>
          </a:stretch>
        </p:blipFill>
        <p:spPr>
          <a:xfrm rot="12077710">
            <a:off x="8417340" y="6368186"/>
            <a:ext cx="515835" cy="453310"/>
          </a:xfrm>
          <a:prstGeom prst="rect">
            <a:avLst/>
          </a:prstGeom>
        </p:spPr>
      </p:pic>
      <p:pic>
        <p:nvPicPr>
          <p:cNvPr id="42" name="Picture 41">
            <a:extLst>
              <a:ext uri="{FF2B5EF4-FFF2-40B4-BE49-F238E27FC236}">
                <a16:creationId xmlns:a16="http://schemas.microsoft.com/office/drawing/2014/main" id="{8726D3FF-1307-9C3E-CBAA-205686C19AC5}"/>
              </a:ext>
            </a:extLst>
          </p:cNvPr>
          <p:cNvPicPr>
            <a:picLocks noChangeAspect="1"/>
          </p:cNvPicPr>
          <p:nvPr userDrawn="1"/>
        </p:nvPicPr>
        <p:blipFill>
          <a:blip r:embed="rId13"/>
          <a:stretch>
            <a:fillRect/>
          </a:stretch>
        </p:blipFill>
        <p:spPr>
          <a:xfrm rot="20104791">
            <a:off x="6939109" y="6415056"/>
            <a:ext cx="342948" cy="466790"/>
          </a:xfrm>
          <a:prstGeom prst="rect">
            <a:avLst/>
          </a:prstGeom>
        </p:spPr>
      </p:pic>
      <p:pic>
        <p:nvPicPr>
          <p:cNvPr id="48" name="Picture 47">
            <a:extLst>
              <a:ext uri="{FF2B5EF4-FFF2-40B4-BE49-F238E27FC236}">
                <a16:creationId xmlns:a16="http://schemas.microsoft.com/office/drawing/2014/main" id="{AD057DB6-D21D-71FF-3D4C-9868A0DA9DD5}"/>
              </a:ext>
            </a:extLst>
          </p:cNvPr>
          <p:cNvPicPr>
            <a:picLocks noChangeAspect="1"/>
          </p:cNvPicPr>
          <p:nvPr userDrawn="1"/>
        </p:nvPicPr>
        <p:blipFill>
          <a:blip r:embed="rId14">
            <a:alphaModFix amt="69000"/>
          </a:blip>
          <a:stretch>
            <a:fillRect/>
          </a:stretch>
        </p:blipFill>
        <p:spPr>
          <a:xfrm rot="21399994">
            <a:off x="10322219" y="3545618"/>
            <a:ext cx="2123641" cy="1617007"/>
          </a:xfrm>
          <a:prstGeom prst="rect">
            <a:avLst/>
          </a:prstGeom>
        </p:spPr>
      </p:pic>
      <p:cxnSp>
        <p:nvCxnSpPr>
          <p:cNvPr id="18" name="Straight Connector 17">
            <a:extLst>
              <a:ext uri="{FF2B5EF4-FFF2-40B4-BE49-F238E27FC236}">
                <a16:creationId xmlns:a16="http://schemas.microsoft.com/office/drawing/2014/main" id="{B07C398C-D17A-4704-FC83-8A97D3BAA141}"/>
              </a:ext>
            </a:extLst>
          </p:cNvPr>
          <p:cNvCxnSpPr>
            <a:cxnSpLocks/>
          </p:cNvCxnSpPr>
          <p:nvPr userDrawn="1"/>
        </p:nvCxnSpPr>
        <p:spPr>
          <a:xfrm flipV="1">
            <a:off x="-6645" y="5570975"/>
            <a:ext cx="12278435" cy="531053"/>
          </a:xfrm>
          <a:prstGeom prst="line">
            <a:avLst/>
          </a:prstGeom>
          <a:ln w="41275">
            <a:solidFill>
              <a:schemeClr val="tx2"/>
            </a:solidFill>
          </a:ln>
        </p:spPr>
        <p:style>
          <a:lnRef idx="1">
            <a:schemeClr val="accent1"/>
          </a:lnRef>
          <a:fillRef idx="0">
            <a:schemeClr val="accent1"/>
          </a:fillRef>
          <a:effectRef idx="0">
            <a:schemeClr val="accent1"/>
          </a:effectRef>
          <a:fontRef idx="minor">
            <a:schemeClr val="tx1"/>
          </a:fontRef>
        </p:style>
      </p:cxnSp>
      <p:pic>
        <p:nvPicPr>
          <p:cNvPr id="52" name="Picture 51">
            <a:extLst>
              <a:ext uri="{FF2B5EF4-FFF2-40B4-BE49-F238E27FC236}">
                <a16:creationId xmlns:a16="http://schemas.microsoft.com/office/drawing/2014/main" id="{959CD51F-18C5-450B-BF53-575F3099C6FB}"/>
              </a:ext>
            </a:extLst>
          </p:cNvPr>
          <p:cNvPicPr>
            <a:picLocks noChangeAspect="1"/>
          </p:cNvPicPr>
          <p:nvPr userDrawn="1"/>
        </p:nvPicPr>
        <p:blipFill>
          <a:blip r:embed="rId14">
            <a:alphaModFix amt="69000"/>
          </a:blip>
          <a:stretch>
            <a:fillRect/>
          </a:stretch>
        </p:blipFill>
        <p:spPr>
          <a:xfrm rot="21426855">
            <a:off x="-733620" y="2340375"/>
            <a:ext cx="2123641" cy="1617007"/>
          </a:xfrm>
          <a:prstGeom prst="rect">
            <a:avLst/>
          </a:prstGeom>
        </p:spPr>
      </p:pic>
      <p:sp>
        <p:nvSpPr>
          <p:cNvPr id="12" name="Rectangle 11">
            <a:extLst>
              <a:ext uri="{FF2B5EF4-FFF2-40B4-BE49-F238E27FC236}">
                <a16:creationId xmlns:a16="http://schemas.microsoft.com/office/drawing/2014/main" id="{385A0640-87F0-31FC-4CC8-4440071D89E0}"/>
              </a:ext>
            </a:extLst>
          </p:cNvPr>
          <p:cNvSpPr/>
          <p:nvPr userDrawn="1"/>
        </p:nvSpPr>
        <p:spPr>
          <a:xfrm rot="21448443">
            <a:off x="-72497" y="-400007"/>
            <a:ext cx="12286865" cy="247898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61" name="Picture 60">
            <a:extLst>
              <a:ext uri="{FF2B5EF4-FFF2-40B4-BE49-F238E27FC236}">
                <a16:creationId xmlns:a16="http://schemas.microsoft.com/office/drawing/2014/main" id="{B0A04AD3-D133-2F98-8BF5-829D1691D5FF}"/>
              </a:ext>
            </a:extLst>
          </p:cNvPr>
          <p:cNvPicPr>
            <a:picLocks noChangeAspect="1"/>
          </p:cNvPicPr>
          <p:nvPr userDrawn="1"/>
        </p:nvPicPr>
        <p:blipFill>
          <a:blip r:embed="rId4">
            <a:alphaModFix amt="2000"/>
            <a:extLst>
              <a:ext uri="{BEBA8EAE-BF5A-486C-A8C5-ECC9F3942E4B}">
                <a14:imgProps xmlns:a14="http://schemas.microsoft.com/office/drawing/2010/main">
                  <a14:imgLayer r:embed="rId5">
                    <a14:imgEffect>
                      <a14:colorTemperature colorTemp="8889"/>
                    </a14:imgEffect>
                    <a14:imgEffect>
                      <a14:saturation sat="212000"/>
                    </a14:imgEffect>
                  </a14:imgLayer>
                </a14:imgProps>
              </a:ext>
            </a:extLst>
          </a:blip>
          <a:srcRect t="1" b="79480"/>
          <a:stretch>
            <a:fillRect/>
          </a:stretch>
        </p:blipFill>
        <p:spPr>
          <a:xfrm rot="21408228">
            <a:off x="-949281" y="1162572"/>
            <a:ext cx="5485683" cy="1127760"/>
          </a:xfrm>
          <a:prstGeom prst="rect">
            <a:avLst/>
          </a:prstGeom>
          <a:effectLst>
            <a:softEdge rad="0"/>
          </a:effectLst>
        </p:spPr>
      </p:pic>
      <p:pic>
        <p:nvPicPr>
          <p:cNvPr id="62" name="Picture 61">
            <a:extLst>
              <a:ext uri="{FF2B5EF4-FFF2-40B4-BE49-F238E27FC236}">
                <a16:creationId xmlns:a16="http://schemas.microsoft.com/office/drawing/2014/main" id="{FE78F02A-2690-E709-7190-54BD4AF34994}"/>
              </a:ext>
            </a:extLst>
          </p:cNvPr>
          <p:cNvPicPr>
            <a:picLocks noChangeAspect="1"/>
          </p:cNvPicPr>
          <p:nvPr userDrawn="1"/>
        </p:nvPicPr>
        <p:blipFill>
          <a:blip r:embed="rId4">
            <a:alphaModFix amt="8000"/>
            <a:extLst>
              <a:ext uri="{BEBA8EAE-BF5A-486C-A8C5-ECC9F3942E4B}">
                <a14:imgProps xmlns:a14="http://schemas.microsoft.com/office/drawing/2010/main">
                  <a14:imgLayer r:embed="rId5">
                    <a14:imgEffect>
                      <a14:colorTemperature colorTemp="8889"/>
                    </a14:imgEffect>
                    <a14:imgEffect>
                      <a14:saturation sat="212000"/>
                    </a14:imgEffect>
                  </a14:imgLayer>
                </a14:imgProps>
              </a:ext>
            </a:extLst>
          </a:blip>
          <a:srcRect t="55117" r="46272" b="11630"/>
          <a:stretch>
            <a:fillRect/>
          </a:stretch>
        </p:blipFill>
        <p:spPr>
          <a:xfrm rot="21382046">
            <a:off x="9391938" y="1860924"/>
            <a:ext cx="2947358" cy="1827694"/>
          </a:xfrm>
          <a:prstGeom prst="rect">
            <a:avLst/>
          </a:prstGeom>
          <a:effectLst>
            <a:softEdge rad="0"/>
          </a:effectLst>
        </p:spPr>
      </p:pic>
      <p:cxnSp>
        <p:nvCxnSpPr>
          <p:cNvPr id="13" name="Straight Connector 12">
            <a:extLst>
              <a:ext uri="{FF2B5EF4-FFF2-40B4-BE49-F238E27FC236}">
                <a16:creationId xmlns:a16="http://schemas.microsoft.com/office/drawing/2014/main" id="{D736ABF1-4104-4493-5E03-678B80EDF52A}"/>
              </a:ext>
            </a:extLst>
          </p:cNvPr>
          <p:cNvCxnSpPr>
            <a:cxnSpLocks/>
          </p:cNvCxnSpPr>
          <p:nvPr userDrawn="1"/>
        </p:nvCxnSpPr>
        <p:spPr>
          <a:xfrm flipV="1">
            <a:off x="-96090" y="1812859"/>
            <a:ext cx="12399178" cy="521290"/>
          </a:xfrm>
          <a:prstGeom prst="line">
            <a:avLst/>
          </a:prstGeom>
          <a:ln w="41275">
            <a:solidFill>
              <a:schemeClr val="tx2"/>
            </a:solidFill>
          </a:ln>
        </p:spPr>
        <p:style>
          <a:lnRef idx="1">
            <a:schemeClr val="accent1"/>
          </a:lnRef>
          <a:fillRef idx="0">
            <a:schemeClr val="accent1"/>
          </a:fillRef>
          <a:effectRef idx="0">
            <a:schemeClr val="accent1"/>
          </a:effectRef>
          <a:fontRef idx="minor">
            <a:schemeClr val="tx1"/>
          </a:fontRef>
        </p:style>
      </p:cxnSp>
      <p:pic>
        <p:nvPicPr>
          <p:cNvPr id="17" name="Picture 16">
            <a:extLst>
              <a:ext uri="{FF2B5EF4-FFF2-40B4-BE49-F238E27FC236}">
                <a16:creationId xmlns:a16="http://schemas.microsoft.com/office/drawing/2014/main" id="{D79E7D8B-FED9-BE69-9E15-79A00AB56FDB}"/>
              </a:ext>
            </a:extLst>
          </p:cNvPr>
          <p:cNvPicPr>
            <a:picLocks noChangeAspect="1"/>
          </p:cNvPicPr>
          <p:nvPr userDrawn="1"/>
        </p:nvPicPr>
        <p:blipFill>
          <a:blip r:embed="rId15">
            <a:duotone>
              <a:schemeClr val="accent2">
                <a:shade val="45000"/>
                <a:satMod val="135000"/>
              </a:schemeClr>
              <a:prstClr val="white"/>
            </a:duotone>
          </a:blip>
          <a:stretch>
            <a:fillRect/>
          </a:stretch>
        </p:blipFill>
        <p:spPr>
          <a:xfrm>
            <a:off x="4603638" y="889865"/>
            <a:ext cx="2934594" cy="764474"/>
          </a:xfrm>
          <a:prstGeom prst="rect">
            <a:avLst/>
          </a:prstGeom>
        </p:spPr>
      </p:pic>
      <p:pic>
        <p:nvPicPr>
          <p:cNvPr id="1025" name="Picture 1024">
            <a:extLst>
              <a:ext uri="{FF2B5EF4-FFF2-40B4-BE49-F238E27FC236}">
                <a16:creationId xmlns:a16="http://schemas.microsoft.com/office/drawing/2014/main" id="{D94884FC-EC7A-27EA-A3A1-1B9EF6AA03D5}"/>
              </a:ext>
            </a:extLst>
          </p:cNvPr>
          <p:cNvPicPr>
            <a:picLocks noChangeAspect="1"/>
          </p:cNvPicPr>
          <p:nvPr userDrawn="1"/>
        </p:nvPicPr>
        <p:blipFill>
          <a:blip r:embed="rId16">
            <a:alphaModFix amt="86000"/>
          </a:blip>
          <a:stretch>
            <a:fillRect/>
          </a:stretch>
        </p:blipFill>
        <p:spPr>
          <a:xfrm>
            <a:off x="5886976" y="508585"/>
            <a:ext cx="494774" cy="494774"/>
          </a:xfrm>
          <a:prstGeom prst="rect">
            <a:avLst/>
          </a:prstGeom>
        </p:spPr>
      </p:pic>
    </p:spTree>
    <p:extLst>
      <p:ext uri="{BB962C8B-B14F-4D97-AF65-F5344CB8AC3E}">
        <p14:creationId xmlns:p14="http://schemas.microsoft.com/office/powerpoint/2010/main" val="167367954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3EC9F4A-E4AA-AFA8-A6E0-722E3426EB6F}"/>
              </a:ext>
            </a:extLst>
          </p:cNvPr>
          <p:cNvSpPr>
            <a:spLocks noGrp="1"/>
          </p:cNvSpPr>
          <p:nvPr>
            <p:ph idx="1"/>
          </p:nvPr>
        </p:nvSpPr>
        <p:spPr>
          <a:xfrm>
            <a:off x="1397000" y="1384300"/>
            <a:ext cx="9956800" cy="4792663"/>
          </a:xfrm>
        </p:spPr>
        <p:txBody>
          <a:bodyPr/>
          <a:lstStyle>
            <a:lvl1pPr>
              <a:spcAft>
                <a:spcPts val="1800"/>
              </a:spcAft>
              <a:defRPr>
                <a:solidFill>
                  <a:schemeClr val="bg2">
                    <a:lumMod val="25000"/>
                  </a:schemeClr>
                </a:solidFill>
                <a:latin typeface="Avenir"/>
              </a:defRPr>
            </a:lvl1pPr>
            <a:lvl2pPr>
              <a:spcAft>
                <a:spcPts val="1800"/>
              </a:spcAft>
              <a:defRPr>
                <a:solidFill>
                  <a:schemeClr val="bg2">
                    <a:lumMod val="25000"/>
                  </a:schemeClr>
                </a:solidFill>
                <a:latin typeface="Avenir"/>
              </a:defRPr>
            </a:lvl2pPr>
            <a:lvl3pPr>
              <a:spcAft>
                <a:spcPts val="1200"/>
              </a:spcAft>
              <a:defRPr>
                <a:solidFill>
                  <a:schemeClr val="bg2">
                    <a:lumMod val="25000"/>
                  </a:schemeClr>
                </a:solidFill>
                <a:latin typeface="Avenir"/>
              </a:defRPr>
            </a:lvl3pPr>
            <a:lvl4pPr>
              <a:spcAft>
                <a:spcPts val="600"/>
              </a:spcAft>
              <a:defRPr>
                <a:solidFill>
                  <a:schemeClr val="bg2">
                    <a:lumMod val="25000"/>
                  </a:schemeClr>
                </a:solidFill>
                <a:latin typeface="Avenir"/>
              </a:defRPr>
            </a:lvl4pPr>
            <a:lvl5pPr>
              <a:spcAft>
                <a:spcPts val="300"/>
              </a:spcAft>
              <a:defRPr>
                <a:solidFill>
                  <a:schemeClr val="bg2">
                    <a:lumMod val="25000"/>
                  </a:schemeClr>
                </a:solidFill>
                <a:latin typeface="Avenir"/>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Title 1">
            <a:extLst>
              <a:ext uri="{FF2B5EF4-FFF2-40B4-BE49-F238E27FC236}">
                <a16:creationId xmlns:a16="http://schemas.microsoft.com/office/drawing/2014/main" id="{E7573E01-F548-B945-781C-BDDFB6E1CE94}"/>
              </a:ext>
            </a:extLst>
          </p:cNvPr>
          <p:cNvSpPr>
            <a:spLocks noGrp="1"/>
          </p:cNvSpPr>
          <p:nvPr>
            <p:ph type="title"/>
          </p:nvPr>
        </p:nvSpPr>
        <p:spPr>
          <a:xfrm>
            <a:off x="1270000" y="365126"/>
            <a:ext cx="10083800" cy="768350"/>
          </a:xfrm>
        </p:spPr>
        <p:txBody>
          <a:bodyPr/>
          <a:lstStyle/>
          <a:p>
            <a:r>
              <a:rPr lang="en-US" dirty="0"/>
              <a:t>Click to edit Master title style</a:t>
            </a:r>
          </a:p>
        </p:txBody>
      </p:sp>
    </p:spTree>
    <p:extLst>
      <p:ext uri="{BB962C8B-B14F-4D97-AF65-F5344CB8AC3E}">
        <p14:creationId xmlns:p14="http://schemas.microsoft.com/office/powerpoint/2010/main" val="35769021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675BBE-15CE-FECC-0EA2-4392182B0F9A}"/>
              </a:ext>
            </a:extLst>
          </p:cNvPr>
          <p:cNvSpPr>
            <a:spLocks noGrp="1"/>
          </p:cNvSpPr>
          <p:nvPr>
            <p:ph type="title"/>
          </p:nvPr>
        </p:nvSpPr>
        <p:spPr>
          <a:xfrm>
            <a:off x="831850" y="690564"/>
            <a:ext cx="10515600" cy="2043112"/>
          </a:xfrm>
        </p:spPr>
        <p:txBody>
          <a:bodyPr anchor="b"/>
          <a:lstStyle>
            <a:lvl1pPr>
              <a:defRPr sz="60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19860049-57EF-DA0B-2419-4F41FE8817EC}"/>
              </a:ext>
            </a:extLst>
          </p:cNvPr>
          <p:cNvSpPr>
            <a:spLocks noGrp="1"/>
          </p:cNvSpPr>
          <p:nvPr>
            <p:ph type="body" idx="1"/>
          </p:nvPr>
        </p:nvSpPr>
        <p:spPr>
          <a:xfrm>
            <a:off x="838200" y="338931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Tree>
    <p:extLst>
      <p:ext uri="{BB962C8B-B14F-4D97-AF65-F5344CB8AC3E}">
        <p14:creationId xmlns:p14="http://schemas.microsoft.com/office/powerpoint/2010/main" val="271178754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secHead" preserve="1">
  <p:cSld name="Section Header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675BBE-15CE-FECC-0EA2-4392182B0F9A}"/>
              </a:ext>
            </a:extLst>
          </p:cNvPr>
          <p:cNvSpPr>
            <a:spLocks noGrp="1"/>
          </p:cNvSpPr>
          <p:nvPr>
            <p:ph type="title"/>
          </p:nvPr>
        </p:nvSpPr>
        <p:spPr>
          <a:xfrm>
            <a:off x="831850" y="690564"/>
            <a:ext cx="10515600" cy="2043112"/>
          </a:xfrm>
        </p:spPr>
        <p:txBody>
          <a:bodyPr anchor="b"/>
          <a:lstStyle>
            <a:lvl1pPr>
              <a:defRPr sz="60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19860049-57EF-DA0B-2419-4F41FE8817EC}"/>
              </a:ext>
            </a:extLst>
          </p:cNvPr>
          <p:cNvSpPr>
            <a:spLocks noGrp="1"/>
          </p:cNvSpPr>
          <p:nvPr>
            <p:ph type="body" idx="1"/>
          </p:nvPr>
        </p:nvSpPr>
        <p:spPr>
          <a:xfrm>
            <a:off x="838200" y="338931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Tree>
    <p:extLst>
      <p:ext uri="{BB962C8B-B14F-4D97-AF65-F5344CB8AC3E}">
        <p14:creationId xmlns:p14="http://schemas.microsoft.com/office/powerpoint/2010/main" val="288286230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4060F1-50B1-D5E8-9069-BBC4AB3175B1}"/>
              </a:ext>
            </a:extLst>
          </p:cNvPr>
          <p:cNvSpPr>
            <a:spLocks noGrp="1"/>
          </p:cNvSpPr>
          <p:nvPr>
            <p:ph type="title"/>
          </p:nvPr>
        </p:nvSpPr>
        <p:spPr>
          <a:xfrm>
            <a:off x="838200" y="365126"/>
            <a:ext cx="10515600" cy="768350"/>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26A16D44-9053-488D-C196-3EEF4F8E7D73}"/>
              </a:ext>
            </a:extLst>
          </p:cNvPr>
          <p:cNvSpPr>
            <a:spLocks noGrp="1"/>
          </p:cNvSpPr>
          <p:nvPr>
            <p:ph sz="half" idx="1"/>
          </p:nvPr>
        </p:nvSpPr>
        <p:spPr>
          <a:xfrm>
            <a:off x="838200" y="1312863"/>
            <a:ext cx="5181600" cy="48641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1138D4C6-FE86-E6F4-D966-08345F9E47B4}"/>
              </a:ext>
            </a:extLst>
          </p:cNvPr>
          <p:cNvSpPr>
            <a:spLocks noGrp="1"/>
          </p:cNvSpPr>
          <p:nvPr>
            <p:ph sz="half" idx="2"/>
          </p:nvPr>
        </p:nvSpPr>
        <p:spPr>
          <a:xfrm>
            <a:off x="6172200" y="1312863"/>
            <a:ext cx="5181600" cy="48641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32286205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omparis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E8500623-B814-AA29-1478-860D146CAE14}"/>
              </a:ext>
            </a:extLst>
          </p:cNvPr>
          <p:cNvSpPr>
            <a:spLocks noGrp="1"/>
          </p:cNvSpPr>
          <p:nvPr>
            <p:ph type="body" idx="1"/>
          </p:nvPr>
        </p:nvSpPr>
        <p:spPr>
          <a:xfrm>
            <a:off x="839788" y="1209675"/>
            <a:ext cx="5157787" cy="98107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DFE7B30-4700-CE3D-CF95-DF3D2FB9F6DC}"/>
              </a:ext>
            </a:extLst>
          </p:cNvPr>
          <p:cNvSpPr>
            <a:spLocks noGrp="1"/>
          </p:cNvSpPr>
          <p:nvPr>
            <p:ph sz="half" idx="2"/>
          </p:nvPr>
        </p:nvSpPr>
        <p:spPr>
          <a:xfrm>
            <a:off x="839788" y="2266949"/>
            <a:ext cx="5157787" cy="39227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A97EB1C-E741-5458-B88B-1B4EA577B79B}"/>
              </a:ext>
            </a:extLst>
          </p:cNvPr>
          <p:cNvSpPr>
            <a:spLocks noGrp="1"/>
          </p:cNvSpPr>
          <p:nvPr>
            <p:ph type="body" sz="quarter" idx="3"/>
          </p:nvPr>
        </p:nvSpPr>
        <p:spPr>
          <a:xfrm>
            <a:off x="6172200" y="1209675"/>
            <a:ext cx="5183188" cy="98107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544958A-139C-712C-756C-7D57D85373A2}"/>
              </a:ext>
            </a:extLst>
          </p:cNvPr>
          <p:cNvSpPr>
            <a:spLocks noGrp="1"/>
          </p:cNvSpPr>
          <p:nvPr>
            <p:ph sz="quarter" idx="4"/>
          </p:nvPr>
        </p:nvSpPr>
        <p:spPr>
          <a:xfrm>
            <a:off x="6172200" y="2266949"/>
            <a:ext cx="5183188" cy="39227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itle 1">
            <a:extLst>
              <a:ext uri="{FF2B5EF4-FFF2-40B4-BE49-F238E27FC236}">
                <a16:creationId xmlns:a16="http://schemas.microsoft.com/office/drawing/2014/main" id="{C18B09D6-A041-338A-CB2B-40754AEEF59A}"/>
              </a:ext>
            </a:extLst>
          </p:cNvPr>
          <p:cNvSpPr>
            <a:spLocks noGrp="1"/>
          </p:cNvSpPr>
          <p:nvPr>
            <p:ph type="title"/>
          </p:nvPr>
        </p:nvSpPr>
        <p:spPr>
          <a:xfrm>
            <a:off x="838200" y="365126"/>
            <a:ext cx="10515600" cy="768350"/>
          </a:xfrm>
        </p:spPr>
        <p:txBody>
          <a:bodyPr/>
          <a:lstStyle/>
          <a:p>
            <a:r>
              <a:rPr lang="en-US" dirty="0"/>
              <a:t>Click to edit Master title style</a:t>
            </a:r>
          </a:p>
        </p:txBody>
      </p:sp>
    </p:spTree>
    <p:extLst>
      <p:ext uri="{BB962C8B-B14F-4D97-AF65-F5344CB8AC3E}">
        <p14:creationId xmlns:p14="http://schemas.microsoft.com/office/powerpoint/2010/main" val="109436963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le Onl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7C6407EC-06E4-D8F0-F6D7-BE094DC079AF}"/>
              </a:ext>
            </a:extLst>
          </p:cNvPr>
          <p:cNvSpPr>
            <a:spLocks noGrp="1"/>
          </p:cNvSpPr>
          <p:nvPr>
            <p:ph type="title"/>
          </p:nvPr>
        </p:nvSpPr>
        <p:spPr>
          <a:xfrm>
            <a:off x="838200" y="365126"/>
            <a:ext cx="10515600" cy="768350"/>
          </a:xfrm>
        </p:spPr>
        <p:txBody>
          <a:bodyPr/>
          <a:lstStyle/>
          <a:p>
            <a:r>
              <a:rPr lang="en-US"/>
              <a:t>Click to edit Master title style</a:t>
            </a:r>
          </a:p>
        </p:txBody>
      </p:sp>
    </p:spTree>
    <p:extLst>
      <p:ext uri="{BB962C8B-B14F-4D97-AF65-F5344CB8AC3E}">
        <p14:creationId xmlns:p14="http://schemas.microsoft.com/office/powerpoint/2010/main" val="189169076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Blan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0173682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Tx" preserve="1">
  <p:cSld name="Content with Cap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5CD43A-720E-736E-D62A-EA38D20AC1F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14BC827-315B-E749-A310-2EF3406168B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77FF770-77DF-FE4D-8554-E3ABB36464A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Tree>
    <p:extLst>
      <p:ext uri="{BB962C8B-B14F-4D97-AF65-F5344CB8AC3E}">
        <p14:creationId xmlns:p14="http://schemas.microsoft.com/office/powerpoint/2010/main" val="10726225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picTx" preserve="1">
  <p:cSld name="Picture with Cap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2A9F3-F346-BB20-1B1E-E53DB1EE7E6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E4225A3-D646-8708-CE66-B4521403188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865489DE-7F13-FF58-5E20-11F94163273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Tree>
    <p:extLst>
      <p:ext uri="{BB962C8B-B14F-4D97-AF65-F5344CB8AC3E}">
        <p14:creationId xmlns:p14="http://schemas.microsoft.com/office/powerpoint/2010/main" val="366137895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A2D799-F14C-682F-BA8C-38570FF5A8D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29CB458-665C-F4E6-D069-76EBF80DC05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13CC8D2-B2D9-D372-1854-D78AECAED39A}"/>
              </a:ext>
            </a:extLst>
          </p:cNvPr>
          <p:cNvSpPr>
            <a:spLocks noGrp="1"/>
          </p:cNvSpPr>
          <p:nvPr>
            <p:ph type="dt" sz="half" idx="10"/>
          </p:nvPr>
        </p:nvSpPr>
        <p:spPr>
          <a:xfrm>
            <a:off x="838200" y="6356350"/>
            <a:ext cx="2743200" cy="365125"/>
          </a:xfrm>
          <a:prstGeom prst="rect">
            <a:avLst/>
          </a:prstGeom>
        </p:spPr>
        <p:txBody>
          <a:bodyPr/>
          <a:lstStyle/>
          <a:p>
            <a:fld id="{FEE2AF39-4A2E-4BB2-B90D-C09D4ADF0C9D}" type="datetimeFigureOut">
              <a:rPr lang="en-US" smtClean="0"/>
              <a:t>3/11/2026</a:t>
            </a:fld>
            <a:endParaRPr lang="en-US"/>
          </a:p>
        </p:txBody>
      </p:sp>
      <p:sp>
        <p:nvSpPr>
          <p:cNvPr id="5" name="Footer Placeholder 4">
            <a:extLst>
              <a:ext uri="{FF2B5EF4-FFF2-40B4-BE49-F238E27FC236}">
                <a16:creationId xmlns:a16="http://schemas.microsoft.com/office/drawing/2014/main" id="{C3FB4B92-87EF-8CDC-D841-12872C10CFC9}"/>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C42073D2-A493-19CF-574F-F7D2C4B3F8C6}"/>
              </a:ext>
            </a:extLst>
          </p:cNvPr>
          <p:cNvSpPr>
            <a:spLocks noGrp="1"/>
          </p:cNvSpPr>
          <p:nvPr>
            <p:ph type="sldNum" sz="quarter" idx="12"/>
          </p:nvPr>
        </p:nvSpPr>
        <p:spPr>
          <a:xfrm>
            <a:off x="8610600" y="6356350"/>
            <a:ext cx="2743200" cy="365125"/>
          </a:xfrm>
          <a:prstGeom prst="rect">
            <a:avLst/>
          </a:prstGeom>
        </p:spPr>
        <p:txBody>
          <a:bodyPr/>
          <a:lstStyle/>
          <a:p>
            <a:fld id="{B3D7EEE9-2273-4822-B6B6-BD0A1D117B59}" type="slidenum">
              <a:rPr lang="en-US" smtClean="0"/>
              <a:t>‹#›</a:t>
            </a:fld>
            <a:endParaRPr lang="en-US"/>
          </a:p>
        </p:txBody>
      </p:sp>
    </p:spTree>
    <p:extLst>
      <p:ext uri="{BB962C8B-B14F-4D97-AF65-F5344CB8AC3E}">
        <p14:creationId xmlns:p14="http://schemas.microsoft.com/office/powerpoint/2010/main" val="421482166"/>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C1890EC-AD11-A012-0E00-40B281369E0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6DAAACC-DDC8-5DE8-B758-0B8ACEF987E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1A8E7EF-D1CD-652C-325E-0928FC0F3493}"/>
              </a:ext>
            </a:extLst>
          </p:cNvPr>
          <p:cNvSpPr>
            <a:spLocks noGrp="1"/>
          </p:cNvSpPr>
          <p:nvPr>
            <p:ph type="dt" sz="half" idx="10"/>
          </p:nvPr>
        </p:nvSpPr>
        <p:spPr>
          <a:xfrm>
            <a:off x="838200" y="6356350"/>
            <a:ext cx="2743200" cy="365125"/>
          </a:xfrm>
          <a:prstGeom prst="rect">
            <a:avLst/>
          </a:prstGeom>
        </p:spPr>
        <p:txBody>
          <a:bodyPr/>
          <a:lstStyle/>
          <a:p>
            <a:fld id="{FEE2AF39-4A2E-4BB2-B90D-C09D4ADF0C9D}" type="datetimeFigureOut">
              <a:rPr lang="en-US" smtClean="0"/>
              <a:t>3/11/2026</a:t>
            </a:fld>
            <a:endParaRPr lang="en-US"/>
          </a:p>
        </p:txBody>
      </p:sp>
      <p:sp>
        <p:nvSpPr>
          <p:cNvPr id="5" name="Footer Placeholder 4">
            <a:extLst>
              <a:ext uri="{FF2B5EF4-FFF2-40B4-BE49-F238E27FC236}">
                <a16:creationId xmlns:a16="http://schemas.microsoft.com/office/drawing/2014/main" id="{3F53CDAF-E4AF-C9EB-4CDB-2246556E5427}"/>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7DD008F7-5E17-873A-40FD-ACDE0C3C2C9F}"/>
              </a:ext>
            </a:extLst>
          </p:cNvPr>
          <p:cNvSpPr>
            <a:spLocks noGrp="1"/>
          </p:cNvSpPr>
          <p:nvPr>
            <p:ph type="sldNum" sz="quarter" idx="12"/>
          </p:nvPr>
        </p:nvSpPr>
        <p:spPr>
          <a:xfrm>
            <a:off x="8610600" y="6356350"/>
            <a:ext cx="2743200" cy="365125"/>
          </a:xfrm>
          <a:prstGeom prst="rect">
            <a:avLst/>
          </a:prstGeom>
        </p:spPr>
        <p:txBody>
          <a:bodyPr/>
          <a:lstStyle/>
          <a:p>
            <a:fld id="{B3D7EEE9-2273-4822-B6B6-BD0A1D117B59}" type="slidenum">
              <a:rPr lang="en-US" smtClean="0"/>
              <a:t>‹#›</a:t>
            </a:fld>
            <a:endParaRPr lang="en-US"/>
          </a:p>
        </p:txBody>
      </p:sp>
    </p:spTree>
    <p:extLst>
      <p:ext uri="{BB962C8B-B14F-4D97-AF65-F5344CB8AC3E}">
        <p14:creationId xmlns:p14="http://schemas.microsoft.com/office/powerpoint/2010/main" val="21649410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and Content" type="obj">
  <p:cSld name="1_Title and Content">
    <p:spTree>
      <p:nvGrpSpPr>
        <p:cNvPr id="1" name="Shape 27"/>
        <p:cNvGrpSpPr/>
        <p:nvPr/>
      </p:nvGrpSpPr>
      <p:grpSpPr>
        <a:xfrm>
          <a:off x="0" y="0"/>
          <a:ext cx="0" cy="0"/>
          <a:chOff x="0" y="0"/>
          <a:chExt cx="0" cy="0"/>
        </a:xfrm>
      </p:grpSpPr>
      <p:sp>
        <p:nvSpPr>
          <p:cNvPr id="28" name="Google Shape;28;p23"/>
          <p:cNvSpPr txBox="1">
            <a:spLocks noGrp="1"/>
          </p:cNvSpPr>
          <p:nvPr>
            <p:ph type="title"/>
          </p:nvPr>
        </p:nvSpPr>
        <p:spPr>
          <a:xfrm>
            <a:off x="989400" y="395289"/>
            <a:ext cx="10213200" cy="1112836"/>
          </a:xfrm>
          <a:prstGeom prst="rect">
            <a:avLst/>
          </a:prstGeom>
          <a:noFill/>
          <a:ln>
            <a:noFill/>
          </a:ln>
        </p:spPr>
        <p:txBody>
          <a:bodyPr spcFirstLastPara="1" wrap="square" lIns="91425" tIns="45700" rIns="91425" bIns="45700" anchor="b" anchorCtr="0">
            <a:normAutofit/>
          </a:bodyPr>
          <a:lstStyle>
            <a:lvl1pPr lvl="0" algn="l">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r>
              <a:rPr lang="en-US"/>
              <a:t>Click to edit Master title style</a:t>
            </a:r>
            <a:endParaRPr/>
          </a:p>
        </p:txBody>
      </p:sp>
      <p:sp>
        <p:nvSpPr>
          <p:cNvPr id="29" name="Google Shape;29;p23"/>
          <p:cNvSpPr txBox="1">
            <a:spLocks noGrp="1"/>
          </p:cNvSpPr>
          <p:nvPr>
            <p:ph type="body" idx="1"/>
          </p:nvPr>
        </p:nvSpPr>
        <p:spPr>
          <a:xfrm>
            <a:off x="989400" y="1685925"/>
            <a:ext cx="10213200" cy="4040191"/>
          </a:xfrm>
          <a:prstGeom prst="rect">
            <a:avLst/>
          </a:prstGeom>
          <a:noFill/>
          <a:ln>
            <a:noFill/>
          </a:ln>
        </p:spPr>
        <p:txBody>
          <a:bodyPr spcFirstLastPara="1" wrap="square" lIns="91425" tIns="45700" rIns="91425" bIns="45700" anchor="t" anchorCtr="0">
            <a:normAutofit/>
          </a:bodyPr>
          <a:lstStyle>
            <a:lvl1pPr marL="457200" lvl="0" indent="-342900" algn="l">
              <a:lnSpc>
                <a:spcPct val="150000"/>
              </a:lnSpc>
              <a:spcBef>
                <a:spcPts val="1000"/>
              </a:spcBef>
              <a:spcAft>
                <a:spcPts val="0"/>
              </a:spcAft>
              <a:buSzPts val="1800"/>
              <a:buChar char="·"/>
              <a:defRPr/>
            </a:lvl1pPr>
            <a:lvl2pPr marL="914400" lvl="1" indent="-228600" algn="l">
              <a:lnSpc>
                <a:spcPct val="150000"/>
              </a:lnSpc>
              <a:spcBef>
                <a:spcPts val="500"/>
              </a:spcBef>
              <a:spcAft>
                <a:spcPts val="0"/>
              </a:spcAft>
              <a:buClr>
                <a:schemeClr val="dk1"/>
              </a:buClr>
              <a:buSzPts val="1800"/>
              <a:buNone/>
              <a:defRPr/>
            </a:lvl2pPr>
            <a:lvl3pPr marL="1371600" lvl="2" indent="-342900" algn="l">
              <a:lnSpc>
                <a:spcPct val="150000"/>
              </a:lnSpc>
              <a:spcBef>
                <a:spcPts val="500"/>
              </a:spcBef>
              <a:spcAft>
                <a:spcPts val="0"/>
              </a:spcAft>
              <a:buSzPts val="1800"/>
              <a:buChar char="·"/>
              <a:defRPr/>
            </a:lvl3pPr>
            <a:lvl4pPr marL="1828800" lvl="3" indent="-228600" algn="l">
              <a:lnSpc>
                <a:spcPct val="150000"/>
              </a:lnSpc>
              <a:spcBef>
                <a:spcPts val="500"/>
              </a:spcBef>
              <a:spcAft>
                <a:spcPts val="0"/>
              </a:spcAft>
              <a:buSzPts val="1800"/>
              <a:buNone/>
              <a:defRPr/>
            </a:lvl4pPr>
            <a:lvl5pPr marL="2286000" lvl="4" indent="-342900" algn="l">
              <a:lnSpc>
                <a:spcPct val="150000"/>
              </a:lnSpc>
              <a:spcBef>
                <a:spcPts val="500"/>
              </a:spcBef>
              <a:spcAft>
                <a:spcPts val="0"/>
              </a:spcAft>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pPr lvl="0"/>
            <a:r>
              <a:rPr lang="en-US"/>
              <a:t>Click to edit Master text styles</a:t>
            </a:r>
          </a:p>
        </p:txBody>
      </p:sp>
      <p:sp>
        <p:nvSpPr>
          <p:cNvPr id="30" name="Google Shape;30;p23"/>
          <p:cNvSpPr txBox="1">
            <a:spLocks noGrp="1"/>
          </p:cNvSpPr>
          <p:nvPr>
            <p:ph type="dt" idx="10"/>
          </p:nvPr>
        </p:nvSpPr>
        <p:spPr>
          <a:xfrm>
            <a:off x="450000" y="6357168"/>
            <a:ext cx="1760150" cy="461665"/>
          </a:xfrm>
          <a:prstGeom prst="rect">
            <a:avLst/>
          </a:prstGeom>
          <a:noFill/>
          <a:ln>
            <a:noFill/>
          </a:ln>
        </p:spPr>
        <p:txBody>
          <a:bodyPr spcFirstLastPara="1" wrap="square" lIns="91425" tIns="45700" rIns="91425" bIns="45700" anchor="ctr" anchorCtr="0">
            <a:norm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1" name="Google Shape;31;p23"/>
          <p:cNvSpPr txBox="1">
            <a:spLocks noGrp="1"/>
          </p:cNvSpPr>
          <p:nvPr>
            <p:ph type="ftr" idx="11"/>
          </p:nvPr>
        </p:nvSpPr>
        <p:spPr>
          <a:xfrm>
            <a:off x="2754312" y="6357600"/>
            <a:ext cx="6683376" cy="4608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2" name="Google Shape;32;p23"/>
          <p:cNvSpPr txBox="1">
            <a:spLocks noGrp="1"/>
          </p:cNvSpPr>
          <p:nvPr>
            <p:ph type="sldNum" idx="12"/>
          </p:nvPr>
        </p:nvSpPr>
        <p:spPr>
          <a:xfrm>
            <a:off x="9982800" y="6357600"/>
            <a:ext cx="1760150" cy="4608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Sorts Mill Goudy"/>
                <a:ea typeface="Sorts Mill Goudy"/>
                <a:cs typeface="Sorts Mill Goudy"/>
                <a:sym typeface="Sorts Mill Goudy"/>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Sorts Mill Goudy"/>
                <a:ea typeface="Sorts Mill Goudy"/>
                <a:cs typeface="Sorts Mill Goudy"/>
                <a:sym typeface="Sorts Mill Goudy"/>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Sorts Mill Goudy"/>
                <a:ea typeface="Sorts Mill Goudy"/>
                <a:cs typeface="Sorts Mill Goudy"/>
                <a:sym typeface="Sorts Mill Goudy"/>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Sorts Mill Goudy"/>
                <a:ea typeface="Sorts Mill Goudy"/>
                <a:cs typeface="Sorts Mill Goudy"/>
                <a:sym typeface="Sorts Mill Goudy"/>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Sorts Mill Goudy"/>
                <a:ea typeface="Sorts Mill Goudy"/>
                <a:cs typeface="Sorts Mill Goudy"/>
                <a:sym typeface="Sorts Mill Goudy"/>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Sorts Mill Goudy"/>
                <a:ea typeface="Sorts Mill Goudy"/>
                <a:cs typeface="Sorts Mill Goudy"/>
                <a:sym typeface="Sorts Mill Goudy"/>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Sorts Mill Goudy"/>
                <a:ea typeface="Sorts Mill Goudy"/>
                <a:cs typeface="Sorts Mill Goudy"/>
                <a:sym typeface="Sorts Mill Goudy"/>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Sorts Mill Goudy"/>
                <a:ea typeface="Sorts Mill Goudy"/>
                <a:cs typeface="Sorts Mill Goudy"/>
                <a:sym typeface="Sorts Mill Goudy"/>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1"/>
                </a:solidFill>
                <a:latin typeface="Sorts Mill Goudy"/>
                <a:ea typeface="Sorts Mill Goudy"/>
                <a:cs typeface="Sorts Mill Goudy"/>
                <a:sym typeface="Sorts Mill Goudy"/>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5846806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5" Type="http://schemas.openxmlformats.org/officeDocument/2006/relationships/image" Target="../media/image2.png"/><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63F851E-2928-4682-9B42-D2579E13F8BF}" type="datetimeFigureOut">
              <a:rPr lang="en-US" smtClean="0"/>
              <a:t>3/11/2026</a:t>
            </a:fld>
            <a:endParaRPr lang="en-US" dirty="0"/>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9FE998A-8700-4210-9762-D768112401A7}" type="slidenum">
              <a:rPr lang="en-US" smtClean="0"/>
              <a:t>‹#›</a:t>
            </a:fld>
            <a:endParaRPr lang="en-US" dirty="0"/>
          </a:p>
        </p:txBody>
      </p:sp>
    </p:spTree>
    <p:extLst>
      <p:ext uri="{BB962C8B-B14F-4D97-AF65-F5344CB8AC3E}">
        <p14:creationId xmlns:p14="http://schemas.microsoft.com/office/powerpoint/2010/main" val="177923216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blipFill dpi="0" rotWithShape="1">
          <a:blip r:embed="rId15">
            <a:lum/>
          </a:blip>
          <a:srcRect/>
          <a:stretch>
            <a:fillRect/>
          </a:stretch>
        </a:blip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8C5BED7-9B4D-FAE0-C708-F335944633E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D9A36A39-B7FB-7B10-14CB-F05DF64ECC0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70016890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xStyles>
    <p:titleStyle>
      <a:lvl1pPr algn="l" defTabSz="914400" rtl="0" eaLnBrk="1" latinLnBrk="0" hangingPunct="1">
        <a:lnSpc>
          <a:spcPct val="90000"/>
        </a:lnSpc>
        <a:spcBef>
          <a:spcPct val="0"/>
        </a:spcBef>
        <a:buNone/>
        <a:defRPr sz="4100" b="1" kern="1200">
          <a:solidFill>
            <a:schemeClr val="tx2"/>
          </a:solidFill>
          <a:latin typeface="Text Me One" pitchFamily="2" charset="0"/>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3100" kern="1200">
          <a:solidFill>
            <a:schemeClr val="bg2">
              <a:lumMod val="25000"/>
            </a:schemeClr>
          </a:solidFill>
          <a:latin typeface="Avenir"/>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700" kern="1200">
          <a:solidFill>
            <a:schemeClr val="bg2">
              <a:lumMod val="25000"/>
            </a:schemeClr>
          </a:solidFill>
          <a:latin typeface="Avenir"/>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400" kern="1200">
          <a:solidFill>
            <a:schemeClr val="bg2">
              <a:lumMod val="25000"/>
            </a:schemeClr>
          </a:solidFill>
          <a:latin typeface="Avenir"/>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2100" kern="1200">
          <a:solidFill>
            <a:schemeClr val="bg2">
              <a:lumMod val="25000"/>
            </a:schemeClr>
          </a:solidFill>
          <a:latin typeface="Avenir"/>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2000" kern="1200">
          <a:solidFill>
            <a:schemeClr val="bg2">
              <a:lumMod val="25000"/>
            </a:schemeClr>
          </a:solidFill>
          <a:latin typeface="Avenir"/>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1.gif"/><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3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3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3.xml"/><Relationship Id="rId4" Type="http://schemas.openxmlformats.org/officeDocument/2006/relationships/hyperlink" Target="https://doi.org/10.1037/0033-295x.106.4.643" TargetMode="External"/></Relationships>
</file>

<file path=ppt/slides/_rels/slide3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3.xml"/><Relationship Id="rId4" Type="http://schemas.openxmlformats.org/officeDocument/2006/relationships/hyperlink" Target="https://doi.org/10.1037/0033-295x.106.4.643" TargetMode="External"/></Relationships>
</file>

<file path=ppt/slides/_rels/slide35.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8.xml"/><Relationship Id="rId1" Type="http://schemas.openxmlformats.org/officeDocument/2006/relationships/slideLayout" Target="../slideLayouts/slideLayout19.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3.xml"/></Relationships>
</file>

<file path=ppt/slides/_rels/slide37.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10.xml"/><Relationship Id="rId1" Type="http://schemas.openxmlformats.org/officeDocument/2006/relationships/slideLayout" Target="../slideLayouts/slideLayout13.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38.xml.rels><?xml version="1.0" encoding="UTF-8" standalone="yes"?>
<Relationships xmlns="http://schemas.openxmlformats.org/package/2006/relationships"><Relationship Id="rId8" Type="http://schemas.openxmlformats.org/officeDocument/2006/relationships/diagramLayout" Target="../diagrams/layout3.xml"/><Relationship Id="rId13" Type="http://schemas.openxmlformats.org/officeDocument/2006/relationships/image" Target="../media/image46.svg"/><Relationship Id="rId3" Type="http://schemas.openxmlformats.org/officeDocument/2006/relationships/image" Target="../media/image41.png"/><Relationship Id="rId7" Type="http://schemas.openxmlformats.org/officeDocument/2006/relationships/diagramData" Target="../diagrams/data3.xml"/><Relationship Id="rId12" Type="http://schemas.openxmlformats.org/officeDocument/2006/relationships/image" Target="../media/image45.png"/><Relationship Id="rId2" Type="http://schemas.openxmlformats.org/officeDocument/2006/relationships/notesSlide" Target="../notesSlides/notesSlide11.xml"/><Relationship Id="rId1" Type="http://schemas.openxmlformats.org/officeDocument/2006/relationships/slideLayout" Target="../slideLayouts/slideLayout13.xml"/><Relationship Id="rId6" Type="http://schemas.openxmlformats.org/officeDocument/2006/relationships/image" Target="../media/image44.svg"/><Relationship Id="rId11" Type="http://schemas.microsoft.com/office/2007/relationships/diagramDrawing" Target="../diagrams/drawing3.xml"/><Relationship Id="rId5" Type="http://schemas.openxmlformats.org/officeDocument/2006/relationships/image" Target="../media/image43.png"/><Relationship Id="rId10" Type="http://schemas.openxmlformats.org/officeDocument/2006/relationships/diagramColors" Target="../diagrams/colors3.xml"/><Relationship Id="rId4" Type="http://schemas.openxmlformats.org/officeDocument/2006/relationships/image" Target="../media/image42.svg"/><Relationship Id="rId9" Type="http://schemas.openxmlformats.org/officeDocument/2006/relationships/diagramQuickStyle" Target="../diagrams/quickStyle3.xml"/></Relationships>
</file>

<file path=ppt/slides/_rels/slide39.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18.xml"/></Relationships>
</file>

<file path=ppt/slides/_rels/slide40.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18.xml"/></Relationships>
</file>

<file path=ppt/slides/_rels/slide41.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12.xml"/><Relationship Id="rId1" Type="http://schemas.openxmlformats.org/officeDocument/2006/relationships/slideLayout" Target="../slideLayouts/slideLayout24.xml"/><Relationship Id="rId5" Type="http://schemas.openxmlformats.org/officeDocument/2006/relationships/image" Target="../media/image51.png"/><Relationship Id="rId4" Type="http://schemas.openxmlformats.org/officeDocument/2006/relationships/image" Target="../media/image50.png"/></Relationships>
</file>

<file path=ppt/slides/_rels/slide42.xml.rels><?xml version="1.0" encoding="UTF-8" standalone="yes"?>
<Relationships xmlns="http://schemas.openxmlformats.org/package/2006/relationships"><Relationship Id="rId8" Type="http://schemas.openxmlformats.org/officeDocument/2006/relationships/diagramColors" Target="../diagrams/colors4.xml"/><Relationship Id="rId3" Type="http://schemas.openxmlformats.org/officeDocument/2006/relationships/image" Target="../media/image29.png"/><Relationship Id="rId7" Type="http://schemas.openxmlformats.org/officeDocument/2006/relationships/diagramQuickStyle" Target="../diagrams/quickStyle4.xml"/><Relationship Id="rId2" Type="http://schemas.openxmlformats.org/officeDocument/2006/relationships/notesSlide" Target="../notesSlides/notesSlide13.xml"/><Relationship Id="rId1" Type="http://schemas.openxmlformats.org/officeDocument/2006/relationships/slideLayout" Target="../slideLayouts/slideLayout13.xml"/><Relationship Id="rId6" Type="http://schemas.openxmlformats.org/officeDocument/2006/relationships/diagramLayout" Target="../diagrams/layout4.xml"/><Relationship Id="rId5" Type="http://schemas.openxmlformats.org/officeDocument/2006/relationships/diagramData" Target="../diagrams/data4.xml"/><Relationship Id="rId4" Type="http://schemas.openxmlformats.org/officeDocument/2006/relationships/image" Target="../media/image30.svg"/><Relationship Id="rId9" Type="http://schemas.microsoft.com/office/2007/relationships/diagramDrawing" Target="../diagrams/drawing4.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3.xml"/></Relationships>
</file>

<file path=ppt/slides/_rels/slide44.xml.rels><?xml version="1.0" encoding="UTF-8" standalone="yes"?>
<Relationships xmlns="http://schemas.openxmlformats.org/package/2006/relationships"><Relationship Id="rId8" Type="http://schemas.openxmlformats.org/officeDocument/2006/relationships/image" Target="../media/image52.png"/><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15.xml"/><Relationship Id="rId1" Type="http://schemas.openxmlformats.org/officeDocument/2006/relationships/slideLayout" Target="../slideLayouts/slideLayout13.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 Id="rId9" Type="http://schemas.openxmlformats.org/officeDocument/2006/relationships/image" Target="../media/image53.svg"/></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3.xml"/></Relationships>
</file>

<file path=ppt/slides/_rels/slide46.xml.rels><?xml version="1.0" encoding="UTF-8" standalone="yes"?>
<Relationships xmlns="http://schemas.openxmlformats.org/package/2006/relationships"><Relationship Id="rId8" Type="http://schemas.openxmlformats.org/officeDocument/2006/relationships/image" Target="../media/image59.svg"/><Relationship Id="rId3" Type="http://schemas.openxmlformats.org/officeDocument/2006/relationships/image" Target="../media/image54.png"/><Relationship Id="rId7" Type="http://schemas.openxmlformats.org/officeDocument/2006/relationships/image" Target="../media/image58.png"/><Relationship Id="rId2" Type="http://schemas.openxmlformats.org/officeDocument/2006/relationships/notesSlide" Target="../notesSlides/notesSlide17.xml"/><Relationship Id="rId1" Type="http://schemas.openxmlformats.org/officeDocument/2006/relationships/slideLayout" Target="../slideLayouts/slideLayout13.xml"/><Relationship Id="rId6" Type="http://schemas.openxmlformats.org/officeDocument/2006/relationships/image" Target="../media/image57.svg"/><Relationship Id="rId5" Type="http://schemas.openxmlformats.org/officeDocument/2006/relationships/image" Target="../media/image56.png"/><Relationship Id="rId10" Type="http://schemas.openxmlformats.org/officeDocument/2006/relationships/image" Target="../media/image61.svg"/><Relationship Id="rId4" Type="http://schemas.openxmlformats.org/officeDocument/2006/relationships/image" Target="../media/image55.svg"/><Relationship Id="rId9" Type="http://schemas.openxmlformats.org/officeDocument/2006/relationships/image" Target="../media/image60.png"/></Relationships>
</file>

<file path=ppt/slides/_rels/slide47.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18.xml"/><Relationship Id="rId1" Type="http://schemas.openxmlformats.org/officeDocument/2006/relationships/slideLayout" Target="../slideLayouts/slideLayout13.xml"/><Relationship Id="rId4" Type="http://schemas.openxmlformats.org/officeDocument/2006/relationships/image" Target="../media/image63.svg"/></Relationships>
</file>

<file path=ppt/slides/_rels/slide48.xml.rels><?xml version="1.0" encoding="UTF-8" standalone="yes"?>
<Relationships xmlns="http://schemas.openxmlformats.org/package/2006/relationships"><Relationship Id="rId8" Type="http://schemas.openxmlformats.org/officeDocument/2006/relationships/image" Target="../media/image69.svg"/><Relationship Id="rId3" Type="http://schemas.openxmlformats.org/officeDocument/2006/relationships/image" Target="../media/image64.png"/><Relationship Id="rId7" Type="http://schemas.openxmlformats.org/officeDocument/2006/relationships/image" Target="../media/image68.png"/><Relationship Id="rId2" Type="http://schemas.openxmlformats.org/officeDocument/2006/relationships/notesSlide" Target="../notesSlides/notesSlide19.xml"/><Relationship Id="rId1" Type="http://schemas.openxmlformats.org/officeDocument/2006/relationships/slideLayout" Target="../slideLayouts/slideLayout13.xml"/><Relationship Id="rId6" Type="http://schemas.openxmlformats.org/officeDocument/2006/relationships/image" Target="../media/image67.svg"/><Relationship Id="rId5" Type="http://schemas.openxmlformats.org/officeDocument/2006/relationships/image" Target="../media/image66.png"/><Relationship Id="rId4" Type="http://schemas.openxmlformats.org/officeDocument/2006/relationships/image" Target="../media/image65.svg"/><Relationship Id="rId9" Type="http://schemas.openxmlformats.org/officeDocument/2006/relationships/image" Target="../media/image70.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0.xml.rels><?xml version="1.0" encoding="UTF-8" standalone="yes"?>
<Relationships xmlns="http://schemas.openxmlformats.org/package/2006/relationships"><Relationship Id="rId8" Type="http://schemas.openxmlformats.org/officeDocument/2006/relationships/image" Target="../media/image71.png"/><Relationship Id="rId3" Type="http://schemas.openxmlformats.org/officeDocument/2006/relationships/diagramData" Target="../diagrams/data6.xml"/><Relationship Id="rId7" Type="http://schemas.microsoft.com/office/2007/relationships/diagramDrawing" Target="../diagrams/drawing6.xml"/><Relationship Id="rId2" Type="http://schemas.openxmlformats.org/officeDocument/2006/relationships/notesSlide" Target="../notesSlides/notesSlide20.xml"/><Relationship Id="rId1" Type="http://schemas.openxmlformats.org/officeDocument/2006/relationships/slideLayout" Target="../slideLayouts/slideLayout13.xml"/><Relationship Id="rId6" Type="http://schemas.openxmlformats.org/officeDocument/2006/relationships/diagramColors" Target="../diagrams/colors6.xml"/><Relationship Id="rId5" Type="http://schemas.openxmlformats.org/officeDocument/2006/relationships/diagramQuickStyle" Target="../diagrams/quickStyle6.xml"/><Relationship Id="rId4" Type="http://schemas.openxmlformats.org/officeDocument/2006/relationships/diagramLayout" Target="../diagrams/layout6.xml"/><Relationship Id="rId9" Type="http://schemas.openxmlformats.org/officeDocument/2006/relationships/image" Target="../media/image72.svg"/></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3.xml"/></Relationships>
</file>

<file path=ppt/slides/_rels/slide52.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22.xml"/><Relationship Id="rId1" Type="http://schemas.openxmlformats.org/officeDocument/2006/relationships/slideLayout" Target="../slideLayouts/slideLayout13.xml"/></Relationships>
</file>

<file path=ppt/slides/_rels/slide53.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23.xml"/><Relationship Id="rId1" Type="http://schemas.openxmlformats.org/officeDocument/2006/relationships/slideLayout" Target="../slideLayouts/slideLayout1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3.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3.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3.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6.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notesSlide" Target="../notesSlides/notesSlide30.xml"/><Relationship Id="rId1" Type="http://schemas.openxmlformats.org/officeDocument/2006/relationships/slideLayout" Target="../slideLayouts/slideLayout2.xml"/><Relationship Id="rId5" Type="http://schemas.openxmlformats.org/officeDocument/2006/relationships/image" Target="../media/image75.wmf"/><Relationship Id="rId4" Type="http://schemas.openxmlformats.org/officeDocument/2006/relationships/oleObject" Target="../embeddings/oleObject1.bin"/></Relationships>
</file>

<file path=ppt/slides/_rels/slide67.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77.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image" Target="../media/image79.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75.wmf"/><Relationship Id="rId2" Type="http://schemas.openxmlformats.org/officeDocument/2006/relationships/oleObject" Target="../embeddings/oleObject1.bin"/><Relationship Id="rId1" Type="http://schemas.openxmlformats.org/officeDocument/2006/relationships/slideLayout" Target="../slideLayouts/slideLayout2.xml"/><Relationship Id="rId6" Type="http://schemas.openxmlformats.org/officeDocument/2006/relationships/image" Target="../media/image83.png"/><Relationship Id="rId5" Type="http://schemas.openxmlformats.org/officeDocument/2006/relationships/image" Target="../media/image82.png"/><Relationship Id="rId4" Type="http://schemas.openxmlformats.org/officeDocument/2006/relationships/image" Target="../media/image8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hyperlink" Target="mailto:pittares@etsu.edu" TargetMode="External"/><Relationship Id="rId2" Type="http://schemas.openxmlformats.org/officeDocument/2006/relationships/notesSlide" Target="../notesSlides/notesSlide31.xml"/><Relationship Id="rId1" Type="http://schemas.openxmlformats.org/officeDocument/2006/relationships/slideLayout" Target="../slideLayouts/slideLayout2.xml"/><Relationship Id="rId5" Type="http://schemas.openxmlformats.org/officeDocument/2006/relationships/image" Target="../media/image85.jpg"/><Relationship Id="rId4" Type="http://schemas.openxmlformats.org/officeDocument/2006/relationships/image" Target="../media/image84.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580327" y="744458"/>
            <a:ext cx="10480964" cy="2647518"/>
          </a:xfrm>
        </p:spPr>
        <p:txBody>
          <a:bodyPr>
            <a:normAutofit/>
          </a:bodyPr>
          <a:lstStyle/>
          <a:p>
            <a:r>
              <a:rPr lang="en-US" sz="4800" dirty="0"/>
              <a:t>HTML5 Semantic Elements / Information Architecture  / Navigation</a:t>
            </a:r>
          </a:p>
        </p:txBody>
      </p:sp>
      <p:sp>
        <p:nvSpPr>
          <p:cNvPr id="3" name="Subtitle 2"/>
          <p:cNvSpPr>
            <a:spLocks noGrp="1"/>
          </p:cNvSpPr>
          <p:nvPr>
            <p:ph type="subTitle" idx="1"/>
          </p:nvPr>
        </p:nvSpPr>
        <p:spPr/>
        <p:txBody>
          <a:bodyPr>
            <a:normAutofit/>
          </a:bodyPr>
          <a:lstStyle/>
          <a:p>
            <a:r>
              <a:rPr lang="en-US" dirty="0"/>
              <a:t>Essentials of Web Design</a:t>
            </a:r>
          </a:p>
          <a:p>
            <a:r>
              <a:rPr lang="en-US" dirty="0"/>
              <a:t>CSCI 1210</a:t>
            </a:r>
          </a:p>
        </p:txBody>
      </p:sp>
    </p:spTree>
    <p:extLst>
      <p:ext uri="{BB962C8B-B14F-4D97-AF65-F5344CB8AC3E}">
        <p14:creationId xmlns:p14="http://schemas.microsoft.com/office/powerpoint/2010/main" val="9203460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Class Today</a:t>
            </a:r>
          </a:p>
        </p:txBody>
      </p:sp>
      <p:sp>
        <p:nvSpPr>
          <p:cNvPr id="3" name="Content Placeholder 2"/>
          <p:cNvSpPr>
            <a:spLocks noGrp="1"/>
          </p:cNvSpPr>
          <p:nvPr>
            <p:ph idx="1"/>
          </p:nvPr>
        </p:nvSpPr>
        <p:spPr/>
        <p:txBody>
          <a:bodyPr/>
          <a:lstStyle/>
          <a:p>
            <a:r>
              <a:rPr lang="en-US" dirty="0"/>
              <a:t>HTML Semantics</a:t>
            </a:r>
          </a:p>
          <a:p>
            <a:r>
              <a:rPr lang="en-US" dirty="0"/>
              <a:t>Information Architecture</a:t>
            </a:r>
          </a:p>
          <a:p>
            <a:r>
              <a:rPr lang="en-US" dirty="0"/>
              <a:t>CSS Pseudo-classes</a:t>
            </a:r>
          </a:p>
          <a:p>
            <a:r>
              <a:rPr lang="en-US" dirty="0"/>
              <a:t>Making a </a:t>
            </a:r>
            <a:r>
              <a:rPr lang="en-US" dirty="0" err="1"/>
              <a:t>Nav</a:t>
            </a:r>
            <a:r>
              <a:rPr lang="en-US" dirty="0"/>
              <a:t> bar (CSS float, pseudo-classes, and styling)</a:t>
            </a:r>
          </a:p>
        </p:txBody>
      </p:sp>
    </p:spTree>
    <p:extLst>
      <p:ext uri="{BB962C8B-B14F-4D97-AF65-F5344CB8AC3E}">
        <p14:creationId xmlns:p14="http://schemas.microsoft.com/office/powerpoint/2010/main" val="196821505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Semantics</a:t>
            </a:r>
          </a:p>
        </p:txBody>
      </p:sp>
      <p:sp>
        <p:nvSpPr>
          <p:cNvPr id="3" name="Content Placeholder 2"/>
          <p:cNvSpPr>
            <a:spLocks noGrp="1"/>
          </p:cNvSpPr>
          <p:nvPr>
            <p:ph idx="1"/>
          </p:nvPr>
        </p:nvSpPr>
        <p:spPr>
          <a:xfrm>
            <a:off x="838200" y="1690688"/>
            <a:ext cx="10515600" cy="4351338"/>
          </a:xfrm>
        </p:spPr>
        <p:txBody>
          <a:bodyPr/>
          <a:lstStyle/>
          <a:p>
            <a:pPr marL="0" indent="0">
              <a:spcAft>
                <a:spcPts val="1200"/>
              </a:spcAft>
              <a:buNone/>
            </a:pPr>
            <a:r>
              <a:rPr lang="en-US" dirty="0"/>
              <a:t>The study of the meanings of words and phrases in language</a:t>
            </a:r>
          </a:p>
          <a:p>
            <a:pPr marL="0" indent="0">
              <a:spcAft>
                <a:spcPts val="1200"/>
              </a:spcAft>
              <a:buNone/>
            </a:pPr>
            <a:r>
              <a:rPr lang="en-US" dirty="0"/>
              <a:t>Thus, ‘semantic elements’ are elements with a meaning</a:t>
            </a:r>
          </a:p>
          <a:p>
            <a:pPr marL="0" indent="0">
              <a:spcAft>
                <a:spcPts val="1200"/>
              </a:spcAft>
              <a:buNone/>
            </a:pPr>
            <a:r>
              <a:rPr lang="en-US" dirty="0"/>
              <a:t>Clearly describes meaning to both the browser and the developer</a:t>
            </a:r>
          </a:p>
          <a:p>
            <a:pPr marL="0" indent="0">
              <a:spcAft>
                <a:spcPts val="1200"/>
              </a:spcAft>
              <a:buNone/>
            </a:pPr>
            <a:r>
              <a:rPr lang="en-US" dirty="0"/>
              <a:t>Non-semantic:  &lt;div&gt; and &lt;span&gt; tell nothing about their content</a:t>
            </a:r>
          </a:p>
          <a:p>
            <a:pPr marL="0" indent="0">
              <a:spcAft>
                <a:spcPts val="1200"/>
              </a:spcAft>
              <a:buNone/>
            </a:pPr>
            <a:r>
              <a:rPr lang="en-US" dirty="0"/>
              <a:t>Semantic: &lt;form&gt;, &lt;table&gt;, &lt;img&gt; clearly define their content</a:t>
            </a:r>
          </a:p>
        </p:txBody>
      </p:sp>
    </p:spTree>
    <p:extLst>
      <p:ext uri="{BB962C8B-B14F-4D97-AF65-F5344CB8AC3E}">
        <p14:creationId xmlns:p14="http://schemas.microsoft.com/office/powerpoint/2010/main" val="35819025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HTML5 Semantic Tags</a:t>
            </a:r>
          </a:p>
        </p:txBody>
      </p:sp>
      <p:sp>
        <p:nvSpPr>
          <p:cNvPr id="3" name="Content Placeholder 2"/>
          <p:cNvSpPr>
            <a:spLocks noGrp="1"/>
          </p:cNvSpPr>
          <p:nvPr>
            <p:ph idx="1"/>
          </p:nvPr>
        </p:nvSpPr>
        <p:spPr>
          <a:xfrm>
            <a:off x="125108" y="1690688"/>
            <a:ext cx="7483603" cy="4351338"/>
          </a:xfrm>
        </p:spPr>
        <p:txBody>
          <a:bodyPr>
            <a:normAutofit/>
          </a:bodyPr>
          <a:lstStyle/>
          <a:p>
            <a:pPr marL="0" indent="0">
              <a:spcAft>
                <a:spcPts val="600"/>
              </a:spcAft>
              <a:buNone/>
            </a:pPr>
            <a:r>
              <a:rPr lang="en-US" dirty="0"/>
              <a:t>HTML5 offers new semantic elements to clearly define different parts of the web page (partial list):</a:t>
            </a:r>
          </a:p>
          <a:p>
            <a:pPr marL="457200" lvl="1" indent="0">
              <a:spcAft>
                <a:spcPts val="600"/>
              </a:spcAft>
              <a:buNone/>
            </a:pPr>
            <a:r>
              <a:rPr lang="en-US" dirty="0"/>
              <a:t>&lt;header&gt;</a:t>
            </a:r>
          </a:p>
          <a:p>
            <a:pPr marL="457200" lvl="1" indent="0">
              <a:spcAft>
                <a:spcPts val="600"/>
              </a:spcAft>
              <a:buNone/>
            </a:pPr>
            <a:r>
              <a:rPr lang="en-US" dirty="0"/>
              <a:t>&lt;nav&gt;</a:t>
            </a:r>
          </a:p>
          <a:p>
            <a:pPr marL="457200" lvl="1" indent="0">
              <a:spcAft>
                <a:spcPts val="600"/>
              </a:spcAft>
              <a:buNone/>
            </a:pPr>
            <a:r>
              <a:rPr lang="en-US" dirty="0"/>
              <a:t>&lt;section&gt;</a:t>
            </a:r>
          </a:p>
          <a:p>
            <a:pPr marL="457200" lvl="1" indent="0">
              <a:spcAft>
                <a:spcPts val="600"/>
              </a:spcAft>
              <a:buNone/>
            </a:pPr>
            <a:r>
              <a:rPr lang="en-US" dirty="0"/>
              <a:t>&lt;article&gt;</a:t>
            </a:r>
          </a:p>
          <a:p>
            <a:pPr marL="457200" lvl="1" indent="0">
              <a:spcAft>
                <a:spcPts val="600"/>
              </a:spcAft>
              <a:buNone/>
            </a:pPr>
            <a:r>
              <a:rPr lang="en-US" dirty="0"/>
              <a:t>&lt;aside&gt;</a:t>
            </a:r>
          </a:p>
          <a:p>
            <a:pPr marL="457200" lvl="1" indent="0">
              <a:spcAft>
                <a:spcPts val="600"/>
              </a:spcAft>
              <a:buNone/>
            </a:pPr>
            <a:r>
              <a:rPr lang="en-US" dirty="0"/>
              <a:t>&lt;footer&gt;</a:t>
            </a:r>
          </a:p>
        </p:txBody>
      </p:sp>
      <p:pic>
        <p:nvPicPr>
          <p:cNvPr id="2050" name="Picture 2" descr="HTML5 Semantic Elements"/>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695344" y="110782"/>
            <a:ext cx="4371548" cy="515004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9388242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Header</a:t>
            </a:r>
          </a:p>
        </p:txBody>
      </p:sp>
      <p:sp>
        <p:nvSpPr>
          <p:cNvPr id="3" name="Content Placeholder 2"/>
          <p:cNvSpPr>
            <a:spLocks noGrp="1"/>
          </p:cNvSpPr>
          <p:nvPr>
            <p:ph idx="1"/>
          </p:nvPr>
        </p:nvSpPr>
        <p:spPr>
          <a:xfrm>
            <a:off x="838200" y="1690688"/>
            <a:ext cx="10515600" cy="4351338"/>
          </a:xfrm>
        </p:spPr>
        <p:txBody>
          <a:bodyPr/>
          <a:lstStyle/>
          <a:p>
            <a:pPr marL="0" indent="0">
              <a:spcAft>
                <a:spcPts val="1200"/>
              </a:spcAft>
              <a:buNone/>
            </a:pPr>
            <a:r>
              <a:rPr lang="en-US" dirty="0"/>
              <a:t>The &lt;header&gt; element specifies a header for a document or section</a:t>
            </a:r>
          </a:p>
          <a:p>
            <a:pPr marL="0" indent="0">
              <a:spcAft>
                <a:spcPts val="1200"/>
              </a:spcAft>
              <a:buNone/>
            </a:pPr>
            <a:r>
              <a:rPr lang="en-US" dirty="0"/>
              <a:t>The &lt;header&gt; element should be used as a container for introductory content</a:t>
            </a:r>
          </a:p>
          <a:p>
            <a:pPr marL="0" indent="0">
              <a:spcAft>
                <a:spcPts val="1200"/>
              </a:spcAft>
              <a:buNone/>
            </a:pPr>
            <a:r>
              <a:rPr lang="en-US" dirty="0"/>
              <a:t>You can have several &lt;header&gt; elements in one document</a:t>
            </a:r>
          </a:p>
          <a:p>
            <a:endParaRPr lang="en-US" dirty="0"/>
          </a:p>
        </p:txBody>
      </p:sp>
    </p:spTree>
    <p:extLst>
      <p:ext uri="{BB962C8B-B14F-4D97-AF65-F5344CB8AC3E}">
        <p14:creationId xmlns:p14="http://schemas.microsoft.com/office/powerpoint/2010/main" val="5521360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Nav</a:t>
            </a:r>
          </a:p>
        </p:txBody>
      </p:sp>
      <p:sp>
        <p:nvSpPr>
          <p:cNvPr id="3" name="Content Placeholder 2"/>
          <p:cNvSpPr>
            <a:spLocks noGrp="1"/>
          </p:cNvSpPr>
          <p:nvPr>
            <p:ph idx="1"/>
          </p:nvPr>
        </p:nvSpPr>
        <p:spPr>
          <a:xfrm>
            <a:off x="838200" y="1690688"/>
            <a:ext cx="10515600" cy="4351338"/>
          </a:xfrm>
        </p:spPr>
        <p:txBody>
          <a:bodyPr/>
          <a:lstStyle/>
          <a:p>
            <a:pPr marL="0" indent="0">
              <a:spcAft>
                <a:spcPts val="1200"/>
              </a:spcAft>
              <a:buNone/>
            </a:pPr>
            <a:r>
              <a:rPr lang="en-US" dirty="0"/>
              <a:t>The &lt;nav&gt; element defines a set of navigation links</a:t>
            </a:r>
          </a:p>
          <a:p>
            <a:pPr marL="0" indent="0">
              <a:spcAft>
                <a:spcPts val="1200"/>
              </a:spcAft>
              <a:buNone/>
            </a:pPr>
            <a:r>
              <a:rPr lang="en-US" dirty="0"/>
              <a:t>The &lt;nav&gt; element is intended for large blocks of navigation links</a:t>
            </a:r>
          </a:p>
          <a:p>
            <a:pPr marL="0" indent="0">
              <a:spcAft>
                <a:spcPts val="1200"/>
              </a:spcAft>
              <a:buNone/>
            </a:pPr>
            <a:r>
              <a:rPr lang="en-US" dirty="0"/>
              <a:t>Not all links in a document should be inside a &lt;nav&gt; element!</a:t>
            </a:r>
          </a:p>
          <a:p>
            <a:pPr marL="0" indent="0">
              <a:spcAft>
                <a:spcPts val="1200"/>
              </a:spcAft>
              <a:buNone/>
            </a:pPr>
            <a:r>
              <a:rPr lang="en-US" dirty="0"/>
              <a:t>&lt;nav&gt; is specifically for intra-site links; absolute links (to resources outside of a given site) should be styled differently</a:t>
            </a:r>
          </a:p>
          <a:p>
            <a:endParaRPr lang="en-US" dirty="0"/>
          </a:p>
        </p:txBody>
      </p:sp>
    </p:spTree>
    <p:extLst>
      <p:ext uri="{BB962C8B-B14F-4D97-AF65-F5344CB8AC3E}">
        <p14:creationId xmlns:p14="http://schemas.microsoft.com/office/powerpoint/2010/main" val="9506418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Nav</a:t>
            </a:r>
            <a:endParaRPr lang="en-US" dirty="0"/>
          </a:p>
        </p:txBody>
      </p:sp>
      <p:grpSp>
        <p:nvGrpSpPr>
          <p:cNvPr id="2062" name="Group 2061"/>
          <p:cNvGrpSpPr/>
          <p:nvPr/>
        </p:nvGrpSpPr>
        <p:grpSpPr>
          <a:xfrm>
            <a:off x="4730044" y="0"/>
            <a:ext cx="4944534" cy="5463822"/>
            <a:chOff x="4730044" y="0"/>
            <a:chExt cx="4944534" cy="5463822"/>
          </a:xfrm>
        </p:grpSpPr>
        <p:grpSp>
          <p:nvGrpSpPr>
            <p:cNvPr id="2060" name="Group 2059"/>
            <p:cNvGrpSpPr/>
            <p:nvPr/>
          </p:nvGrpSpPr>
          <p:grpSpPr>
            <a:xfrm>
              <a:off x="4730044" y="0"/>
              <a:ext cx="4944534" cy="5463822"/>
              <a:chOff x="4730044" y="0"/>
              <a:chExt cx="4944534" cy="5463822"/>
            </a:xfrm>
          </p:grpSpPr>
          <p:sp>
            <p:nvSpPr>
              <p:cNvPr id="4" name="Rectangle 3"/>
              <p:cNvSpPr/>
              <p:nvPr/>
            </p:nvSpPr>
            <p:spPr>
              <a:xfrm>
                <a:off x="4730044" y="0"/>
                <a:ext cx="4944534" cy="5463822"/>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p:cNvSpPr/>
              <p:nvPr/>
            </p:nvSpPr>
            <p:spPr>
              <a:xfrm>
                <a:off x="4775200" y="90309"/>
                <a:ext cx="4854222" cy="750711"/>
              </a:xfrm>
              <a:prstGeom prst="rect">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rgbClr val="0070C0"/>
                    </a:solidFill>
                  </a:rPr>
                  <a:t>Header</a:t>
                </a:r>
              </a:p>
            </p:txBody>
          </p:sp>
          <p:sp>
            <p:nvSpPr>
              <p:cNvPr id="6" name="Rectangle 5"/>
              <p:cNvSpPr/>
              <p:nvPr/>
            </p:nvSpPr>
            <p:spPr>
              <a:xfrm>
                <a:off x="4775200" y="913694"/>
                <a:ext cx="4854222" cy="292452"/>
              </a:xfrm>
              <a:prstGeom prst="rect">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p:cNvSpPr/>
              <p:nvPr/>
            </p:nvSpPr>
            <p:spPr>
              <a:xfrm>
                <a:off x="4775200" y="1302190"/>
                <a:ext cx="4854222" cy="3518165"/>
              </a:xfrm>
              <a:prstGeom prst="rect">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400" dirty="0">
                    <a:solidFill>
                      <a:schemeClr val="bg2">
                        <a:lumMod val="25000"/>
                      </a:schemeClr>
                    </a:solidFill>
                  </a:rPr>
                  <a:t>Lorem ipsum dolor sit </a:t>
                </a:r>
                <a:r>
                  <a:rPr lang="en-US" sz="1400" dirty="0" err="1">
                    <a:solidFill>
                      <a:schemeClr val="bg2">
                        <a:lumMod val="25000"/>
                      </a:schemeClr>
                    </a:solidFill>
                  </a:rPr>
                  <a:t>amet</a:t>
                </a:r>
                <a:r>
                  <a:rPr lang="en-US" sz="1400" dirty="0">
                    <a:solidFill>
                      <a:schemeClr val="bg2">
                        <a:lumMod val="25000"/>
                      </a:schemeClr>
                    </a:solidFill>
                  </a:rPr>
                  <a:t>, gravida </a:t>
                </a:r>
                <a:r>
                  <a:rPr lang="en-US" sz="1400" dirty="0" err="1">
                    <a:solidFill>
                      <a:schemeClr val="bg2">
                        <a:lumMod val="25000"/>
                      </a:schemeClr>
                    </a:solidFill>
                  </a:rPr>
                  <a:t>facilisi</a:t>
                </a:r>
                <a:r>
                  <a:rPr lang="en-US" sz="1400" dirty="0">
                    <a:solidFill>
                      <a:schemeClr val="bg2">
                        <a:lumMod val="25000"/>
                      </a:schemeClr>
                    </a:solidFill>
                  </a:rPr>
                  <a:t> </a:t>
                </a:r>
                <a:r>
                  <a:rPr lang="en-US" sz="1400" dirty="0" err="1">
                    <a:solidFill>
                      <a:schemeClr val="bg2">
                        <a:lumMod val="25000"/>
                      </a:schemeClr>
                    </a:solidFill>
                  </a:rPr>
                  <a:t>orci</a:t>
                </a:r>
                <a:r>
                  <a:rPr lang="en-US" sz="1400" dirty="0">
                    <a:solidFill>
                      <a:schemeClr val="bg2">
                        <a:lumMod val="25000"/>
                      </a:schemeClr>
                    </a:solidFill>
                  </a:rPr>
                  <a:t> </a:t>
                </a:r>
                <a:br>
                  <a:rPr lang="en-US" sz="1400" dirty="0">
                    <a:solidFill>
                      <a:schemeClr val="bg2">
                        <a:lumMod val="25000"/>
                      </a:schemeClr>
                    </a:solidFill>
                  </a:rPr>
                </a:br>
                <a:r>
                  <a:rPr lang="en-US" sz="1400" dirty="0" err="1">
                    <a:solidFill>
                      <a:schemeClr val="bg2">
                        <a:lumMod val="25000"/>
                      </a:schemeClr>
                    </a:solidFill>
                  </a:rPr>
                  <a:t>nulla</a:t>
                </a:r>
                <a:r>
                  <a:rPr lang="en-US" sz="1400" dirty="0">
                    <a:solidFill>
                      <a:schemeClr val="bg2">
                        <a:lumMod val="25000"/>
                      </a:schemeClr>
                    </a:solidFill>
                  </a:rPr>
                  <a:t>. </a:t>
                </a:r>
                <a:r>
                  <a:rPr lang="en-US" sz="1400" dirty="0" err="1">
                    <a:solidFill>
                      <a:schemeClr val="bg2">
                        <a:lumMod val="25000"/>
                      </a:schemeClr>
                    </a:solidFill>
                  </a:rPr>
                  <a:t>Erat</a:t>
                </a:r>
                <a:r>
                  <a:rPr lang="en-US" sz="1400" dirty="0">
                    <a:solidFill>
                      <a:schemeClr val="bg2">
                        <a:lumMod val="25000"/>
                      </a:schemeClr>
                    </a:solidFill>
                  </a:rPr>
                  <a:t> dolor, </a:t>
                </a:r>
                <a:r>
                  <a:rPr lang="en-US" sz="1400" dirty="0" err="1">
                    <a:solidFill>
                      <a:schemeClr val="bg2">
                        <a:lumMod val="25000"/>
                      </a:schemeClr>
                    </a:solidFill>
                  </a:rPr>
                  <a:t>sagittis</a:t>
                </a:r>
                <a:r>
                  <a:rPr lang="en-US" sz="1400" dirty="0">
                    <a:solidFill>
                      <a:schemeClr val="bg2">
                        <a:lumMod val="25000"/>
                      </a:schemeClr>
                    </a:solidFill>
                  </a:rPr>
                  <a:t> </a:t>
                </a:r>
                <a:r>
                  <a:rPr lang="en-US" sz="1400" dirty="0" err="1">
                    <a:solidFill>
                      <a:schemeClr val="bg2">
                        <a:lumMod val="25000"/>
                      </a:schemeClr>
                    </a:solidFill>
                  </a:rPr>
                  <a:t>blandit</a:t>
                </a:r>
                <a:r>
                  <a:rPr lang="en-US" sz="1400" dirty="0">
                    <a:solidFill>
                      <a:schemeClr val="bg2">
                        <a:lumMod val="25000"/>
                      </a:schemeClr>
                    </a:solidFill>
                  </a:rPr>
                  <a:t>, </a:t>
                </a:r>
                <a:r>
                  <a:rPr lang="en-US" sz="1400" dirty="0" err="1">
                    <a:solidFill>
                      <a:schemeClr val="bg2">
                        <a:lumMod val="25000"/>
                      </a:schemeClr>
                    </a:solidFill>
                  </a:rPr>
                  <a:t>maecenas</a:t>
                </a:r>
                <a:r>
                  <a:rPr lang="en-US" sz="1400" dirty="0">
                    <a:solidFill>
                      <a:schemeClr val="bg2">
                        <a:lumMod val="25000"/>
                      </a:schemeClr>
                    </a:solidFill>
                  </a:rPr>
                  <a:t> </a:t>
                </a:r>
                <a:r>
                  <a:rPr lang="en-US" sz="1400" dirty="0" err="1">
                    <a:solidFill>
                      <a:schemeClr val="bg2">
                        <a:lumMod val="25000"/>
                      </a:schemeClr>
                    </a:solidFill>
                  </a:rPr>
                  <a:t>quis</a:t>
                </a:r>
                <a:r>
                  <a:rPr lang="en-US" sz="1400" dirty="0">
                    <a:solidFill>
                      <a:schemeClr val="bg2">
                        <a:lumMod val="25000"/>
                      </a:schemeClr>
                    </a:solidFill>
                  </a:rPr>
                  <a:t> </a:t>
                </a:r>
                <a:br>
                  <a:rPr lang="en-US" sz="1400" dirty="0">
                    <a:solidFill>
                      <a:schemeClr val="bg2">
                        <a:lumMod val="25000"/>
                      </a:schemeClr>
                    </a:solidFill>
                  </a:rPr>
                </a:br>
                <a:r>
                  <a:rPr lang="en-US" sz="1400" dirty="0">
                    <a:solidFill>
                      <a:schemeClr val="bg2">
                        <a:lumMod val="25000"/>
                      </a:schemeClr>
                    </a:solidFill>
                  </a:rPr>
                  <a:t>mi </a:t>
                </a:r>
                <a:r>
                  <a:rPr lang="en-US" sz="1400" dirty="0" err="1">
                    <a:solidFill>
                      <a:schemeClr val="bg2">
                        <a:lumMod val="25000"/>
                      </a:schemeClr>
                    </a:solidFill>
                  </a:rPr>
                  <a:t>suscipit</a:t>
                </a:r>
                <a:r>
                  <a:rPr lang="en-US" sz="1400" dirty="0">
                    <a:solidFill>
                      <a:schemeClr val="bg2">
                        <a:lumMod val="25000"/>
                      </a:schemeClr>
                    </a:solidFill>
                  </a:rPr>
                  <a:t>, </a:t>
                </a:r>
                <a:r>
                  <a:rPr lang="en-US" sz="1400" dirty="0" err="1">
                    <a:solidFill>
                      <a:schemeClr val="bg2">
                        <a:lumMod val="25000"/>
                      </a:schemeClr>
                    </a:solidFill>
                  </a:rPr>
                  <a:t>risus</a:t>
                </a:r>
                <a:r>
                  <a:rPr lang="en-US" sz="1400" dirty="0">
                    <a:solidFill>
                      <a:schemeClr val="bg2">
                        <a:lumMod val="25000"/>
                      </a:schemeClr>
                    </a:solidFill>
                  </a:rPr>
                  <a:t> </a:t>
                </a:r>
                <a:r>
                  <a:rPr lang="en-US" sz="1400" dirty="0" err="1">
                    <a:solidFill>
                      <a:schemeClr val="bg2">
                        <a:lumMod val="25000"/>
                      </a:schemeClr>
                    </a:solidFill>
                  </a:rPr>
                  <a:t>enim</a:t>
                </a:r>
                <a:r>
                  <a:rPr lang="en-US" sz="1400" dirty="0">
                    <a:solidFill>
                      <a:schemeClr val="bg2">
                        <a:lumMod val="25000"/>
                      </a:schemeClr>
                    </a:solidFill>
                  </a:rPr>
                  <a:t> </a:t>
                </a:r>
                <a:r>
                  <a:rPr lang="en-US" sz="1400" dirty="0" err="1">
                    <a:solidFill>
                      <a:schemeClr val="bg2">
                        <a:lumMod val="25000"/>
                      </a:schemeClr>
                    </a:solidFill>
                  </a:rPr>
                  <a:t>tincidunt</a:t>
                </a:r>
                <a:r>
                  <a:rPr lang="en-US" sz="1400" dirty="0">
                    <a:solidFill>
                      <a:schemeClr val="bg2">
                        <a:lumMod val="25000"/>
                      </a:schemeClr>
                    </a:solidFill>
                  </a:rPr>
                  <a:t> </a:t>
                </a:r>
                <a:r>
                  <a:rPr lang="en-US" sz="1400" dirty="0" err="1">
                    <a:solidFill>
                      <a:schemeClr val="bg2">
                        <a:lumMod val="25000"/>
                      </a:schemeClr>
                    </a:solidFill>
                  </a:rPr>
                  <a:t>erat</a:t>
                </a:r>
                <a:r>
                  <a:rPr lang="en-US" sz="1400" dirty="0">
                    <a:solidFill>
                      <a:schemeClr val="bg2">
                        <a:lumMod val="25000"/>
                      </a:schemeClr>
                    </a:solidFill>
                  </a:rPr>
                  <a:t>. </a:t>
                </a:r>
                <a:r>
                  <a:rPr lang="en-US" sz="1400" dirty="0" err="1">
                    <a:solidFill>
                      <a:schemeClr val="bg2">
                        <a:lumMod val="25000"/>
                      </a:schemeClr>
                    </a:solidFill>
                  </a:rPr>
                  <a:t>Eu</a:t>
                </a:r>
                <a:r>
                  <a:rPr lang="en-US" sz="1400" dirty="0">
                    <a:solidFill>
                      <a:schemeClr val="bg2">
                        <a:lumMod val="25000"/>
                      </a:schemeClr>
                    </a:solidFill>
                  </a:rPr>
                  <a:t> </a:t>
                </a:r>
                <a:r>
                  <a:rPr lang="en-US" sz="1400" dirty="0" err="1">
                    <a:solidFill>
                      <a:schemeClr val="bg2">
                        <a:lumMod val="25000"/>
                      </a:schemeClr>
                    </a:solidFill>
                  </a:rPr>
                  <a:t>justo</a:t>
                </a:r>
                <a:r>
                  <a:rPr lang="en-US" sz="1400" dirty="0">
                    <a:solidFill>
                      <a:schemeClr val="bg2">
                        <a:lumMod val="25000"/>
                      </a:schemeClr>
                    </a:solidFill>
                  </a:rPr>
                  <a:t>, </a:t>
                </a:r>
                <a:br>
                  <a:rPr lang="en-US" sz="1400" dirty="0">
                    <a:solidFill>
                      <a:schemeClr val="bg2">
                        <a:lumMod val="25000"/>
                      </a:schemeClr>
                    </a:solidFill>
                  </a:rPr>
                </a:br>
                <a:r>
                  <a:rPr lang="en-US" sz="1400" dirty="0" err="1">
                    <a:solidFill>
                      <a:schemeClr val="bg2">
                        <a:lumMod val="25000"/>
                      </a:schemeClr>
                    </a:solidFill>
                  </a:rPr>
                  <a:t>senectus</a:t>
                </a:r>
                <a:r>
                  <a:rPr lang="en-US" sz="1400" dirty="0">
                    <a:solidFill>
                      <a:schemeClr val="bg2">
                        <a:lumMod val="25000"/>
                      </a:schemeClr>
                    </a:solidFill>
                  </a:rPr>
                  <a:t> </a:t>
                </a:r>
                <a:r>
                  <a:rPr lang="en-US" sz="1400" dirty="0" err="1">
                    <a:solidFill>
                      <a:schemeClr val="bg2">
                        <a:lumMod val="25000"/>
                      </a:schemeClr>
                    </a:solidFill>
                  </a:rPr>
                  <a:t>ut</a:t>
                </a:r>
                <a:r>
                  <a:rPr lang="en-US" sz="1400" dirty="0">
                    <a:solidFill>
                      <a:schemeClr val="bg2">
                        <a:lumMod val="25000"/>
                      </a:schemeClr>
                    </a:solidFill>
                  </a:rPr>
                  <a:t> </a:t>
                </a:r>
                <a:r>
                  <a:rPr lang="en-US" sz="1400" dirty="0" err="1">
                    <a:solidFill>
                      <a:schemeClr val="bg2">
                        <a:lumMod val="25000"/>
                      </a:schemeClr>
                    </a:solidFill>
                  </a:rPr>
                  <a:t>mattis</a:t>
                </a:r>
                <a:r>
                  <a:rPr lang="en-US" sz="1400" dirty="0">
                    <a:solidFill>
                      <a:schemeClr val="bg2">
                        <a:lumMod val="25000"/>
                      </a:schemeClr>
                    </a:solidFill>
                  </a:rPr>
                  <a:t> </a:t>
                </a:r>
                <a:r>
                  <a:rPr lang="en-US" sz="1400" dirty="0" err="1">
                    <a:solidFill>
                      <a:schemeClr val="bg2">
                        <a:lumMod val="25000"/>
                      </a:schemeClr>
                    </a:solidFill>
                  </a:rPr>
                  <a:t>laoreet</a:t>
                </a:r>
                <a:r>
                  <a:rPr lang="en-US" sz="1400" dirty="0">
                    <a:solidFill>
                      <a:schemeClr val="bg2">
                        <a:lumMod val="25000"/>
                      </a:schemeClr>
                    </a:solidFill>
                  </a:rPr>
                  <a:t> et. </a:t>
                </a:r>
                <a:r>
                  <a:rPr lang="en-US" sz="1400" dirty="0" err="1">
                    <a:solidFill>
                      <a:schemeClr val="bg2">
                        <a:lumMod val="25000"/>
                      </a:schemeClr>
                    </a:solidFill>
                  </a:rPr>
                  <a:t>Nec</a:t>
                </a:r>
                <a:r>
                  <a:rPr lang="en-US" sz="1400" dirty="0">
                    <a:solidFill>
                      <a:schemeClr val="bg2">
                        <a:lumMod val="25000"/>
                      </a:schemeClr>
                    </a:solidFill>
                  </a:rPr>
                  <a:t> </a:t>
                </a:r>
                <a:r>
                  <a:rPr lang="en-US" sz="1400" dirty="0" err="1">
                    <a:solidFill>
                      <a:schemeClr val="bg2">
                        <a:lumMod val="25000"/>
                      </a:schemeClr>
                    </a:solidFill>
                  </a:rPr>
                  <a:t>ultricies</a:t>
                </a:r>
                <a:r>
                  <a:rPr lang="en-US" sz="1400" dirty="0">
                    <a:solidFill>
                      <a:schemeClr val="bg2">
                        <a:lumMod val="25000"/>
                      </a:schemeClr>
                    </a:solidFill>
                  </a:rPr>
                  <a:t> </a:t>
                </a:r>
                <a:br>
                  <a:rPr lang="en-US" sz="1400" dirty="0">
                    <a:solidFill>
                      <a:schemeClr val="bg2">
                        <a:lumMod val="25000"/>
                      </a:schemeClr>
                    </a:solidFill>
                  </a:rPr>
                </a:br>
                <a:r>
                  <a:rPr lang="en-US" sz="1400" dirty="0" err="1">
                    <a:solidFill>
                      <a:schemeClr val="bg2">
                        <a:lumMod val="25000"/>
                      </a:schemeClr>
                    </a:solidFill>
                  </a:rPr>
                  <a:t>ultrices</a:t>
                </a:r>
                <a:r>
                  <a:rPr lang="en-US" sz="1400" dirty="0">
                    <a:solidFill>
                      <a:schemeClr val="bg2">
                        <a:lumMod val="25000"/>
                      </a:schemeClr>
                    </a:solidFill>
                  </a:rPr>
                  <a:t> </a:t>
                </a:r>
                <a:r>
                  <a:rPr lang="en-US" sz="1400" dirty="0" err="1">
                    <a:solidFill>
                      <a:schemeClr val="bg2">
                        <a:lumMod val="25000"/>
                      </a:schemeClr>
                    </a:solidFill>
                  </a:rPr>
                  <a:t>iaculis</a:t>
                </a:r>
                <a:r>
                  <a:rPr lang="en-US" sz="1400" dirty="0">
                    <a:solidFill>
                      <a:schemeClr val="bg2">
                        <a:lumMod val="25000"/>
                      </a:schemeClr>
                    </a:solidFill>
                  </a:rPr>
                  <a:t> </a:t>
                </a:r>
                <a:r>
                  <a:rPr lang="en-US" sz="1400" dirty="0">
                    <a:solidFill>
                      <a:srgbClr val="0070C0"/>
                    </a:solidFill>
                  </a:rPr>
                  <a:t>non </a:t>
                </a:r>
                <a:r>
                  <a:rPr lang="en-US" sz="1400" dirty="0" err="1">
                    <a:solidFill>
                      <a:srgbClr val="0070C0"/>
                    </a:solidFill>
                  </a:rPr>
                  <a:t>asperiores</a:t>
                </a:r>
                <a:r>
                  <a:rPr lang="en-US" sz="1400" dirty="0">
                    <a:solidFill>
                      <a:srgbClr val="0070C0"/>
                    </a:solidFill>
                  </a:rPr>
                  <a:t> </a:t>
                </a:r>
                <a:r>
                  <a:rPr lang="en-US" sz="1400" dirty="0" err="1">
                    <a:solidFill>
                      <a:schemeClr val="bg2">
                        <a:lumMod val="25000"/>
                      </a:schemeClr>
                    </a:solidFill>
                  </a:rPr>
                  <a:t>urna</a:t>
                </a:r>
                <a:r>
                  <a:rPr lang="en-US" sz="1400" dirty="0">
                    <a:solidFill>
                      <a:schemeClr val="bg2">
                        <a:lumMod val="25000"/>
                      </a:schemeClr>
                    </a:solidFill>
                  </a:rPr>
                  <a:t>, </a:t>
                </a:r>
                <a:r>
                  <a:rPr lang="en-US" sz="1400" dirty="0" err="1">
                    <a:solidFill>
                      <a:schemeClr val="bg2">
                        <a:lumMod val="25000"/>
                      </a:schemeClr>
                    </a:solidFill>
                  </a:rPr>
                  <a:t>nec</a:t>
                </a:r>
                <a:r>
                  <a:rPr lang="en-US" sz="1400" dirty="0">
                    <a:solidFill>
                      <a:schemeClr val="bg2">
                        <a:lumMod val="25000"/>
                      </a:schemeClr>
                    </a:solidFill>
                  </a:rPr>
                  <a:t> </a:t>
                </a:r>
                <a:r>
                  <a:rPr lang="en-US" sz="1400" dirty="0" err="1">
                    <a:solidFill>
                      <a:schemeClr val="bg2">
                        <a:lumMod val="25000"/>
                      </a:schemeClr>
                    </a:solidFill>
                  </a:rPr>
                  <a:t>ut</a:t>
                </a:r>
                <a:r>
                  <a:rPr lang="en-US" sz="1400" dirty="0">
                    <a:solidFill>
                      <a:schemeClr val="bg2">
                        <a:lumMod val="25000"/>
                      </a:schemeClr>
                    </a:solidFill>
                  </a:rPr>
                  <a:t> dolor </a:t>
                </a:r>
                <a:br>
                  <a:rPr lang="en-US" sz="1400" dirty="0">
                    <a:solidFill>
                      <a:schemeClr val="bg2">
                        <a:lumMod val="25000"/>
                      </a:schemeClr>
                    </a:solidFill>
                  </a:rPr>
                </a:br>
                <a:r>
                  <a:rPr lang="en-US" sz="1400" dirty="0" err="1">
                    <a:solidFill>
                      <a:schemeClr val="bg2">
                        <a:lumMod val="25000"/>
                      </a:schemeClr>
                    </a:solidFill>
                  </a:rPr>
                  <a:t>dignissim</a:t>
                </a:r>
                <a:r>
                  <a:rPr lang="en-US" sz="1400" dirty="0">
                    <a:solidFill>
                      <a:schemeClr val="bg2">
                        <a:lumMod val="25000"/>
                      </a:schemeClr>
                    </a:solidFill>
                  </a:rPr>
                  <a:t>, </a:t>
                </a:r>
                <a:r>
                  <a:rPr lang="en-US" sz="1400" dirty="0" err="1">
                    <a:solidFill>
                      <a:schemeClr val="bg2">
                        <a:lumMod val="25000"/>
                      </a:schemeClr>
                    </a:solidFill>
                  </a:rPr>
                  <a:t>sodales</a:t>
                </a:r>
                <a:r>
                  <a:rPr lang="en-US" sz="1400" dirty="0">
                    <a:solidFill>
                      <a:schemeClr val="bg2">
                        <a:lumMod val="25000"/>
                      </a:schemeClr>
                    </a:solidFill>
                  </a:rPr>
                  <a:t> </a:t>
                </a:r>
                <a:r>
                  <a:rPr lang="en-US" sz="1400" dirty="0" err="1">
                    <a:solidFill>
                      <a:schemeClr val="bg2">
                        <a:lumMod val="25000"/>
                      </a:schemeClr>
                    </a:solidFill>
                  </a:rPr>
                  <a:t>purus</a:t>
                </a:r>
                <a:r>
                  <a:rPr lang="en-US" sz="1400" dirty="0">
                    <a:solidFill>
                      <a:schemeClr val="bg2">
                        <a:lumMod val="25000"/>
                      </a:schemeClr>
                    </a:solidFill>
                  </a:rPr>
                  <a:t> </a:t>
                </a:r>
                <a:r>
                  <a:rPr lang="en-US" sz="1400" dirty="0" err="1">
                    <a:solidFill>
                      <a:schemeClr val="bg2">
                        <a:lumMod val="25000"/>
                      </a:schemeClr>
                    </a:solidFill>
                  </a:rPr>
                  <a:t>pretium</a:t>
                </a:r>
                <a:r>
                  <a:rPr lang="en-US" sz="1400" dirty="0">
                    <a:solidFill>
                      <a:schemeClr val="bg2">
                        <a:lumMod val="25000"/>
                      </a:schemeClr>
                    </a:solidFill>
                  </a:rPr>
                  <a:t> </a:t>
                </a:r>
                <a:r>
                  <a:rPr lang="en-US" sz="1400" dirty="0" err="1">
                    <a:solidFill>
                      <a:schemeClr val="bg2">
                        <a:lumMod val="25000"/>
                      </a:schemeClr>
                    </a:solidFill>
                  </a:rPr>
                  <a:t>eget</a:t>
                </a:r>
                <a:r>
                  <a:rPr lang="en-US" sz="1400" dirty="0">
                    <a:solidFill>
                      <a:schemeClr val="bg2">
                        <a:lumMod val="25000"/>
                      </a:schemeClr>
                    </a:solidFill>
                  </a:rPr>
                  <a:t>, </a:t>
                </a:r>
                <a:r>
                  <a:rPr lang="en-US" sz="1400" dirty="0" err="1">
                    <a:solidFill>
                      <a:schemeClr val="bg2">
                        <a:lumMod val="25000"/>
                      </a:schemeClr>
                    </a:solidFill>
                  </a:rPr>
                  <a:t>wisi</a:t>
                </a:r>
                <a:r>
                  <a:rPr lang="en-US" sz="1400" dirty="0">
                    <a:solidFill>
                      <a:schemeClr val="bg2">
                        <a:lumMod val="25000"/>
                      </a:schemeClr>
                    </a:solidFill>
                  </a:rPr>
                  <a:t> </a:t>
                </a:r>
                <a:br>
                  <a:rPr lang="en-US" sz="1400" dirty="0">
                    <a:solidFill>
                      <a:schemeClr val="bg2">
                        <a:lumMod val="25000"/>
                      </a:schemeClr>
                    </a:solidFill>
                  </a:rPr>
                </a:br>
                <a:r>
                  <a:rPr lang="en-US" sz="1400" dirty="0">
                    <a:solidFill>
                      <a:schemeClr val="bg2">
                        <a:lumMod val="25000"/>
                      </a:schemeClr>
                    </a:solidFill>
                  </a:rPr>
                  <a:t>integer </a:t>
                </a:r>
                <a:r>
                  <a:rPr lang="en-US" sz="1400" dirty="0" err="1">
                    <a:solidFill>
                      <a:schemeClr val="bg2">
                        <a:lumMod val="25000"/>
                      </a:schemeClr>
                    </a:solidFill>
                  </a:rPr>
                  <a:t>molestie</a:t>
                </a:r>
                <a:r>
                  <a:rPr lang="en-US" sz="1400" dirty="0">
                    <a:solidFill>
                      <a:schemeClr val="bg2">
                        <a:lumMod val="25000"/>
                      </a:schemeClr>
                    </a:solidFill>
                  </a:rPr>
                  <a:t> </a:t>
                </a:r>
                <a:r>
                  <a:rPr lang="en-US" sz="1400" dirty="0" err="1">
                    <a:solidFill>
                      <a:schemeClr val="bg2">
                        <a:lumMod val="25000"/>
                      </a:schemeClr>
                    </a:solidFill>
                  </a:rPr>
                  <a:t>arcu</a:t>
                </a:r>
                <a:r>
                  <a:rPr lang="en-US" sz="1400" dirty="0">
                    <a:solidFill>
                      <a:schemeClr val="bg2">
                        <a:lumMod val="25000"/>
                      </a:schemeClr>
                    </a:solidFill>
                  </a:rPr>
                  <a:t> </a:t>
                </a:r>
                <a:r>
                  <a:rPr lang="en-US" sz="1400" dirty="0" err="1">
                    <a:solidFill>
                      <a:schemeClr val="bg2">
                        <a:lumMod val="25000"/>
                      </a:schemeClr>
                    </a:solidFill>
                  </a:rPr>
                  <a:t>platea</a:t>
                </a:r>
                <a:r>
                  <a:rPr lang="en-US" sz="1400" dirty="0">
                    <a:solidFill>
                      <a:schemeClr val="bg2">
                        <a:lumMod val="25000"/>
                      </a:schemeClr>
                    </a:solidFill>
                  </a:rPr>
                  <a:t>, </a:t>
                </a:r>
                <a:r>
                  <a:rPr lang="en-US" sz="1400" dirty="0" err="1">
                    <a:solidFill>
                      <a:schemeClr val="bg2">
                        <a:lumMod val="25000"/>
                      </a:schemeClr>
                    </a:solidFill>
                  </a:rPr>
                  <a:t>urna</a:t>
                </a:r>
                <a:r>
                  <a:rPr lang="en-US" sz="1400" dirty="0">
                    <a:solidFill>
                      <a:schemeClr val="bg2">
                        <a:lumMod val="25000"/>
                      </a:schemeClr>
                    </a:solidFill>
                  </a:rPr>
                  <a:t> </a:t>
                </a:r>
                <a:r>
                  <a:rPr lang="en-US" sz="1400" dirty="0" err="1">
                    <a:solidFill>
                      <a:schemeClr val="bg2">
                        <a:lumMod val="25000"/>
                      </a:schemeClr>
                    </a:solidFill>
                  </a:rPr>
                  <a:t>ut</a:t>
                </a:r>
                <a:r>
                  <a:rPr lang="en-US" sz="1400" dirty="0">
                    <a:solidFill>
                      <a:schemeClr val="bg2">
                        <a:lumMod val="25000"/>
                      </a:schemeClr>
                    </a:solidFill>
                  </a:rPr>
                  <a:t> in ipsum </a:t>
                </a:r>
                <a:br>
                  <a:rPr lang="en-US" sz="1400" dirty="0">
                    <a:solidFill>
                      <a:schemeClr val="bg2">
                        <a:lumMod val="25000"/>
                      </a:schemeClr>
                    </a:solidFill>
                  </a:rPr>
                </a:br>
                <a:r>
                  <a:rPr lang="en-US" sz="1400" dirty="0" err="1">
                    <a:solidFill>
                      <a:schemeClr val="bg2">
                        <a:lumMod val="25000"/>
                      </a:schemeClr>
                    </a:solidFill>
                  </a:rPr>
                  <a:t>laoreet</a:t>
                </a:r>
                <a:r>
                  <a:rPr lang="en-US" sz="1400" dirty="0">
                    <a:solidFill>
                      <a:schemeClr val="bg2">
                        <a:lumMod val="25000"/>
                      </a:schemeClr>
                    </a:solidFill>
                  </a:rPr>
                  <a:t>. </a:t>
                </a:r>
                <a:r>
                  <a:rPr lang="en-US" sz="1400" dirty="0" err="1">
                    <a:solidFill>
                      <a:schemeClr val="bg2">
                        <a:lumMod val="25000"/>
                      </a:schemeClr>
                    </a:solidFill>
                  </a:rPr>
                  <a:t>Aenean</a:t>
                </a:r>
                <a:r>
                  <a:rPr lang="en-US" sz="1400" dirty="0">
                    <a:solidFill>
                      <a:schemeClr val="bg2">
                        <a:lumMod val="25000"/>
                      </a:schemeClr>
                    </a:solidFill>
                  </a:rPr>
                  <a:t> </a:t>
                </a:r>
                <a:r>
                  <a:rPr lang="en-US" sz="1400" dirty="0" err="1">
                    <a:solidFill>
                      <a:schemeClr val="bg2">
                        <a:lumMod val="25000"/>
                      </a:schemeClr>
                    </a:solidFill>
                  </a:rPr>
                  <a:t>fusce</a:t>
                </a:r>
                <a:r>
                  <a:rPr lang="en-US" sz="1400" dirty="0">
                    <a:solidFill>
                      <a:schemeClr val="bg2">
                        <a:lumMod val="25000"/>
                      </a:schemeClr>
                    </a:solidFill>
                  </a:rPr>
                  <a:t> </a:t>
                </a:r>
                <a:r>
                  <a:rPr lang="en-US" sz="1400" dirty="0" err="1">
                    <a:solidFill>
                      <a:schemeClr val="bg2">
                        <a:lumMod val="25000"/>
                      </a:schemeClr>
                    </a:solidFill>
                  </a:rPr>
                  <a:t>donec</a:t>
                </a:r>
                <a:r>
                  <a:rPr lang="en-US" sz="1400" dirty="0">
                    <a:solidFill>
                      <a:schemeClr val="bg2">
                        <a:lumMod val="25000"/>
                      </a:schemeClr>
                    </a:solidFill>
                  </a:rPr>
                  <a:t>, </a:t>
                </a:r>
                <a:r>
                  <a:rPr lang="en-US" sz="1400" dirty="0" err="1">
                    <a:solidFill>
                      <a:schemeClr val="bg2">
                        <a:lumMod val="25000"/>
                      </a:schemeClr>
                    </a:solidFill>
                  </a:rPr>
                  <a:t>arcu</a:t>
                </a:r>
                <a:r>
                  <a:rPr lang="en-US" sz="1400" dirty="0">
                    <a:solidFill>
                      <a:schemeClr val="bg2">
                        <a:lumMod val="25000"/>
                      </a:schemeClr>
                    </a:solidFill>
                  </a:rPr>
                  <a:t> </a:t>
                </a:r>
                <a:r>
                  <a:rPr lang="en-US" sz="1400" dirty="0" err="1">
                    <a:solidFill>
                      <a:schemeClr val="bg2">
                        <a:lumMod val="25000"/>
                      </a:schemeClr>
                    </a:solidFill>
                  </a:rPr>
                  <a:t>elit</a:t>
                </a:r>
                <a:r>
                  <a:rPr lang="en-US" sz="1400" dirty="0">
                    <a:solidFill>
                      <a:schemeClr val="bg2">
                        <a:lumMod val="25000"/>
                      </a:schemeClr>
                    </a:solidFill>
                  </a:rPr>
                  <a:t>, </a:t>
                </a:r>
                <a:r>
                  <a:rPr lang="en-US" sz="1400" dirty="0" err="1">
                    <a:solidFill>
                      <a:schemeClr val="bg2">
                        <a:lumMod val="25000"/>
                      </a:schemeClr>
                    </a:solidFill>
                  </a:rPr>
                  <a:t>placerat</a:t>
                </a:r>
                <a:r>
                  <a:rPr lang="en-US" sz="1400" dirty="0">
                    <a:solidFill>
                      <a:schemeClr val="bg2">
                        <a:lumMod val="25000"/>
                      </a:schemeClr>
                    </a:solidFill>
                  </a:rPr>
                  <a:t> </a:t>
                </a:r>
                <a:r>
                  <a:rPr lang="en-US" sz="1400" dirty="0" err="1">
                    <a:solidFill>
                      <a:schemeClr val="bg2">
                        <a:lumMod val="25000"/>
                      </a:schemeClr>
                    </a:solidFill>
                  </a:rPr>
                  <a:t>arcu</a:t>
                </a:r>
                <a:r>
                  <a:rPr lang="en-US" sz="1400" dirty="0">
                    <a:solidFill>
                      <a:schemeClr val="bg2">
                        <a:lumMod val="25000"/>
                      </a:schemeClr>
                    </a:solidFill>
                  </a:rPr>
                  <a:t> </a:t>
                </a:r>
                <a:r>
                  <a:rPr lang="en-US" sz="1400" dirty="0" err="1">
                    <a:solidFill>
                      <a:schemeClr val="bg2">
                        <a:lumMod val="25000"/>
                      </a:schemeClr>
                    </a:solidFill>
                  </a:rPr>
                  <a:t>laoreet</a:t>
                </a:r>
                <a:r>
                  <a:rPr lang="en-US" sz="1400" dirty="0">
                    <a:solidFill>
                      <a:schemeClr val="bg2">
                        <a:lumMod val="25000"/>
                      </a:schemeClr>
                    </a:solidFill>
                  </a:rPr>
                  <a:t>.</a:t>
                </a:r>
                <a:br>
                  <a:rPr lang="en-US" sz="1400" dirty="0">
                    <a:solidFill>
                      <a:schemeClr val="bg2">
                        <a:lumMod val="25000"/>
                      </a:schemeClr>
                    </a:solidFill>
                  </a:rPr>
                </a:br>
                <a:endParaRPr lang="en-US" sz="1400" dirty="0">
                  <a:solidFill>
                    <a:schemeClr val="bg2">
                      <a:lumMod val="25000"/>
                    </a:schemeClr>
                  </a:solidFill>
                </a:endParaRPr>
              </a:p>
              <a:p>
                <a:r>
                  <a:rPr lang="en-US" sz="1400" dirty="0" err="1">
                    <a:solidFill>
                      <a:schemeClr val="bg2">
                        <a:lumMod val="25000"/>
                      </a:schemeClr>
                    </a:solidFill>
                  </a:rPr>
                  <a:t>Nibh</a:t>
                </a:r>
                <a:r>
                  <a:rPr lang="en-US" sz="1400" dirty="0">
                    <a:solidFill>
                      <a:schemeClr val="bg2">
                        <a:lumMod val="25000"/>
                      </a:schemeClr>
                    </a:solidFill>
                  </a:rPr>
                  <a:t> </a:t>
                </a:r>
                <a:r>
                  <a:rPr lang="en-US" sz="1400" dirty="0" err="1">
                    <a:solidFill>
                      <a:schemeClr val="bg2">
                        <a:lumMod val="25000"/>
                      </a:schemeClr>
                    </a:solidFill>
                  </a:rPr>
                  <a:t>leo</a:t>
                </a:r>
                <a:r>
                  <a:rPr lang="en-US" sz="1400" dirty="0">
                    <a:solidFill>
                      <a:schemeClr val="bg2">
                        <a:lumMod val="25000"/>
                      </a:schemeClr>
                    </a:solidFill>
                  </a:rPr>
                  <a:t> sit dui </a:t>
                </a:r>
                <a:r>
                  <a:rPr lang="en-US" sz="1400" dirty="0" err="1">
                    <a:solidFill>
                      <a:schemeClr val="bg2">
                        <a:lumMod val="25000"/>
                      </a:schemeClr>
                    </a:solidFill>
                  </a:rPr>
                  <a:t>nonummy</a:t>
                </a:r>
                <a:r>
                  <a:rPr lang="en-US" sz="1400" dirty="0">
                    <a:solidFill>
                      <a:schemeClr val="bg2">
                        <a:lumMod val="25000"/>
                      </a:schemeClr>
                    </a:solidFill>
                  </a:rPr>
                  <a:t> </a:t>
                </a:r>
                <a:r>
                  <a:rPr lang="en-US" sz="1400" u="sng" dirty="0">
                    <a:solidFill>
                      <a:srgbClr val="0070C0"/>
                    </a:solidFill>
                  </a:rPr>
                  <a:t>lorem</a:t>
                </a:r>
                <a:r>
                  <a:rPr lang="en-US" sz="1400" dirty="0">
                    <a:solidFill>
                      <a:schemeClr val="bg2">
                        <a:lumMod val="25000"/>
                      </a:schemeClr>
                    </a:solidFill>
                  </a:rPr>
                  <a:t> </a:t>
                </a:r>
                <a:r>
                  <a:rPr lang="en-US" sz="1400" dirty="0" err="1">
                    <a:solidFill>
                      <a:schemeClr val="bg2">
                        <a:lumMod val="25000"/>
                      </a:schemeClr>
                    </a:solidFill>
                  </a:rPr>
                  <a:t>augue</a:t>
                </a:r>
                <a:r>
                  <a:rPr lang="en-US" sz="1400" dirty="0">
                    <a:solidFill>
                      <a:schemeClr val="bg2">
                        <a:lumMod val="25000"/>
                      </a:schemeClr>
                    </a:solidFill>
                  </a:rPr>
                  <a:t>, </a:t>
                </a:r>
                <a:r>
                  <a:rPr lang="en-US" sz="1400" dirty="0" err="1">
                    <a:solidFill>
                      <a:schemeClr val="bg2">
                        <a:lumMod val="25000"/>
                      </a:schemeClr>
                    </a:solidFill>
                  </a:rPr>
                  <a:t>purus</a:t>
                </a:r>
                <a:r>
                  <a:rPr lang="en-US" sz="1400" dirty="0">
                    <a:solidFill>
                      <a:schemeClr val="bg2">
                        <a:lumMod val="25000"/>
                      </a:schemeClr>
                    </a:solidFill>
                  </a:rPr>
                  <a:t> libero </a:t>
                </a:r>
                <a:r>
                  <a:rPr lang="en-US" sz="1400" dirty="0" err="1">
                    <a:solidFill>
                      <a:schemeClr val="bg2">
                        <a:lumMod val="25000"/>
                      </a:schemeClr>
                    </a:solidFill>
                  </a:rPr>
                  <a:t>turpis</a:t>
                </a:r>
                <a:r>
                  <a:rPr lang="en-US" sz="1400" dirty="0">
                    <a:solidFill>
                      <a:schemeClr val="bg2">
                        <a:lumMod val="25000"/>
                      </a:schemeClr>
                    </a:solidFill>
                  </a:rPr>
                  <a:t> integer, at </a:t>
                </a:r>
                <a:r>
                  <a:rPr lang="en-US" sz="1400" dirty="0" err="1">
                    <a:solidFill>
                      <a:schemeClr val="bg2">
                        <a:lumMod val="25000"/>
                      </a:schemeClr>
                    </a:solidFill>
                  </a:rPr>
                  <a:t>erat</a:t>
                </a:r>
                <a:r>
                  <a:rPr lang="en-US" sz="1400" dirty="0">
                    <a:solidFill>
                      <a:schemeClr val="bg2">
                        <a:lumMod val="25000"/>
                      </a:schemeClr>
                    </a:solidFill>
                  </a:rPr>
                  <a:t> </a:t>
                </a:r>
                <a:r>
                  <a:rPr lang="en-US" sz="1400" dirty="0" err="1">
                    <a:solidFill>
                      <a:schemeClr val="bg2">
                        <a:lumMod val="25000"/>
                      </a:schemeClr>
                    </a:solidFill>
                  </a:rPr>
                  <a:t>conubia</a:t>
                </a:r>
                <a:r>
                  <a:rPr lang="en-US" sz="1400" dirty="0">
                    <a:solidFill>
                      <a:schemeClr val="bg2">
                        <a:lumMod val="25000"/>
                      </a:schemeClr>
                    </a:solidFill>
                  </a:rPr>
                  <a:t> </a:t>
                </a:r>
                <a:r>
                  <a:rPr lang="en-US" sz="1400" dirty="0" err="1">
                    <a:solidFill>
                      <a:schemeClr val="bg2">
                        <a:lumMod val="25000"/>
                      </a:schemeClr>
                    </a:solidFill>
                  </a:rPr>
                  <a:t>neque</a:t>
                </a:r>
                <a:r>
                  <a:rPr lang="en-US" sz="1400" dirty="0">
                    <a:solidFill>
                      <a:schemeClr val="bg2">
                        <a:lumMod val="25000"/>
                      </a:schemeClr>
                    </a:solidFill>
                  </a:rPr>
                  <a:t>, </a:t>
                </a:r>
                <a:r>
                  <a:rPr lang="en-US" sz="1400" dirty="0" err="1">
                    <a:solidFill>
                      <a:schemeClr val="bg2">
                        <a:lumMod val="25000"/>
                      </a:schemeClr>
                    </a:solidFill>
                  </a:rPr>
                  <a:t>praesent</a:t>
                </a:r>
                <a:r>
                  <a:rPr lang="en-US" sz="1400" dirty="0">
                    <a:solidFill>
                      <a:schemeClr val="bg2">
                        <a:lumMod val="25000"/>
                      </a:schemeClr>
                    </a:solidFill>
                  </a:rPr>
                  <a:t> </a:t>
                </a:r>
                <a:r>
                  <a:rPr lang="en-US" sz="1400" dirty="0" err="1">
                    <a:solidFill>
                      <a:schemeClr val="bg2">
                        <a:lumMod val="25000"/>
                      </a:schemeClr>
                    </a:solidFill>
                  </a:rPr>
                  <a:t>eleifend</a:t>
                </a:r>
                <a:r>
                  <a:rPr lang="en-US" sz="1400" dirty="0">
                    <a:solidFill>
                      <a:schemeClr val="bg2">
                        <a:lumMod val="25000"/>
                      </a:schemeClr>
                    </a:solidFill>
                  </a:rPr>
                  <a:t> </a:t>
                </a:r>
                <a:r>
                  <a:rPr lang="en-US" sz="1400" dirty="0" err="1">
                    <a:solidFill>
                      <a:schemeClr val="bg2">
                        <a:lumMod val="25000"/>
                      </a:schemeClr>
                    </a:solidFill>
                  </a:rPr>
                  <a:t>placerat</a:t>
                </a:r>
                <a:r>
                  <a:rPr lang="en-US" sz="1400" dirty="0">
                    <a:solidFill>
                      <a:schemeClr val="bg2">
                        <a:lumMod val="25000"/>
                      </a:schemeClr>
                    </a:solidFill>
                  </a:rPr>
                  <a:t> </a:t>
                </a:r>
                <a:r>
                  <a:rPr lang="en-US" sz="1400" dirty="0" err="1">
                    <a:solidFill>
                      <a:schemeClr val="bg2">
                        <a:lumMod val="25000"/>
                      </a:schemeClr>
                    </a:solidFill>
                  </a:rPr>
                  <a:t>ridiculus</a:t>
                </a:r>
                <a:r>
                  <a:rPr lang="en-US" sz="1400" dirty="0">
                    <a:solidFill>
                      <a:schemeClr val="bg2">
                        <a:lumMod val="25000"/>
                      </a:schemeClr>
                    </a:solidFill>
                  </a:rPr>
                  <a:t> magna </a:t>
                </a:r>
                <a:r>
                  <a:rPr lang="en-US" sz="1400" dirty="0" err="1">
                    <a:solidFill>
                      <a:schemeClr val="bg2">
                        <a:lumMod val="25000"/>
                      </a:schemeClr>
                    </a:solidFill>
                  </a:rPr>
                  <a:t>pulvinar</a:t>
                </a:r>
                <a:r>
                  <a:rPr lang="en-US" sz="1400" dirty="0">
                    <a:solidFill>
                      <a:schemeClr val="bg2">
                        <a:lumMod val="25000"/>
                      </a:schemeClr>
                    </a:solidFill>
                  </a:rPr>
                  <a:t> ipsum. Dolor </a:t>
                </a:r>
                <a:r>
                  <a:rPr lang="en-US" sz="1400" dirty="0" err="1">
                    <a:solidFill>
                      <a:schemeClr val="bg2">
                        <a:lumMod val="25000"/>
                      </a:schemeClr>
                    </a:solidFill>
                  </a:rPr>
                  <a:t>odio</a:t>
                </a:r>
                <a:r>
                  <a:rPr lang="en-US" sz="1400" dirty="0">
                    <a:solidFill>
                      <a:schemeClr val="bg2">
                        <a:lumMod val="25000"/>
                      </a:schemeClr>
                    </a:solidFill>
                  </a:rPr>
                  <a:t> </a:t>
                </a:r>
                <a:r>
                  <a:rPr lang="en-US" sz="1400" dirty="0" err="1">
                    <a:solidFill>
                      <a:schemeClr val="bg2">
                        <a:lumMod val="25000"/>
                      </a:schemeClr>
                    </a:solidFill>
                  </a:rPr>
                  <a:t>pretium</a:t>
                </a:r>
                <a:r>
                  <a:rPr lang="en-US" sz="1400" dirty="0">
                    <a:solidFill>
                      <a:schemeClr val="bg2">
                        <a:lumMod val="25000"/>
                      </a:schemeClr>
                    </a:solidFill>
                  </a:rPr>
                  <a:t> </a:t>
                </a:r>
                <a:r>
                  <a:rPr lang="en-US" sz="1400" dirty="0" err="1">
                    <a:solidFill>
                      <a:schemeClr val="bg2">
                        <a:lumMod val="25000"/>
                      </a:schemeClr>
                    </a:solidFill>
                  </a:rPr>
                  <a:t>eiusmod</a:t>
                </a:r>
                <a:r>
                  <a:rPr lang="en-US" sz="1400" dirty="0">
                    <a:solidFill>
                      <a:schemeClr val="bg2">
                        <a:lumMod val="25000"/>
                      </a:schemeClr>
                    </a:solidFill>
                  </a:rPr>
                  <a:t> </a:t>
                </a:r>
                <a:r>
                  <a:rPr lang="en-US" sz="1400" dirty="0" err="1">
                    <a:solidFill>
                      <a:schemeClr val="bg2">
                        <a:lumMod val="25000"/>
                      </a:schemeClr>
                    </a:solidFill>
                  </a:rPr>
                  <a:t>aliquid</a:t>
                </a:r>
                <a:r>
                  <a:rPr lang="en-US" sz="1400" dirty="0">
                    <a:solidFill>
                      <a:schemeClr val="bg2">
                        <a:lumMod val="25000"/>
                      </a:schemeClr>
                    </a:solidFill>
                  </a:rPr>
                  <a:t>. </a:t>
                </a:r>
                <a:r>
                  <a:rPr lang="en-US" sz="1400" dirty="0" err="1">
                    <a:solidFill>
                      <a:schemeClr val="bg2">
                        <a:lumMod val="25000"/>
                      </a:schemeClr>
                    </a:solidFill>
                  </a:rPr>
                  <a:t>Mauris</a:t>
                </a:r>
                <a:r>
                  <a:rPr lang="en-US" sz="1400" dirty="0">
                    <a:solidFill>
                      <a:schemeClr val="bg2">
                        <a:lumMod val="25000"/>
                      </a:schemeClr>
                    </a:solidFill>
                  </a:rPr>
                  <a:t> </a:t>
                </a:r>
                <a:r>
                  <a:rPr lang="en-US" sz="1400" dirty="0" err="1">
                    <a:solidFill>
                      <a:schemeClr val="bg2">
                        <a:lumMod val="25000"/>
                      </a:schemeClr>
                    </a:solidFill>
                  </a:rPr>
                  <a:t>amet</a:t>
                </a:r>
                <a:r>
                  <a:rPr lang="en-US" sz="1400" dirty="0">
                    <a:solidFill>
                      <a:schemeClr val="bg2">
                        <a:lumMod val="25000"/>
                      </a:schemeClr>
                    </a:solidFill>
                  </a:rPr>
                  <a:t> </a:t>
                </a:r>
                <a:r>
                  <a:rPr lang="en-US" sz="1400" dirty="0" err="1">
                    <a:solidFill>
                      <a:schemeClr val="bg2">
                        <a:lumMod val="25000"/>
                      </a:schemeClr>
                    </a:solidFill>
                  </a:rPr>
                  <a:t>voluptatem</a:t>
                </a:r>
                <a:r>
                  <a:rPr lang="en-US" sz="1400" dirty="0">
                    <a:solidFill>
                      <a:schemeClr val="bg2">
                        <a:lumMod val="25000"/>
                      </a:schemeClr>
                    </a:solidFill>
                  </a:rPr>
                  <a:t> gravida, </a:t>
                </a:r>
                <a:r>
                  <a:rPr lang="en-US" sz="1400" dirty="0" err="1">
                    <a:solidFill>
                      <a:schemeClr val="bg2">
                        <a:lumMod val="25000"/>
                      </a:schemeClr>
                    </a:solidFill>
                  </a:rPr>
                  <a:t>ullamcorper</a:t>
                </a:r>
                <a:r>
                  <a:rPr lang="en-US" sz="1400" dirty="0">
                    <a:solidFill>
                      <a:schemeClr val="bg2">
                        <a:lumMod val="25000"/>
                      </a:schemeClr>
                    </a:solidFill>
                  </a:rPr>
                  <a:t> id </a:t>
                </a:r>
                <a:r>
                  <a:rPr lang="en-US" sz="1400" dirty="0" err="1">
                    <a:solidFill>
                      <a:schemeClr val="bg2">
                        <a:lumMod val="25000"/>
                      </a:schemeClr>
                    </a:solidFill>
                  </a:rPr>
                  <a:t>dignissim</a:t>
                </a:r>
                <a:r>
                  <a:rPr lang="en-US" sz="1400" dirty="0">
                    <a:solidFill>
                      <a:schemeClr val="bg2">
                        <a:lumMod val="25000"/>
                      </a:schemeClr>
                    </a:solidFill>
                  </a:rPr>
                  <a:t> </a:t>
                </a:r>
                <a:r>
                  <a:rPr lang="en-US" sz="1400" u="sng" dirty="0" err="1">
                    <a:solidFill>
                      <a:srgbClr val="0070C0"/>
                    </a:solidFill>
                  </a:rPr>
                  <a:t>consequat</a:t>
                </a:r>
                <a:r>
                  <a:rPr lang="en-US" sz="1400" u="sng" dirty="0">
                    <a:solidFill>
                      <a:srgbClr val="0070C0"/>
                    </a:solidFill>
                  </a:rPr>
                  <a:t> </a:t>
                </a:r>
                <a:r>
                  <a:rPr lang="en-US" sz="1400" u="sng" dirty="0" err="1">
                    <a:solidFill>
                      <a:srgbClr val="0070C0"/>
                    </a:solidFill>
                  </a:rPr>
                  <a:t>suscipit</a:t>
                </a:r>
                <a:r>
                  <a:rPr lang="en-US" sz="1400" u="sng" dirty="0">
                    <a:solidFill>
                      <a:srgbClr val="0070C0"/>
                    </a:solidFill>
                  </a:rPr>
                  <a:t>, </a:t>
                </a:r>
                <a:r>
                  <a:rPr lang="en-US" sz="1400" u="sng" dirty="0" err="1">
                    <a:solidFill>
                      <a:srgbClr val="0070C0"/>
                    </a:solidFill>
                  </a:rPr>
                  <a:t>risus</a:t>
                </a:r>
                <a:r>
                  <a:rPr lang="en-US" sz="1400" u="sng" dirty="0">
                    <a:solidFill>
                      <a:srgbClr val="0070C0"/>
                    </a:solidFill>
                  </a:rPr>
                  <a:t> </a:t>
                </a:r>
                <a:r>
                  <a:rPr lang="en-US" sz="1400" dirty="0" err="1">
                    <a:solidFill>
                      <a:schemeClr val="bg2">
                        <a:lumMod val="25000"/>
                      </a:schemeClr>
                    </a:solidFill>
                  </a:rPr>
                  <a:t>pulvinar</a:t>
                </a:r>
                <a:r>
                  <a:rPr lang="en-US" sz="1400" dirty="0">
                    <a:solidFill>
                      <a:schemeClr val="bg2">
                        <a:lumMod val="25000"/>
                      </a:schemeClr>
                    </a:solidFill>
                  </a:rPr>
                  <a:t> </a:t>
                </a:r>
                <a:r>
                  <a:rPr lang="en-US" sz="1400" dirty="0" err="1">
                    <a:solidFill>
                      <a:schemeClr val="bg2">
                        <a:lumMod val="25000"/>
                      </a:schemeClr>
                    </a:solidFill>
                  </a:rPr>
                  <a:t>nam</a:t>
                </a:r>
                <a:r>
                  <a:rPr lang="en-US" sz="1400" dirty="0">
                    <a:solidFill>
                      <a:schemeClr val="bg2">
                        <a:lumMod val="25000"/>
                      </a:schemeClr>
                    </a:solidFill>
                  </a:rPr>
                  <a:t> a </a:t>
                </a:r>
                <a:r>
                  <a:rPr lang="en-US" sz="1400" dirty="0" err="1">
                    <a:solidFill>
                      <a:schemeClr val="bg2">
                        <a:lumMod val="25000"/>
                      </a:schemeClr>
                    </a:solidFill>
                  </a:rPr>
                  <a:t>nam</a:t>
                </a:r>
                <a:r>
                  <a:rPr lang="en-US" sz="1400" dirty="0">
                    <a:solidFill>
                      <a:schemeClr val="bg2">
                        <a:lumMod val="25000"/>
                      </a:schemeClr>
                    </a:solidFill>
                  </a:rPr>
                  <a:t>, et </a:t>
                </a:r>
                <a:r>
                  <a:rPr lang="en-US" sz="1400" dirty="0" err="1">
                    <a:solidFill>
                      <a:schemeClr val="bg2">
                        <a:lumMod val="25000"/>
                      </a:schemeClr>
                    </a:solidFill>
                  </a:rPr>
                  <a:t>viverra</a:t>
                </a:r>
                <a:r>
                  <a:rPr lang="en-US" sz="1400" dirty="0">
                    <a:solidFill>
                      <a:schemeClr val="bg2">
                        <a:lumMod val="25000"/>
                      </a:schemeClr>
                    </a:solidFill>
                  </a:rPr>
                  <a:t> </a:t>
                </a:r>
                <a:r>
                  <a:rPr lang="en-US" sz="1400" dirty="0" err="1">
                    <a:solidFill>
                      <a:schemeClr val="bg2">
                        <a:lumMod val="25000"/>
                      </a:schemeClr>
                    </a:solidFill>
                  </a:rPr>
                  <a:t>sed</a:t>
                </a:r>
                <a:r>
                  <a:rPr lang="en-US" sz="1400" dirty="0">
                    <a:solidFill>
                      <a:schemeClr val="bg2">
                        <a:lumMod val="25000"/>
                      </a:schemeClr>
                    </a:solidFill>
                  </a:rPr>
                  <a:t>, </a:t>
                </a:r>
                <a:r>
                  <a:rPr lang="en-US" sz="1400" dirty="0" err="1">
                    <a:solidFill>
                      <a:schemeClr val="bg2">
                        <a:lumMod val="25000"/>
                      </a:schemeClr>
                    </a:solidFill>
                  </a:rPr>
                  <a:t>anim</a:t>
                </a:r>
                <a:r>
                  <a:rPr lang="en-US" sz="1400" dirty="0">
                    <a:solidFill>
                      <a:schemeClr val="bg2">
                        <a:lumMod val="25000"/>
                      </a:schemeClr>
                    </a:solidFill>
                  </a:rPr>
                  <a:t> </a:t>
                </a:r>
                <a:r>
                  <a:rPr lang="en-US" sz="1400" dirty="0" err="1">
                    <a:solidFill>
                      <a:schemeClr val="bg2">
                        <a:lumMod val="25000"/>
                      </a:schemeClr>
                    </a:solidFill>
                  </a:rPr>
                  <a:t>tincidunt</a:t>
                </a:r>
                <a:r>
                  <a:rPr lang="en-US" sz="1400" dirty="0">
                    <a:solidFill>
                      <a:schemeClr val="bg2">
                        <a:lumMod val="25000"/>
                      </a:schemeClr>
                    </a:solidFill>
                  </a:rPr>
                  <a:t> quam. </a:t>
                </a:r>
                <a:r>
                  <a:rPr lang="en-US" sz="1400" dirty="0" err="1">
                    <a:solidFill>
                      <a:schemeClr val="bg2">
                        <a:lumMod val="25000"/>
                      </a:schemeClr>
                    </a:solidFill>
                  </a:rPr>
                  <a:t>Sed</a:t>
                </a:r>
                <a:r>
                  <a:rPr lang="en-US" sz="1400" dirty="0">
                    <a:solidFill>
                      <a:schemeClr val="bg2">
                        <a:lumMod val="25000"/>
                      </a:schemeClr>
                    </a:solidFill>
                  </a:rPr>
                  <a:t> </a:t>
                </a:r>
                <a:r>
                  <a:rPr lang="en-US" sz="1400" dirty="0" err="1">
                    <a:solidFill>
                      <a:schemeClr val="bg2">
                        <a:lumMod val="25000"/>
                      </a:schemeClr>
                    </a:solidFill>
                  </a:rPr>
                  <a:t>inceptos</a:t>
                </a:r>
                <a:r>
                  <a:rPr lang="en-US" sz="1400" dirty="0">
                    <a:solidFill>
                      <a:schemeClr val="bg2">
                        <a:lumMod val="25000"/>
                      </a:schemeClr>
                    </a:solidFill>
                  </a:rPr>
                  <a:t> </a:t>
                </a:r>
                <a:r>
                  <a:rPr lang="en-US" sz="1400" dirty="0" err="1">
                    <a:solidFill>
                      <a:schemeClr val="bg2">
                        <a:lumMod val="25000"/>
                      </a:schemeClr>
                    </a:solidFill>
                  </a:rPr>
                  <a:t>erat</a:t>
                </a:r>
                <a:r>
                  <a:rPr lang="en-US" sz="1400" dirty="0">
                    <a:solidFill>
                      <a:schemeClr val="bg2">
                        <a:lumMod val="25000"/>
                      </a:schemeClr>
                    </a:solidFill>
                  </a:rPr>
                  <a:t> </a:t>
                </a:r>
                <a:r>
                  <a:rPr lang="en-US" sz="1400" dirty="0" err="1">
                    <a:solidFill>
                      <a:schemeClr val="bg2">
                        <a:lumMod val="25000"/>
                      </a:schemeClr>
                    </a:solidFill>
                  </a:rPr>
                  <a:t>eleifend</a:t>
                </a:r>
                <a:r>
                  <a:rPr lang="en-US" sz="1400" dirty="0">
                    <a:solidFill>
                      <a:schemeClr val="bg2">
                        <a:lumMod val="25000"/>
                      </a:schemeClr>
                    </a:solidFill>
                  </a:rPr>
                  <a:t> tempus, </a:t>
                </a:r>
                <a:r>
                  <a:rPr lang="en-US" sz="1400" dirty="0" err="1">
                    <a:solidFill>
                      <a:schemeClr val="bg2">
                        <a:lumMod val="25000"/>
                      </a:schemeClr>
                    </a:solidFill>
                  </a:rPr>
                  <a:t>augue</a:t>
                </a:r>
                <a:r>
                  <a:rPr lang="en-US" sz="1400" dirty="0">
                    <a:solidFill>
                      <a:schemeClr val="bg2">
                        <a:lumMod val="25000"/>
                      </a:schemeClr>
                    </a:solidFill>
                  </a:rPr>
                  <a:t> </a:t>
                </a:r>
                <a:r>
                  <a:rPr lang="en-US" sz="1400" dirty="0" err="1">
                    <a:solidFill>
                      <a:schemeClr val="bg2">
                        <a:lumMod val="25000"/>
                      </a:schemeClr>
                    </a:solidFill>
                  </a:rPr>
                  <a:t>diam</a:t>
                </a:r>
                <a:r>
                  <a:rPr lang="en-US" sz="1400" dirty="0">
                    <a:solidFill>
                      <a:schemeClr val="bg2">
                        <a:lumMod val="25000"/>
                      </a:schemeClr>
                    </a:solidFill>
                  </a:rPr>
                  <a:t>, </a:t>
                </a:r>
                <a:r>
                  <a:rPr lang="en-US" sz="1400" dirty="0" err="1">
                    <a:solidFill>
                      <a:schemeClr val="bg2">
                        <a:lumMod val="25000"/>
                      </a:schemeClr>
                    </a:solidFill>
                  </a:rPr>
                  <a:t>velit</a:t>
                </a:r>
                <a:r>
                  <a:rPr lang="en-US" sz="1400" dirty="0">
                    <a:solidFill>
                      <a:schemeClr val="bg2">
                        <a:lumMod val="25000"/>
                      </a:schemeClr>
                    </a:solidFill>
                  </a:rPr>
                  <a:t> </a:t>
                </a:r>
                <a:r>
                  <a:rPr lang="en-US" sz="1400" dirty="0" err="1">
                    <a:solidFill>
                      <a:schemeClr val="bg2">
                        <a:lumMod val="25000"/>
                      </a:schemeClr>
                    </a:solidFill>
                  </a:rPr>
                  <a:t>suscipit</a:t>
                </a:r>
                <a:r>
                  <a:rPr lang="en-US" sz="1400" dirty="0">
                    <a:solidFill>
                      <a:schemeClr val="bg2">
                        <a:lumMod val="25000"/>
                      </a:schemeClr>
                    </a:solidFill>
                  </a:rPr>
                  <a:t>, </a:t>
                </a:r>
                <a:r>
                  <a:rPr lang="en-US" sz="1400" dirty="0" err="1">
                    <a:solidFill>
                      <a:schemeClr val="bg2">
                        <a:lumMod val="25000"/>
                      </a:schemeClr>
                    </a:solidFill>
                  </a:rPr>
                  <a:t>platea</a:t>
                </a:r>
                <a:r>
                  <a:rPr lang="en-US" sz="1400" dirty="0">
                    <a:solidFill>
                      <a:schemeClr val="bg2">
                        <a:lumMod val="25000"/>
                      </a:schemeClr>
                    </a:solidFill>
                  </a:rPr>
                  <a:t> </a:t>
                </a:r>
                <a:r>
                  <a:rPr lang="en-US" sz="1400" dirty="0" err="1">
                    <a:solidFill>
                      <a:schemeClr val="bg2">
                        <a:lumMod val="25000"/>
                      </a:schemeClr>
                    </a:solidFill>
                  </a:rPr>
                  <a:t>morbi</a:t>
                </a:r>
                <a:r>
                  <a:rPr lang="en-US" sz="1400" dirty="0">
                    <a:solidFill>
                      <a:schemeClr val="bg2">
                        <a:lumMod val="25000"/>
                      </a:schemeClr>
                    </a:solidFill>
                  </a:rPr>
                  <a:t>.</a:t>
                </a:r>
              </a:p>
            </p:txBody>
          </p:sp>
          <p:sp>
            <p:nvSpPr>
              <p:cNvPr id="8" name="Rectangle 7"/>
              <p:cNvSpPr/>
              <p:nvPr/>
            </p:nvSpPr>
            <p:spPr>
              <a:xfrm>
                <a:off x="4775200" y="4916398"/>
                <a:ext cx="4854222" cy="445823"/>
              </a:xfrm>
              <a:prstGeom prst="rect">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solidFill>
                      <a:schemeClr val="tx1">
                        <a:lumMod val="65000"/>
                        <a:lumOff val="35000"/>
                      </a:schemeClr>
                    </a:solidFill>
                  </a:rPr>
                  <a:t>Footer	</a:t>
                </a:r>
                <a:r>
                  <a:rPr lang="en-US" sz="1600" u="sng" dirty="0">
                    <a:solidFill>
                      <a:srgbClr val="0070C0"/>
                    </a:solidFill>
                  </a:rPr>
                  <a:t>LINK</a:t>
                </a:r>
                <a:r>
                  <a:rPr lang="en-US" sz="1600" dirty="0">
                    <a:solidFill>
                      <a:schemeClr val="tx1">
                        <a:lumMod val="65000"/>
                        <a:lumOff val="35000"/>
                      </a:schemeClr>
                    </a:solidFill>
                  </a:rPr>
                  <a:t> | </a:t>
                </a:r>
                <a:r>
                  <a:rPr lang="en-US" sz="1600" u="sng" dirty="0">
                    <a:solidFill>
                      <a:srgbClr val="0070C0"/>
                    </a:solidFill>
                  </a:rPr>
                  <a:t>LINK</a:t>
                </a:r>
                <a:r>
                  <a:rPr lang="en-US" sz="1600" dirty="0">
                    <a:solidFill>
                      <a:schemeClr val="tx1">
                        <a:lumMod val="65000"/>
                        <a:lumOff val="35000"/>
                      </a:schemeClr>
                    </a:solidFill>
                  </a:rPr>
                  <a:t> | </a:t>
                </a:r>
                <a:r>
                  <a:rPr lang="en-US" sz="1600" u="sng" dirty="0">
                    <a:solidFill>
                      <a:srgbClr val="0070C0"/>
                    </a:solidFill>
                  </a:rPr>
                  <a:t>LINK</a:t>
                </a:r>
              </a:p>
            </p:txBody>
          </p:sp>
          <p:sp>
            <p:nvSpPr>
              <p:cNvPr id="10" name="Rounded Rectangle 9"/>
              <p:cNvSpPr/>
              <p:nvPr/>
            </p:nvSpPr>
            <p:spPr>
              <a:xfrm>
                <a:off x="4876801" y="945732"/>
                <a:ext cx="666044" cy="228423"/>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LINK</a:t>
                </a:r>
              </a:p>
            </p:txBody>
          </p:sp>
          <p:sp>
            <p:nvSpPr>
              <p:cNvPr id="11" name="Rounded Rectangle 10"/>
              <p:cNvSpPr/>
              <p:nvPr/>
            </p:nvSpPr>
            <p:spPr>
              <a:xfrm>
                <a:off x="5588001" y="945732"/>
                <a:ext cx="666044" cy="228423"/>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LINK</a:t>
                </a:r>
              </a:p>
            </p:txBody>
          </p:sp>
          <p:sp>
            <p:nvSpPr>
              <p:cNvPr id="12" name="Rounded Rectangle 11"/>
              <p:cNvSpPr/>
              <p:nvPr/>
            </p:nvSpPr>
            <p:spPr>
              <a:xfrm>
                <a:off x="6299201" y="945732"/>
                <a:ext cx="666044" cy="228423"/>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LINK</a:t>
                </a:r>
              </a:p>
            </p:txBody>
          </p:sp>
          <p:sp>
            <p:nvSpPr>
              <p:cNvPr id="13" name="Rounded Rectangle 12"/>
              <p:cNvSpPr/>
              <p:nvPr/>
            </p:nvSpPr>
            <p:spPr>
              <a:xfrm>
                <a:off x="7010401" y="945732"/>
                <a:ext cx="666044" cy="228423"/>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LINK</a:t>
                </a:r>
              </a:p>
            </p:txBody>
          </p:sp>
          <p:sp>
            <p:nvSpPr>
              <p:cNvPr id="14" name="Rounded Rectangle 13"/>
              <p:cNvSpPr/>
              <p:nvPr/>
            </p:nvSpPr>
            <p:spPr>
              <a:xfrm>
                <a:off x="7721601" y="945732"/>
                <a:ext cx="666044" cy="228423"/>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LINK</a:t>
                </a:r>
              </a:p>
            </p:txBody>
          </p:sp>
        </p:grpSp>
        <p:pic>
          <p:nvPicPr>
            <p:cNvPr id="2050" name="Picture 2" descr="http://i.imgur.com/ZGGxVA3.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387645" y="1339389"/>
              <a:ext cx="1166813" cy="1432847"/>
            </a:xfrm>
            <a:prstGeom prst="rect">
              <a:avLst/>
            </a:prstGeom>
            <a:noFill/>
            <a:extLst>
              <a:ext uri="{909E8E84-426E-40DD-AFC4-6F175D3DCCD1}">
                <a14:hiddenFill xmlns:a14="http://schemas.microsoft.com/office/drawing/2010/main">
                  <a:solidFill>
                    <a:srgbClr val="FFFFFF"/>
                  </a:solidFill>
                </a14:hiddenFill>
              </a:ext>
            </a:extLst>
          </p:spPr>
        </p:pic>
      </p:grpSp>
      <p:sp>
        <p:nvSpPr>
          <p:cNvPr id="15" name="TextBox 14"/>
          <p:cNvSpPr txBox="1"/>
          <p:nvPr/>
        </p:nvSpPr>
        <p:spPr>
          <a:xfrm>
            <a:off x="482601" y="1722726"/>
            <a:ext cx="2000956" cy="369332"/>
          </a:xfrm>
          <a:prstGeom prst="rect">
            <a:avLst/>
          </a:prstGeom>
          <a:noFill/>
        </p:spPr>
        <p:txBody>
          <a:bodyPr wrap="square" rtlCol="0">
            <a:spAutoFit/>
          </a:bodyPr>
          <a:lstStyle/>
          <a:p>
            <a:pPr algn="ctr"/>
            <a:r>
              <a:rPr lang="en-US" dirty="0"/>
              <a:t>Internal Navigation</a:t>
            </a:r>
          </a:p>
        </p:txBody>
      </p:sp>
      <p:sp>
        <p:nvSpPr>
          <p:cNvPr id="16" name="Rectangle 15"/>
          <p:cNvSpPr/>
          <p:nvPr/>
        </p:nvSpPr>
        <p:spPr>
          <a:xfrm>
            <a:off x="4775200" y="841020"/>
            <a:ext cx="3702756" cy="46117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8" name="Straight Arrow Connector 17"/>
          <p:cNvCxnSpPr>
            <a:stCxn id="15" idx="3"/>
          </p:cNvCxnSpPr>
          <p:nvPr/>
        </p:nvCxnSpPr>
        <p:spPr>
          <a:xfrm flipV="1">
            <a:off x="2483557" y="1206146"/>
            <a:ext cx="2216679" cy="701246"/>
          </a:xfrm>
          <a:prstGeom prst="straightConnector1">
            <a:avLst/>
          </a:prstGeom>
          <a:ln w="190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0" name="TextBox 19"/>
          <p:cNvSpPr txBox="1"/>
          <p:nvPr/>
        </p:nvSpPr>
        <p:spPr>
          <a:xfrm>
            <a:off x="598311" y="2563747"/>
            <a:ext cx="1590941" cy="369332"/>
          </a:xfrm>
          <a:prstGeom prst="rect">
            <a:avLst/>
          </a:prstGeom>
          <a:noFill/>
        </p:spPr>
        <p:txBody>
          <a:bodyPr wrap="square" rtlCol="0">
            <a:spAutoFit/>
          </a:bodyPr>
          <a:lstStyle/>
          <a:p>
            <a:pPr algn="ctr"/>
            <a:r>
              <a:rPr lang="en-US" dirty="0"/>
              <a:t>External Links</a:t>
            </a:r>
          </a:p>
        </p:txBody>
      </p:sp>
      <p:sp>
        <p:nvSpPr>
          <p:cNvPr id="21" name="Rectangle 20"/>
          <p:cNvSpPr/>
          <p:nvPr/>
        </p:nvSpPr>
        <p:spPr>
          <a:xfrm>
            <a:off x="5901270" y="2166583"/>
            <a:ext cx="1120418" cy="305684"/>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p:cNvSpPr/>
          <p:nvPr/>
        </p:nvSpPr>
        <p:spPr>
          <a:xfrm>
            <a:off x="6694312" y="3226415"/>
            <a:ext cx="541866" cy="305684"/>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p:cNvSpPr/>
          <p:nvPr/>
        </p:nvSpPr>
        <p:spPr>
          <a:xfrm>
            <a:off x="5554134" y="4090015"/>
            <a:ext cx="1817510" cy="305684"/>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4" name="Straight Arrow Connector 23"/>
          <p:cNvCxnSpPr/>
          <p:nvPr/>
        </p:nvCxnSpPr>
        <p:spPr>
          <a:xfrm flipV="1">
            <a:off x="2234408" y="2311400"/>
            <a:ext cx="3599128" cy="445659"/>
          </a:xfrm>
          <a:prstGeom prst="straightConnector1">
            <a:avLst/>
          </a:prstGeom>
          <a:ln w="1905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p:cNvCxnSpPr/>
          <p:nvPr/>
        </p:nvCxnSpPr>
        <p:spPr>
          <a:xfrm>
            <a:off x="2234408" y="2757058"/>
            <a:ext cx="4392170" cy="469357"/>
          </a:xfrm>
          <a:prstGeom prst="straightConnector1">
            <a:avLst/>
          </a:prstGeom>
          <a:ln w="1905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p:cNvCxnSpPr/>
          <p:nvPr/>
        </p:nvCxnSpPr>
        <p:spPr>
          <a:xfrm>
            <a:off x="2234408" y="2757058"/>
            <a:ext cx="3319726" cy="1250936"/>
          </a:xfrm>
          <a:prstGeom prst="straightConnector1">
            <a:avLst/>
          </a:prstGeom>
          <a:ln w="190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4" name="TextBox 33"/>
          <p:cNvSpPr txBox="1"/>
          <p:nvPr/>
        </p:nvSpPr>
        <p:spPr>
          <a:xfrm>
            <a:off x="10112814" y="3056091"/>
            <a:ext cx="1808252" cy="646331"/>
          </a:xfrm>
          <a:prstGeom prst="rect">
            <a:avLst/>
          </a:prstGeom>
          <a:noFill/>
        </p:spPr>
        <p:txBody>
          <a:bodyPr wrap="square" rtlCol="0">
            <a:spAutoFit/>
          </a:bodyPr>
          <a:lstStyle/>
          <a:p>
            <a:pPr algn="ctr"/>
            <a:r>
              <a:rPr lang="en-US" dirty="0"/>
              <a:t>May be either (Usually internal)</a:t>
            </a:r>
          </a:p>
        </p:txBody>
      </p:sp>
      <p:cxnSp>
        <p:nvCxnSpPr>
          <p:cNvPr id="35" name="Straight Arrow Connector 34"/>
          <p:cNvCxnSpPr>
            <a:stCxn id="34" idx="1"/>
          </p:cNvCxnSpPr>
          <p:nvPr/>
        </p:nvCxnSpPr>
        <p:spPr>
          <a:xfrm flipH="1">
            <a:off x="6129338" y="3379257"/>
            <a:ext cx="3983476" cy="1669477"/>
          </a:xfrm>
          <a:prstGeom prst="straightConnector1">
            <a:avLst/>
          </a:prstGeom>
          <a:ln w="1905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p:cNvCxnSpPr>
            <a:stCxn id="34" idx="1"/>
          </p:cNvCxnSpPr>
          <p:nvPr/>
        </p:nvCxnSpPr>
        <p:spPr>
          <a:xfrm flipH="1">
            <a:off x="6694312" y="3379257"/>
            <a:ext cx="3418502" cy="1669367"/>
          </a:xfrm>
          <a:prstGeom prst="straightConnector1">
            <a:avLst/>
          </a:prstGeom>
          <a:ln w="1905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2" name="Straight Arrow Connector 41"/>
          <p:cNvCxnSpPr>
            <a:stCxn id="34" idx="1"/>
          </p:cNvCxnSpPr>
          <p:nvPr/>
        </p:nvCxnSpPr>
        <p:spPr>
          <a:xfrm flipH="1">
            <a:off x="7236178" y="3379257"/>
            <a:ext cx="2876636" cy="1669367"/>
          </a:xfrm>
          <a:prstGeom prst="straightConnector1">
            <a:avLst/>
          </a:prstGeom>
          <a:ln w="190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063" name="TextBox 2062"/>
          <p:cNvSpPr txBox="1"/>
          <p:nvPr/>
        </p:nvSpPr>
        <p:spPr>
          <a:xfrm>
            <a:off x="47718" y="3269935"/>
            <a:ext cx="4366238" cy="1015663"/>
          </a:xfrm>
          <a:prstGeom prst="rect">
            <a:avLst/>
          </a:prstGeom>
          <a:noFill/>
        </p:spPr>
        <p:txBody>
          <a:bodyPr wrap="square" rtlCol="0">
            <a:spAutoFit/>
          </a:bodyPr>
          <a:lstStyle/>
          <a:p>
            <a:r>
              <a:rPr lang="en-US" sz="2000" dirty="0"/>
              <a:t>With CSS – specifically contextual selectors – we can style each different type of link to display differently</a:t>
            </a:r>
          </a:p>
        </p:txBody>
      </p:sp>
    </p:spTree>
    <p:extLst>
      <p:ext uri="{BB962C8B-B14F-4D97-AF65-F5344CB8AC3E}">
        <p14:creationId xmlns:p14="http://schemas.microsoft.com/office/powerpoint/2010/main" val="4535294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500"/>
                                        <p:tgtEl>
                                          <p:spTgt spid="15"/>
                                        </p:tgtEl>
                                      </p:cBhvr>
                                    </p:animEffect>
                                  </p:childTnLst>
                                </p:cTn>
                              </p:par>
                            </p:childTnLst>
                          </p:cTn>
                        </p:par>
                        <p:par>
                          <p:cTn id="8" fill="hold">
                            <p:stCondLst>
                              <p:cond delay="500"/>
                            </p:stCondLst>
                            <p:childTnLst>
                              <p:par>
                                <p:cTn id="9" presetID="22" presetClass="entr" presetSubtype="4" fill="hold" nodeType="afterEffect">
                                  <p:stCondLst>
                                    <p:cond delay="0"/>
                                  </p:stCondLst>
                                  <p:childTnLst>
                                    <p:set>
                                      <p:cBhvr>
                                        <p:cTn id="10" dur="1" fill="hold">
                                          <p:stCondLst>
                                            <p:cond delay="0"/>
                                          </p:stCondLst>
                                        </p:cTn>
                                        <p:tgtEl>
                                          <p:spTgt spid="18"/>
                                        </p:tgtEl>
                                        <p:attrNameLst>
                                          <p:attrName>style.visibility</p:attrName>
                                        </p:attrNameLst>
                                      </p:cBhvr>
                                      <p:to>
                                        <p:strVal val="visible"/>
                                      </p:to>
                                    </p:set>
                                    <p:animEffect transition="in" filter="wipe(down)">
                                      <p:cBhvr>
                                        <p:cTn id="11" dur="500"/>
                                        <p:tgtEl>
                                          <p:spTgt spid="18"/>
                                        </p:tgtEl>
                                      </p:cBhvr>
                                    </p:animEffect>
                                  </p:childTnLst>
                                </p:cTn>
                              </p:par>
                            </p:childTnLst>
                          </p:cTn>
                        </p:par>
                        <p:par>
                          <p:cTn id="12" fill="hold">
                            <p:stCondLst>
                              <p:cond delay="1000"/>
                            </p:stCondLst>
                            <p:childTnLst>
                              <p:par>
                                <p:cTn id="13" presetID="10" presetClass="entr" presetSubtype="0" fill="hold" grpId="0" nodeType="afterEffect">
                                  <p:stCondLst>
                                    <p:cond delay="0"/>
                                  </p:stCondLst>
                                  <p:childTnLst>
                                    <p:set>
                                      <p:cBhvr>
                                        <p:cTn id="14" dur="1" fill="hold">
                                          <p:stCondLst>
                                            <p:cond delay="0"/>
                                          </p:stCondLst>
                                        </p:cTn>
                                        <p:tgtEl>
                                          <p:spTgt spid="16"/>
                                        </p:tgtEl>
                                        <p:attrNameLst>
                                          <p:attrName>style.visibility</p:attrName>
                                        </p:attrNameLst>
                                      </p:cBhvr>
                                      <p:to>
                                        <p:strVal val="visible"/>
                                      </p:to>
                                    </p:set>
                                    <p:animEffect transition="in" filter="fade">
                                      <p:cBhvr>
                                        <p:cTn id="15" dur="500"/>
                                        <p:tgtEl>
                                          <p:spTgt spid="16"/>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20"/>
                                        </p:tgtEl>
                                        <p:attrNameLst>
                                          <p:attrName>style.visibility</p:attrName>
                                        </p:attrNameLst>
                                      </p:cBhvr>
                                      <p:to>
                                        <p:strVal val="visible"/>
                                      </p:to>
                                    </p:set>
                                    <p:animEffect transition="in" filter="fade">
                                      <p:cBhvr>
                                        <p:cTn id="20" dur="500"/>
                                        <p:tgtEl>
                                          <p:spTgt spid="20"/>
                                        </p:tgtEl>
                                      </p:cBhvr>
                                    </p:animEffect>
                                  </p:childTnLst>
                                </p:cTn>
                              </p:par>
                            </p:childTnLst>
                          </p:cTn>
                        </p:par>
                        <p:par>
                          <p:cTn id="21" fill="hold">
                            <p:stCondLst>
                              <p:cond delay="500"/>
                            </p:stCondLst>
                            <p:childTnLst>
                              <p:par>
                                <p:cTn id="22" presetID="22" presetClass="entr" presetSubtype="8" fill="hold" nodeType="afterEffect">
                                  <p:stCondLst>
                                    <p:cond delay="0"/>
                                  </p:stCondLst>
                                  <p:childTnLst>
                                    <p:set>
                                      <p:cBhvr>
                                        <p:cTn id="23" dur="1" fill="hold">
                                          <p:stCondLst>
                                            <p:cond delay="0"/>
                                          </p:stCondLst>
                                        </p:cTn>
                                        <p:tgtEl>
                                          <p:spTgt spid="24"/>
                                        </p:tgtEl>
                                        <p:attrNameLst>
                                          <p:attrName>style.visibility</p:attrName>
                                        </p:attrNameLst>
                                      </p:cBhvr>
                                      <p:to>
                                        <p:strVal val="visible"/>
                                      </p:to>
                                    </p:set>
                                    <p:animEffect transition="in" filter="wipe(left)">
                                      <p:cBhvr>
                                        <p:cTn id="24" dur="500"/>
                                        <p:tgtEl>
                                          <p:spTgt spid="24"/>
                                        </p:tgtEl>
                                      </p:cBhvr>
                                    </p:animEffect>
                                  </p:childTnLst>
                                </p:cTn>
                              </p:par>
                              <p:par>
                                <p:cTn id="25" presetID="22" presetClass="entr" presetSubtype="8" fill="hold" nodeType="with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wipe(left)">
                                      <p:cBhvr>
                                        <p:cTn id="27" dur="500"/>
                                        <p:tgtEl>
                                          <p:spTgt spid="26"/>
                                        </p:tgtEl>
                                      </p:cBhvr>
                                    </p:animEffect>
                                  </p:childTnLst>
                                </p:cTn>
                              </p:par>
                              <p:par>
                                <p:cTn id="28" presetID="22" presetClass="entr" presetSubtype="8" fill="hold" nodeType="withEffect">
                                  <p:stCondLst>
                                    <p:cond delay="0"/>
                                  </p:stCondLst>
                                  <p:childTnLst>
                                    <p:set>
                                      <p:cBhvr>
                                        <p:cTn id="29" dur="1" fill="hold">
                                          <p:stCondLst>
                                            <p:cond delay="0"/>
                                          </p:stCondLst>
                                        </p:cTn>
                                        <p:tgtEl>
                                          <p:spTgt spid="29"/>
                                        </p:tgtEl>
                                        <p:attrNameLst>
                                          <p:attrName>style.visibility</p:attrName>
                                        </p:attrNameLst>
                                      </p:cBhvr>
                                      <p:to>
                                        <p:strVal val="visible"/>
                                      </p:to>
                                    </p:set>
                                    <p:animEffect transition="in" filter="wipe(left)">
                                      <p:cBhvr>
                                        <p:cTn id="30" dur="500"/>
                                        <p:tgtEl>
                                          <p:spTgt spid="29"/>
                                        </p:tgtEl>
                                      </p:cBhvr>
                                    </p:animEffect>
                                  </p:childTnLst>
                                </p:cTn>
                              </p:par>
                            </p:childTnLst>
                          </p:cTn>
                        </p:par>
                        <p:par>
                          <p:cTn id="31" fill="hold">
                            <p:stCondLst>
                              <p:cond delay="1000"/>
                            </p:stCondLst>
                            <p:childTnLst>
                              <p:par>
                                <p:cTn id="32" presetID="10" presetClass="entr" presetSubtype="0" fill="hold" grpId="0" nodeType="afterEffect">
                                  <p:stCondLst>
                                    <p:cond delay="0"/>
                                  </p:stCondLst>
                                  <p:childTnLst>
                                    <p:set>
                                      <p:cBhvr>
                                        <p:cTn id="33" dur="1" fill="hold">
                                          <p:stCondLst>
                                            <p:cond delay="0"/>
                                          </p:stCondLst>
                                        </p:cTn>
                                        <p:tgtEl>
                                          <p:spTgt spid="21"/>
                                        </p:tgtEl>
                                        <p:attrNameLst>
                                          <p:attrName>style.visibility</p:attrName>
                                        </p:attrNameLst>
                                      </p:cBhvr>
                                      <p:to>
                                        <p:strVal val="visible"/>
                                      </p:to>
                                    </p:set>
                                    <p:animEffect transition="in" filter="fade">
                                      <p:cBhvr>
                                        <p:cTn id="34" dur="500"/>
                                        <p:tgtEl>
                                          <p:spTgt spid="21"/>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2"/>
                                        </p:tgtEl>
                                        <p:attrNameLst>
                                          <p:attrName>style.visibility</p:attrName>
                                        </p:attrNameLst>
                                      </p:cBhvr>
                                      <p:to>
                                        <p:strVal val="visible"/>
                                      </p:to>
                                    </p:set>
                                    <p:animEffect transition="in" filter="fade">
                                      <p:cBhvr>
                                        <p:cTn id="37" dur="500"/>
                                        <p:tgtEl>
                                          <p:spTgt spid="22"/>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3"/>
                                        </p:tgtEl>
                                        <p:attrNameLst>
                                          <p:attrName>style.visibility</p:attrName>
                                        </p:attrNameLst>
                                      </p:cBhvr>
                                      <p:to>
                                        <p:strVal val="visible"/>
                                      </p:to>
                                    </p:set>
                                    <p:animEffect transition="in" filter="fade">
                                      <p:cBhvr>
                                        <p:cTn id="40" dur="500"/>
                                        <p:tgtEl>
                                          <p:spTgt spid="23"/>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4"/>
                                        </p:tgtEl>
                                        <p:attrNameLst>
                                          <p:attrName>style.visibility</p:attrName>
                                        </p:attrNameLst>
                                      </p:cBhvr>
                                      <p:to>
                                        <p:strVal val="visible"/>
                                      </p:to>
                                    </p:set>
                                    <p:animEffect transition="in" filter="fade">
                                      <p:cBhvr>
                                        <p:cTn id="45" dur="500"/>
                                        <p:tgtEl>
                                          <p:spTgt spid="34"/>
                                        </p:tgtEl>
                                      </p:cBhvr>
                                    </p:animEffect>
                                  </p:childTnLst>
                                </p:cTn>
                              </p:par>
                            </p:childTnLst>
                          </p:cTn>
                        </p:par>
                        <p:par>
                          <p:cTn id="46" fill="hold">
                            <p:stCondLst>
                              <p:cond delay="500"/>
                            </p:stCondLst>
                            <p:childTnLst>
                              <p:par>
                                <p:cTn id="47" presetID="22" presetClass="entr" presetSubtype="2" fill="hold" nodeType="afterEffect">
                                  <p:stCondLst>
                                    <p:cond delay="0"/>
                                  </p:stCondLst>
                                  <p:childTnLst>
                                    <p:set>
                                      <p:cBhvr>
                                        <p:cTn id="48" dur="1" fill="hold">
                                          <p:stCondLst>
                                            <p:cond delay="0"/>
                                          </p:stCondLst>
                                        </p:cTn>
                                        <p:tgtEl>
                                          <p:spTgt spid="35"/>
                                        </p:tgtEl>
                                        <p:attrNameLst>
                                          <p:attrName>style.visibility</p:attrName>
                                        </p:attrNameLst>
                                      </p:cBhvr>
                                      <p:to>
                                        <p:strVal val="visible"/>
                                      </p:to>
                                    </p:set>
                                    <p:animEffect transition="in" filter="wipe(right)">
                                      <p:cBhvr>
                                        <p:cTn id="49" dur="500"/>
                                        <p:tgtEl>
                                          <p:spTgt spid="35"/>
                                        </p:tgtEl>
                                      </p:cBhvr>
                                    </p:animEffect>
                                  </p:childTnLst>
                                </p:cTn>
                              </p:par>
                              <p:par>
                                <p:cTn id="50" presetID="22" presetClass="entr" presetSubtype="2" fill="hold" nodeType="withEffect">
                                  <p:stCondLst>
                                    <p:cond delay="0"/>
                                  </p:stCondLst>
                                  <p:childTnLst>
                                    <p:set>
                                      <p:cBhvr>
                                        <p:cTn id="51" dur="1" fill="hold">
                                          <p:stCondLst>
                                            <p:cond delay="0"/>
                                          </p:stCondLst>
                                        </p:cTn>
                                        <p:tgtEl>
                                          <p:spTgt spid="38"/>
                                        </p:tgtEl>
                                        <p:attrNameLst>
                                          <p:attrName>style.visibility</p:attrName>
                                        </p:attrNameLst>
                                      </p:cBhvr>
                                      <p:to>
                                        <p:strVal val="visible"/>
                                      </p:to>
                                    </p:set>
                                    <p:animEffect transition="in" filter="wipe(right)">
                                      <p:cBhvr>
                                        <p:cTn id="52" dur="500"/>
                                        <p:tgtEl>
                                          <p:spTgt spid="38"/>
                                        </p:tgtEl>
                                      </p:cBhvr>
                                    </p:animEffect>
                                  </p:childTnLst>
                                </p:cTn>
                              </p:par>
                              <p:par>
                                <p:cTn id="53" presetID="22" presetClass="entr" presetSubtype="2" fill="hold" nodeType="withEffect">
                                  <p:stCondLst>
                                    <p:cond delay="0"/>
                                  </p:stCondLst>
                                  <p:childTnLst>
                                    <p:set>
                                      <p:cBhvr>
                                        <p:cTn id="54" dur="1" fill="hold">
                                          <p:stCondLst>
                                            <p:cond delay="0"/>
                                          </p:stCondLst>
                                        </p:cTn>
                                        <p:tgtEl>
                                          <p:spTgt spid="42"/>
                                        </p:tgtEl>
                                        <p:attrNameLst>
                                          <p:attrName>style.visibility</p:attrName>
                                        </p:attrNameLst>
                                      </p:cBhvr>
                                      <p:to>
                                        <p:strVal val="visible"/>
                                      </p:to>
                                    </p:set>
                                    <p:animEffect transition="in" filter="wipe(right)">
                                      <p:cBhvr>
                                        <p:cTn id="55" dur="500"/>
                                        <p:tgtEl>
                                          <p:spTgt spid="42"/>
                                        </p:tgtEl>
                                      </p:cBhvr>
                                    </p:animEffect>
                                  </p:childTnLst>
                                </p:cTn>
                              </p:par>
                            </p:childTnLst>
                          </p:cTn>
                        </p:par>
                      </p:childTnLst>
                    </p:cTn>
                  </p:par>
                  <p:par>
                    <p:cTn id="56" fill="hold">
                      <p:stCondLst>
                        <p:cond delay="indefinite"/>
                      </p:stCondLst>
                      <p:childTnLst>
                        <p:par>
                          <p:cTn id="57" fill="hold">
                            <p:stCondLst>
                              <p:cond delay="0"/>
                            </p:stCondLst>
                            <p:childTnLst>
                              <p:par>
                                <p:cTn id="58" presetID="10" presetClass="entr" presetSubtype="0" fill="hold" grpId="0" nodeType="clickEffect">
                                  <p:stCondLst>
                                    <p:cond delay="0"/>
                                  </p:stCondLst>
                                  <p:childTnLst>
                                    <p:set>
                                      <p:cBhvr>
                                        <p:cTn id="59" dur="1" fill="hold">
                                          <p:stCondLst>
                                            <p:cond delay="0"/>
                                          </p:stCondLst>
                                        </p:cTn>
                                        <p:tgtEl>
                                          <p:spTgt spid="2063"/>
                                        </p:tgtEl>
                                        <p:attrNameLst>
                                          <p:attrName>style.visibility</p:attrName>
                                        </p:attrNameLst>
                                      </p:cBhvr>
                                      <p:to>
                                        <p:strVal val="visible"/>
                                      </p:to>
                                    </p:set>
                                    <p:animEffect transition="in" filter="fade">
                                      <p:cBhvr>
                                        <p:cTn id="60" dur="500"/>
                                        <p:tgtEl>
                                          <p:spTgt spid="20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6" grpId="0" animBg="1"/>
      <p:bldP spid="20" grpId="0"/>
      <p:bldP spid="21" grpId="0" animBg="1"/>
      <p:bldP spid="22" grpId="0" animBg="1"/>
      <p:bldP spid="23" grpId="0" animBg="1"/>
      <p:bldP spid="34" grpId="0"/>
      <p:bldP spid="2063"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Nav</a:t>
            </a:r>
            <a:endParaRPr lang="en-US" dirty="0"/>
          </a:p>
        </p:txBody>
      </p:sp>
      <p:grpSp>
        <p:nvGrpSpPr>
          <p:cNvPr id="2062" name="Group 2061"/>
          <p:cNvGrpSpPr/>
          <p:nvPr/>
        </p:nvGrpSpPr>
        <p:grpSpPr>
          <a:xfrm>
            <a:off x="4730044" y="0"/>
            <a:ext cx="4944534" cy="5463822"/>
            <a:chOff x="4730044" y="0"/>
            <a:chExt cx="4944534" cy="5463822"/>
          </a:xfrm>
        </p:grpSpPr>
        <p:grpSp>
          <p:nvGrpSpPr>
            <p:cNvPr id="2060" name="Group 2059"/>
            <p:cNvGrpSpPr/>
            <p:nvPr/>
          </p:nvGrpSpPr>
          <p:grpSpPr>
            <a:xfrm>
              <a:off x="4730044" y="0"/>
              <a:ext cx="4944534" cy="5463822"/>
              <a:chOff x="4730044" y="0"/>
              <a:chExt cx="4944534" cy="5463822"/>
            </a:xfrm>
          </p:grpSpPr>
          <p:sp>
            <p:nvSpPr>
              <p:cNvPr id="4" name="Rectangle 3"/>
              <p:cNvSpPr/>
              <p:nvPr/>
            </p:nvSpPr>
            <p:spPr>
              <a:xfrm>
                <a:off x="4730044" y="0"/>
                <a:ext cx="4944534" cy="5463822"/>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p:cNvSpPr/>
              <p:nvPr/>
            </p:nvSpPr>
            <p:spPr>
              <a:xfrm>
                <a:off x="4775200" y="90309"/>
                <a:ext cx="4854222" cy="750711"/>
              </a:xfrm>
              <a:prstGeom prst="rect">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rgbClr val="0070C0"/>
                    </a:solidFill>
                  </a:rPr>
                  <a:t>Header</a:t>
                </a:r>
              </a:p>
            </p:txBody>
          </p:sp>
          <p:sp>
            <p:nvSpPr>
              <p:cNvPr id="6" name="Rectangle 5"/>
              <p:cNvSpPr/>
              <p:nvPr/>
            </p:nvSpPr>
            <p:spPr>
              <a:xfrm>
                <a:off x="4775200" y="913694"/>
                <a:ext cx="4854222" cy="292452"/>
              </a:xfrm>
              <a:prstGeom prst="rect">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p:cNvSpPr/>
              <p:nvPr/>
            </p:nvSpPr>
            <p:spPr>
              <a:xfrm>
                <a:off x="4775200" y="1302190"/>
                <a:ext cx="4854222" cy="3518165"/>
              </a:xfrm>
              <a:prstGeom prst="rect">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400" dirty="0">
                    <a:solidFill>
                      <a:schemeClr val="bg2">
                        <a:lumMod val="25000"/>
                      </a:schemeClr>
                    </a:solidFill>
                  </a:rPr>
                  <a:t>Lorem ipsum dolor sit </a:t>
                </a:r>
                <a:r>
                  <a:rPr lang="en-US" sz="1400" dirty="0" err="1">
                    <a:solidFill>
                      <a:schemeClr val="bg2">
                        <a:lumMod val="25000"/>
                      </a:schemeClr>
                    </a:solidFill>
                  </a:rPr>
                  <a:t>amet</a:t>
                </a:r>
                <a:r>
                  <a:rPr lang="en-US" sz="1400" dirty="0">
                    <a:solidFill>
                      <a:schemeClr val="bg2">
                        <a:lumMod val="25000"/>
                      </a:schemeClr>
                    </a:solidFill>
                  </a:rPr>
                  <a:t>, gravida </a:t>
                </a:r>
                <a:r>
                  <a:rPr lang="en-US" sz="1400" dirty="0" err="1">
                    <a:solidFill>
                      <a:schemeClr val="bg2">
                        <a:lumMod val="25000"/>
                      </a:schemeClr>
                    </a:solidFill>
                  </a:rPr>
                  <a:t>facilisi</a:t>
                </a:r>
                <a:r>
                  <a:rPr lang="en-US" sz="1400" dirty="0">
                    <a:solidFill>
                      <a:schemeClr val="bg2">
                        <a:lumMod val="25000"/>
                      </a:schemeClr>
                    </a:solidFill>
                  </a:rPr>
                  <a:t> </a:t>
                </a:r>
                <a:r>
                  <a:rPr lang="en-US" sz="1400" dirty="0" err="1">
                    <a:solidFill>
                      <a:schemeClr val="bg2">
                        <a:lumMod val="25000"/>
                      </a:schemeClr>
                    </a:solidFill>
                  </a:rPr>
                  <a:t>orci</a:t>
                </a:r>
                <a:r>
                  <a:rPr lang="en-US" sz="1400" dirty="0">
                    <a:solidFill>
                      <a:schemeClr val="bg2">
                        <a:lumMod val="25000"/>
                      </a:schemeClr>
                    </a:solidFill>
                  </a:rPr>
                  <a:t> </a:t>
                </a:r>
                <a:br>
                  <a:rPr lang="en-US" sz="1400" dirty="0">
                    <a:solidFill>
                      <a:schemeClr val="bg2">
                        <a:lumMod val="25000"/>
                      </a:schemeClr>
                    </a:solidFill>
                  </a:rPr>
                </a:br>
                <a:r>
                  <a:rPr lang="en-US" sz="1400" dirty="0" err="1">
                    <a:solidFill>
                      <a:schemeClr val="bg2">
                        <a:lumMod val="25000"/>
                      </a:schemeClr>
                    </a:solidFill>
                  </a:rPr>
                  <a:t>nulla</a:t>
                </a:r>
                <a:r>
                  <a:rPr lang="en-US" sz="1400" dirty="0">
                    <a:solidFill>
                      <a:schemeClr val="bg2">
                        <a:lumMod val="25000"/>
                      </a:schemeClr>
                    </a:solidFill>
                  </a:rPr>
                  <a:t>. </a:t>
                </a:r>
                <a:r>
                  <a:rPr lang="en-US" sz="1400" dirty="0" err="1">
                    <a:solidFill>
                      <a:schemeClr val="bg2">
                        <a:lumMod val="25000"/>
                      </a:schemeClr>
                    </a:solidFill>
                  </a:rPr>
                  <a:t>Erat</a:t>
                </a:r>
                <a:r>
                  <a:rPr lang="en-US" sz="1400" dirty="0">
                    <a:solidFill>
                      <a:schemeClr val="bg2">
                        <a:lumMod val="25000"/>
                      </a:schemeClr>
                    </a:solidFill>
                  </a:rPr>
                  <a:t> dolor, </a:t>
                </a:r>
                <a:r>
                  <a:rPr lang="en-US" sz="1400" dirty="0" err="1">
                    <a:solidFill>
                      <a:schemeClr val="bg2">
                        <a:lumMod val="25000"/>
                      </a:schemeClr>
                    </a:solidFill>
                  </a:rPr>
                  <a:t>sagittis</a:t>
                </a:r>
                <a:r>
                  <a:rPr lang="en-US" sz="1400" dirty="0">
                    <a:solidFill>
                      <a:schemeClr val="bg2">
                        <a:lumMod val="25000"/>
                      </a:schemeClr>
                    </a:solidFill>
                  </a:rPr>
                  <a:t> </a:t>
                </a:r>
                <a:r>
                  <a:rPr lang="en-US" sz="1400" dirty="0" err="1">
                    <a:solidFill>
                      <a:schemeClr val="bg2">
                        <a:lumMod val="25000"/>
                      </a:schemeClr>
                    </a:solidFill>
                  </a:rPr>
                  <a:t>blandit</a:t>
                </a:r>
                <a:r>
                  <a:rPr lang="en-US" sz="1400" dirty="0">
                    <a:solidFill>
                      <a:schemeClr val="bg2">
                        <a:lumMod val="25000"/>
                      </a:schemeClr>
                    </a:solidFill>
                  </a:rPr>
                  <a:t>, </a:t>
                </a:r>
                <a:r>
                  <a:rPr lang="en-US" sz="1400" dirty="0" err="1">
                    <a:solidFill>
                      <a:schemeClr val="bg2">
                        <a:lumMod val="25000"/>
                      </a:schemeClr>
                    </a:solidFill>
                  </a:rPr>
                  <a:t>maecenas</a:t>
                </a:r>
                <a:r>
                  <a:rPr lang="en-US" sz="1400" dirty="0">
                    <a:solidFill>
                      <a:schemeClr val="bg2">
                        <a:lumMod val="25000"/>
                      </a:schemeClr>
                    </a:solidFill>
                  </a:rPr>
                  <a:t> </a:t>
                </a:r>
                <a:r>
                  <a:rPr lang="en-US" sz="1400" dirty="0" err="1">
                    <a:solidFill>
                      <a:schemeClr val="bg2">
                        <a:lumMod val="25000"/>
                      </a:schemeClr>
                    </a:solidFill>
                  </a:rPr>
                  <a:t>quis</a:t>
                </a:r>
                <a:r>
                  <a:rPr lang="en-US" sz="1400" dirty="0">
                    <a:solidFill>
                      <a:schemeClr val="bg2">
                        <a:lumMod val="25000"/>
                      </a:schemeClr>
                    </a:solidFill>
                  </a:rPr>
                  <a:t> </a:t>
                </a:r>
                <a:br>
                  <a:rPr lang="en-US" sz="1400" dirty="0">
                    <a:solidFill>
                      <a:schemeClr val="bg2">
                        <a:lumMod val="25000"/>
                      </a:schemeClr>
                    </a:solidFill>
                  </a:rPr>
                </a:br>
                <a:r>
                  <a:rPr lang="en-US" sz="1400" dirty="0">
                    <a:solidFill>
                      <a:schemeClr val="bg2">
                        <a:lumMod val="25000"/>
                      </a:schemeClr>
                    </a:solidFill>
                  </a:rPr>
                  <a:t>mi </a:t>
                </a:r>
                <a:r>
                  <a:rPr lang="en-US" sz="1400" dirty="0" err="1">
                    <a:solidFill>
                      <a:schemeClr val="bg2">
                        <a:lumMod val="25000"/>
                      </a:schemeClr>
                    </a:solidFill>
                  </a:rPr>
                  <a:t>suscipit</a:t>
                </a:r>
                <a:r>
                  <a:rPr lang="en-US" sz="1400" dirty="0">
                    <a:solidFill>
                      <a:schemeClr val="bg2">
                        <a:lumMod val="25000"/>
                      </a:schemeClr>
                    </a:solidFill>
                  </a:rPr>
                  <a:t>, </a:t>
                </a:r>
                <a:r>
                  <a:rPr lang="en-US" sz="1400" dirty="0" err="1">
                    <a:solidFill>
                      <a:schemeClr val="bg2">
                        <a:lumMod val="25000"/>
                      </a:schemeClr>
                    </a:solidFill>
                  </a:rPr>
                  <a:t>risus</a:t>
                </a:r>
                <a:r>
                  <a:rPr lang="en-US" sz="1400" dirty="0">
                    <a:solidFill>
                      <a:schemeClr val="bg2">
                        <a:lumMod val="25000"/>
                      </a:schemeClr>
                    </a:solidFill>
                  </a:rPr>
                  <a:t> </a:t>
                </a:r>
                <a:r>
                  <a:rPr lang="en-US" sz="1400" dirty="0" err="1">
                    <a:solidFill>
                      <a:schemeClr val="bg2">
                        <a:lumMod val="25000"/>
                      </a:schemeClr>
                    </a:solidFill>
                  </a:rPr>
                  <a:t>enim</a:t>
                </a:r>
                <a:r>
                  <a:rPr lang="en-US" sz="1400" dirty="0">
                    <a:solidFill>
                      <a:schemeClr val="bg2">
                        <a:lumMod val="25000"/>
                      </a:schemeClr>
                    </a:solidFill>
                  </a:rPr>
                  <a:t> </a:t>
                </a:r>
                <a:r>
                  <a:rPr lang="en-US" sz="1400" dirty="0" err="1">
                    <a:solidFill>
                      <a:schemeClr val="bg2">
                        <a:lumMod val="25000"/>
                      </a:schemeClr>
                    </a:solidFill>
                  </a:rPr>
                  <a:t>tincidunt</a:t>
                </a:r>
                <a:r>
                  <a:rPr lang="en-US" sz="1400" dirty="0">
                    <a:solidFill>
                      <a:schemeClr val="bg2">
                        <a:lumMod val="25000"/>
                      </a:schemeClr>
                    </a:solidFill>
                  </a:rPr>
                  <a:t> </a:t>
                </a:r>
                <a:r>
                  <a:rPr lang="en-US" sz="1400" dirty="0" err="1">
                    <a:solidFill>
                      <a:schemeClr val="bg2">
                        <a:lumMod val="25000"/>
                      </a:schemeClr>
                    </a:solidFill>
                  </a:rPr>
                  <a:t>erat</a:t>
                </a:r>
                <a:r>
                  <a:rPr lang="en-US" sz="1400" dirty="0">
                    <a:solidFill>
                      <a:schemeClr val="bg2">
                        <a:lumMod val="25000"/>
                      </a:schemeClr>
                    </a:solidFill>
                  </a:rPr>
                  <a:t>. </a:t>
                </a:r>
                <a:r>
                  <a:rPr lang="en-US" sz="1400" dirty="0" err="1">
                    <a:solidFill>
                      <a:schemeClr val="bg2">
                        <a:lumMod val="25000"/>
                      </a:schemeClr>
                    </a:solidFill>
                  </a:rPr>
                  <a:t>Eu</a:t>
                </a:r>
                <a:r>
                  <a:rPr lang="en-US" sz="1400" dirty="0">
                    <a:solidFill>
                      <a:schemeClr val="bg2">
                        <a:lumMod val="25000"/>
                      </a:schemeClr>
                    </a:solidFill>
                  </a:rPr>
                  <a:t> </a:t>
                </a:r>
                <a:r>
                  <a:rPr lang="en-US" sz="1400" dirty="0" err="1">
                    <a:solidFill>
                      <a:schemeClr val="bg2">
                        <a:lumMod val="25000"/>
                      </a:schemeClr>
                    </a:solidFill>
                  </a:rPr>
                  <a:t>justo</a:t>
                </a:r>
                <a:r>
                  <a:rPr lang="en-US" sz="1400" dirty="0">
                    <a:solidFill>
                      <a:schemeClr val="bg2">
                        <a:lumMod val="25000"/>
                      </a:schemeClr>
                    </a:solidFill>
                  </a:rPr>
                  <a:t>, </a:t>
                </a:r>
                <a:br>
                  <a:rPr lang="en-US" sz="1400" dirty="0">
                    <a:solidFill>
                      <a:schemeClr val="bg2">
                        <a:lumMod val="25000"/>
                      </a:schemeClr>
                    </a:solidFill>
                  </a:rPr>
                </a:br>
                <a:r>
                  <a:rPr lang="en-US" sz="1400" dirty="0" err="1">
                    <a:solidFill>
                      <a:schemeClr val="bg2">
                        <a:lumMod val="25000"/>
                      </a:schemeClr>
                    </a:solidFill>
                  </a:rPr>
                  <a:t>senectus</a:t>
                </a:r>
                <a:r>
                  <a:rPr lang="en-US" sz="1400" dirty="0">
                    <a:solidFill>
                      <a:schemeClr val="bg2">
                        <a:lumMod val="25000"/>
                      </a:schemeClr>
                    </a:solidFill>
                  </a:rPr>
                  <a:t> </a:t>
                </a:r>
                <a:r>
                  <a:rPr lang="en-US" sz="1400" dirty="0" err="1">
                    <a:solidFill>
                      <a:schemeClr val="bg2">
                        <a:lumMod val="25000"/>
                      </a:schemeClr>
                    </a:solidFill>
                  </a:rPr>
                  <a:t>ut</a:t>
                </a:r>
                <a:r>
                  <a:rPr lang="en-US" sz="1400" dirty="0">
                    <a:solidFill>
                      <a:schemeClr val="bg2">
                        <a:lumMod val="25000"/>
                      </a:schemeClr>
                    </a:solidFill>
                  </a:rPr>
                  <a:t> </a:t>
                </a:r>
                <a:r>
                  <a:rPr lang="en-US" sz="1400" dirty="0" err="1">
                    <a:solidFill>
                      <a:schemeClr val="bg2">
                        <a:lumMod val="25000"/>
                      </a:schemeClr>
                    </a:solidFill>
                  </a:rPr>
                  <a:t>mattis</a:t>
                </a:r>
                <a:r>
                  <a:rPr lang="en-US" sz="1400" dirty="0">
                    <a:solidFill>
                      <a:schemeClr val="bg2">
                        <a:lumMod val="25000"/>
                      </a:schemeClr>
                    </a:solidFill>
                  </a:rPr>
                  <a:t> </a:t>
                </a:r>
                <a:r>
                  <a:rPr lang="en-US" sz="1400" dirty="0" err="1">
                    <a:solidFill>
                      <a:schemeClr val="bg2">
                        <a:lumMod val="25000"/>
                      </a:schemeClr>
                    </a:solidFill>
                  </a:rPr>
                  <a:t>laoreet</a:t>
                </a:r>
                <a:r>
                  <a:rPr lang="en-US" sz="1400" dirty="0">
                    <a:solidFill>
                      <a:schemeClr val="bg2">
                        <a:lumMod val="25000"/>
                      </a:schemeClr>
                    </a:solidFill>
                  </a:rPr>
                  <a:t> et. </a:t>
                </a:r>
                <a:r>
                  <a:rPr lang="en-US" sz="1400" dirty="0" err="1">
                    <a:solidFill>
                      <a:schemeClr val="bg2">
                        <a:lumMod val="25000"/>
                      </a:schemeClr>
                    </a:solidFill>
                  </a:rPr>
                  <a:t>Nec</a:t>
                </a:r>
                <a:r>
                  <a:rPr lang="en-US" sz="1400" dirty="0">
                    <a:solidFill>
                      <a:schemeClr val="bg2">
                        <a:lumMod val="25000"/>
                      </a:schemeClr>
                    </a:solidFill>
                  </a:rPr>
                  <a:t> </a:t>
                </a:r>
                <a:r>
                  <a:rPr lang="en-US" sz="1400" dirty="0" err="1">
                    <a:solidFill>
                      <a:schemeClr val="bg2">
                        <a:lumMod val="25000"/>
                      </a:schemeClr>
                    </a:solidFill>
                  </a:rPr>
                  <a:t>ultricies</a:t>
                </a:r>
                <a:r>
                  <a:rPr lang="en-US" sz="1400" dirty="0">
                    <a:solidFill>
                      <a:schemeClr val="bg2">
                        <a:lumMod val="25000"/>
                      </a:schemeClr>
                    </a:solidFill>
                  </a:rPr>
                  <a:t> </a:t>
                </a:r>
                <a:br>
                  <a:rPr lang="en-US" sz="1400" dirty="0">
                    <a:solidFill>
                      <a:schemeClr val="bg2">
                        <a:lumMod val="25000"/>
                      </a:schemeClr>
                    </a:solidFill>
                  </a:rPr>
                </a:br>
                <a:r>
                  <a:rPr lang="en-US" sz="1400" dirty="0" err="1">
                    <a:solidFill>
                      <a:schemeClr val="bg2">
                        <a:lumMod val="25000"/>
                      </a:schemeClr>
                    </a:solidFill>
                  </a:rPr>
                  <a:t>ultrices</a:t>
                </a:r>
                <a:r>
                  <a:rPr lang="en-US" sz="1400" dirty="0">
                    <a:solidFill>
                      <a:schemeClr val="bg2">
                        <a:lumMod val="25000"/>
                      </a:schemeClr>
                    </a:solidFill>
                  </a:rPr>
                  <a:t> </a:t>
                </a:r>
                <a:r>
                  <a:rPr lang="en-US" sz="1400" dirty="0" err="1">
                    <a:solidFill>
                      <a:schemeClr val="bg2">
                        <a:lumMod val="25000"/>
                      </a:schemeClr>
                    </a:solidFill>
                  </a:rPr>
                  <a:t>iaculis</a:t>
                </a:r>
                <a:r>
                  <a:rPr lang="en-US" sz="1400" dirty="0">
                    <a:solidFill>
                      <a:schemeClr val="bg2">
                        <a:lumMod val="25000"/>
                      </a:schemeClr>
                    </a:solidFill>
                  </a:rPr>
                  <a:t> </a:t>
                </a:r>
                <a:r>
                  <a:rPr lang="en-US" sz="1400" dirty="0">
                    <a:solidFill>
                      <a:srgbClr val="0070C0"/>
                    </a:solidFill>
                  </a:rPr>
                  <a:t>non </a:t>
                </a:r>
                <a:r>
                  <a:rPr lang="en-US" sz="1400" dirty="0" err="1">
                    <a:solidFill>
                      <a:srgbClr val="0070C0"/>
                    </a:solidFill>
                  </a:rPr>
                  <a:t>asperiores</a:t>
                </a:r>
                <a:r>
                  <a:rPr lang="en-US" sz="1400" dirty="0">
                    <a:solidFill>
                      <a:srgbClr val="0070C0"/>
                    </a:solidFill>
                  </a:rPr>
                  <a:t> </a:t>
                </a:r>
                <a:r>
                  <a:rPr lang="en-US" sz="1400" dirty="0" err="1">
                    <a:solidFill>
                      <a:schemeClr val="bg2">
                        <a:lumMod val="25000"/>
                      </a:schemeClr>
                    </a:solidFill>
                  </a:rPr>
                  <a:t>urna</a:t>
                </a:r>
                <a:r>
                  <a:rPr lang="en-US" sz="1400" dirty="0">
                    <a:solidFill>
                      <a:schemeClr val="bg2">
                        <a:lumMod val="25000"/>
                      </a:schemeClr>
                    </a:solidFill>
                  </a:rPr>
                  <a:t>, </a:t>
                </a:r>
                <a:r>
                  <a:rPr lang="en-US" sz="1400" dirty="0" err="1">
                    <a:solidFill>
                      <a:schemeClr val="bg2">
                        <a:lumMod val="25000"/>
                      </a:schemeClr>
                    </a:solidFill>
                  </a:rPr>
                  <a:t>nec</a:t>
                </a:r>
                <a:r>
                  <a:rPr lang="en-US" sz="1400" dirty="0">
                    <a:solidFill>
                      <a:schemeClr val="bg2">
                        <a:lumMod val="25000"/>
                      </a:schemeClr>
                    </a:solidFill>
                  </a:rPr>
                  <a:t> </a:t>
                </a:r>
                <a:r>
                  <a:rPr lang="en-US" sz="1400" dirty="0" err="1">
                    <a:solidFill>
                      <a:schemeClr val="bg2">
                        <a:lumMod val="25000"/>
                      </a:schemeClr>
                    </a:solidFill>
                  </a:rPr>
                  <a:t>ut</a:t>
                </a:r>
                <a:r>
                  <a:rPr lang="en-US" sz="1400" dirty="0">
                    <a:solidFill>
                      <a:schemeClr val="bg2">
                        <a:lumMod val="25000"/>
                      </a:schemeClr>
                    </a:solidFill>
                  </a:rPr>
                  <a:t> dolor </a:t>
                </a:r>
                <a:br>
                  <a:rPr lang="en-US" sz="1400" dirty="0">
                    <a:solidFill>
                      <a:schemeClr val="bg2">
                        <a:lumMod val="25000"/>
                      </a:schemeClr>
                    </a:solidFill>
                  </a:rPr>
                </a:br>
                <a:r>
                  <a:rPr lang="en-US" sz="1400" dirty="0" err="1">
                    <a:solidFill>
                      <a:schemeClr val="bg2">
                        <a:lumMod val="25000"/>
                      </a:schemeClr>
                    </a:solidFill>
                  </a:rPr>
                  <a:t>dignissim</a:t>
                </a:r>
                <a:r>
                  <a:rPr lang="en-US" sz="1400" dirty="0">
                    <a:solidFill>
                      <a:schemeClr val="bg2">
                        <a:lumMod val="25000"/>
                      </a:schemeClr>
                    </a:solidFill>
                  </a:rPr>
                  <a:t>, </a:t>
                </a:r>
                <a:r>
                  <a:rPr lang="en-US" sz="1400" dirty="0" err="1">
                    <a:solidFill>
                      <a:schemeClr val="bg2">
                        <a:lumMod val="25000"/>
                      </a:schemeClr>
                    </a:solidFill>
                  </a:rPr>
                  <a:t>sodales</a:t>
                </a:r>
                <a:r>
                  <a:rPr lang="en-US" sz="1400" dirty="0">
                    <a:solidFill>
                      <a:schemeClr val="bg2">
                        <a:lumMod val="25000"/>
                      </a:schemeClr>
                    </a:solidFill>
                  </a:rPr>
                  <a:t> </a:t>
                </a:r>
                <a:r>
                  <a:rPr lang="en-US" sz="1400" dirty="0" err="1">
                    <a:solidFill>
                      <a:schemeClr val="bg2">
                        <a:lumMod val="25000"/>
                      </a:schemeClr>
                    </a:solidFill>
                  </a:rPr>
                  <a:t>purus</a:t>
                </a:r>
                <a:r>
                  <a:rPr lang="en-US" sz="1400" dirty="0">
                    <a:solidFill>
                      <a:schemeClr val="bg2">
                        <a:lumMod val="25000"/>
                      </a:schemeClr>
                    </a:solidFill>
                  </a:rPr>
                  <a:t> </a:t>
                </a:r>
                <a:r>
                  <a:rPr lang="en-US" sz="1400" dirty="0" err="1">
                    <a:solidFill>
                      <a:schemeClr val="bg2">
                        <a:lumMod val="25000"/>
                      </a:schemeClr>
                    </a:solidFill>
                  </a:rPr>
                  <a:t>pretium</a:t>
                </a:r>
                <a:r>
                  <a:rPr lang="en-US" sz="1400" dirty="0">
                    <a:solidFill>
                      <a:schemeClr val="bg2">
                        <a:lumMod val="25000"/>
                      </a:schemeClr>
                    </a:solidFill>
                  </a:rPr>
                  <a:t> </a:t>
                </a:r>
                <a:r>
                  <a:rPr lang="en-US" sz="1400" dirty="0" err="1">
                    <a:solidFill>
                      <a:schemeClr val="bg2">
                        <a:lumMod val="25000"/>
                      </a:schemeClr>
                    </a:solidFill>
                  </a:rPr>
                  <a:t>eget</a:t>
                </a:r>
                <a:r>
                  <a:rPr lang="en-US" sz="1400" dirty="0">
                    <a:solidFill>
                      <a:schemeClr val="bg2">
                        <a:lumMod val="25000"/>
                      </a:schemeClr>
                    </a:solidFill>
                  </a:rPr>
                  <a:t>, </a:t>
                </a:r>
                <a:r>
                  <a:rPr lang="en-US" sz="1400" dirty="0" err="1">
                    <a:solidFill>
                      <a:schemeClr val="bg2">
                        <a:lumMod val="25000"/>
                      </a:schemeClr>
                    </a:solidFill>
                  </a:rPr>
                  <a:t>wisi</a:t>
                </a:r>
                <a:r>
                  <a:rPr lang="en-US" sz="1400" dirty="0">
                    <a:solidFill>
                      <a:schemeClr val="bg2">
                        <a:lumMod val="25000"/>
                      </a:schemeClr>
                    </a:solidFill>
                  </a:rPr>
                  <a:t> </a:t>
                </a:r>
                <a:br>
                  <a:rPr lang="en-US" sz="1400" dirty="0">
                    <a:solidFill>
                      <a:schemeClr val="bg2">
                        <a:lumMod val="25000"/>
                      </a:schemeClr>
                    </a:solidFill>
                  </a:rPr>
                </a:br>
                <a:r>
                  <a:rPr lang="en-US" sz="1400" dirty="0">
                    <a:solidFill>
                      <a:schemeClr val="bg2">
                        <a:lumMod val="25000"/>
                      </a:schemeClr>
                    </a:solidFill>
                  </a:rPr>
                  <a:t>integer </a:t>
                </a:r>
                <a:r>
                  <a:rPr lang="en-US" sz="1400" dirty="0" err="1">
                    <a:solidFill>
                      <a:schemeClr val="bg2">
                        <a:lumMod val="25000"/>
                      </a:schemeClr>
                    </a:solidFill>
                  </a:rPr>
                  <a:t>molestie</a:t>
                </a:r>
                <a:r>
                  <a:rPr lang="en-US" sz="1400" dirty="0">
                    <a:solidFill>
                      <a:schemeClr val="bg2">
                        <a:lumMod val="25000"/>
                      </a:schemeClr>
                    </a:solidFill>
                  </a:rPr>
                  <a:t> </a:t>
                </a:r>
                <a:r>
                  <a:rPr lang="en-US" sz="1400" dirty="0" err="1">
                    <a:solidFill>
                      <a:schemeClr val="bg2">
                        <a:lumMod val="25000"/>
                      </a:schemeClr>
                    </a:solidFill>
                  </a:rPr>
                  <a:t>arcu</a:t>
                </a:r>
                <a:r>
                  <a:rPr lang="en-US" sz="1400" dirty="0">
                    <a:solidFill>
                      <a:schemeClr val="bg2">
                        <a:lumMod val="25000"/>
                      </a:schemeClr>
                    </a:solidFill>
                  </a:rPr>
                  <a:t> </a:t>
                </a:r>
                <a:r>
                  <a:rPr lang="en-US" sz="1400" dirty="0" err="1">
                    <a:solidFill>
                      <a:schemeClr val="bg2">
                        <a:lumMod val="25000"/>
                      </a:schemeClr>
                    </a:solidFill>
                  </a:rPr>
                  <a:t>platea</a:t>
                </a:r>
                <a:r>
                  <a:rPr lang="en-US" sz="1400" dirty="0">
                    <a:solidFill>
                      <a:schemeClr val="bg2">
                        <a:lumMod val="25000"/>
                      </a:schemeClr>
                    </a:solidFill>
                  </a:rPr>
                  <a:t>, </a:t>
                </a:r>
                <a:r>
                  <a:rPr lang="en-US" sz="1400" dirty="0" err="1">
                    <a:solidFill>
                      <a:schemeClr val="bg2">
                        <a:lumMod val="25000"/>
                      </a:schemeClr>
                    </a:solidFill>
                  </a:rPr>
                  <a:t>urna</a:t>
                </a:r>
                <a:r>
                  <a:rPr lang="en-US" sz="1400" dirty="0">
                    <a:solidFill>
                      <a:schemeClr val="bg2">
                        <a:lumMod val="25000"/>
                      </a:schemeClr>
                    </a:solidFill>
                  </a:rPr>
                  <a:t> </a:t>
                </a:r>
                <a:r>
                  <a:rPr lang="en-US" sz="1400" dirty="0" err="1">
                    <a:solidFill>
                      <a:schemeClr val="bg2">
                        <a:lumMod val="25000"/>
                      </a:schemeClr>
                    </a:solidFill>
                  </a:rPr>
                  <a:t>ut</a:t>
                </a:r>
                <a:r>
                  <a:rPr lang="en-US" sz="1400" dirty="0">
                    <a:solidFill>
                      <a:schemeClr val="bg2">
                        <a:lumMod val="25000"/>
                      </a:schemeClr>
                    </a:solidFill>
                  </a:rPr>
                  <a:t> in ipsum </a:t>
                </a:r>
                <a:br>
                  <a:rPr lang="en-US" sz="1400" dirty="0">
                    <a:solidFill>
                      <a:schemeClr val="bg2">
                        <a:lumMod val="25000"/>
                      </a:schemeClr>
                    </a:solidFill>
                  </a:rPr>
                </a:br>
                <a:r>
                  <a:rPr lang="en-US" sz="1400" dirty="0" err="1">
                    <a:solidFill>
                      <a:schemeClr val="bg2">
                        <a:lumMod val="25000"/>
                      </a:schemeClr>
                    </a:solidFill>
                  </a:rPr>
                  <a:t>laoreet</a:t>
                </a:r>
                <a:r>
                  <a:rPr lang="en-US" sz="1400" dirty="0">
                    <a:solidFill>
                      <a:schemeClr val="bg2">
                        <a:lumMod val="25000"/>
                      </a:schemeClr>
                    </a:solidFill>
                  </a:rPr>
                  <a:t>. </a:t>
                </a:r>
                <a:r>
                  <a:rPr lang="en-US" sz="1400" dirty="0" err="1">
                    <a:solidFill>
                      <a:schemeClr val="bg2">
                        <a:lumMod val="25000"/>
                      </a:schemeClr>
                    </a:solidFill>
                  </a:rPr>
                  <a:t>Aenean</a:t>
                </a:r>
                <a:r>
                  <a:rPr lang="en-US" sz="1400" dirty="0">
                    <a:solidFill>
                      <a:schemeClr val="bg2">
                        <a:lumMod val="25000"/>
                      </a:schemeClr>
                    </a:solidFill>
                  </a:rPr>
                  <a:t> </a:t>
                </a:r>
                <a:r>
                  <a:rPr lang="en-US" sz="1400" dirty="0" err="1">
                    <a:solidFill>
                      <a:schemeClr val="bg2">
                        <a:lumMod val="25000"/>
                      </a:schemeClr>
                    </a:solidFill>
                  </a:rPr>
                  <a:t>fusce</a:t>
                </a:r>
                <a:r>
                  <a:rPr lang="en-US" sz="1400" dirty="0">
                    <a:solidFill>
                      <a:schemeClr val="bg2">
                        <a:lumMod val="25000"/>
                      </a:schemeClr>
                    </a:solidFill>
                  </a:rPr>
                  <a:t> </a:t>
                </a:r>
                <a:r>
                  <a:rPr lang="en-US" sz="1400" dirty="0" err="1">
                    <a:solidFill>
                      <a:schemeClr val="bg2">
                        <a:lumMod val="25000"/>
                      </a:schemeClr>
                    </a:solidFill>
                  </a:rPr>
                  <a:t>donec</a:t>
                </a:r>
                <a:r>
                  <a:rPr lang="en-US" sz="1400" dirty="0">
                    <a:solidFill>
                      <a:schemeClr val="bg2">
                        <a:lumMod val="25000"/>
                      </a:schemeClr>
                    </a:solidFill>
                  </a:rPr>
                  <a:t>, </a:t>
                </a:r>
                <a:r>
                  <a:rPr lang="en-US" sz="1400" dirty="0" err="1">
                    <a:solidFill>
                      <a:schemeClr val="bg2">
                        <a:lumMod val="25000"/>
                      </a:schemeClr>
                    </a:solidFill>
                  </a:rPr>
                  <a:t>arcu</a:t>
                </a:r>
                <a:r>
                  <a:rPr lang="en-US" sz="1400" dirty="0">
                    <a:solidFill>
                      <a:schemeClr val="bg2">
                        <a:lumMod val="25000"/>
                      </a:schemeClr>
                    </a:solidFill>
                  </a:rPr>
                  <a:t> </a:t>
                </a:r>
                <a:r>
                  <a:rPr lang="en-US" sz="1400" dirty="0" err="1">
                    <a:solidFill>
                      <a:schemeClr val="bg2">
                        <a:lumMod val="25000"/>
                      </a:schemeClr>
                    </a:solidFill>
                  </a:rPr>
                  <a:t>elit</a:t>
                </a:r>
                <a:r>
                  <a:rPr lang="en-US" sz="1400" dirty="0">
                    <a:solidFill>
                      <a:schemeClr val="bg2">
                        <a:lumMod val="25000"/>
                      </a:schemeClr>
                    </a:solidFill>
                  </a:rPr>
                  <a:t>, </a:t>
                </a:r>
                <a:r>
                  <a:rPr lang="en-US" sz="1400" dirty="0" err="1">
                    <a:solidFill>
                      <a:schemeClr val="bg2">
                        <a:lumMod val="25000"/>
                      </a:schemeClr>
                    </a:solidFill>
                  </a:rPr>
                  <a:t>placerat</a:t>
                </a:r>
                <a:r>
                  <a:rPr lang="en-US" sz="1400" dirty="0">
                    <a:solidFill>
                      <a:schemeClr val="bg2">
                        <a:lumMod val="25000"/>
                      </a:schemeClr>
                    </a:solidFill>
                  </a:rPr>
                  <a:t> </a:t>
                </a:r>
                <a:r>
                  <a:rPr lang="en-US" sz="1400" dirty="0" err="1">
                    <a:solidFill>
                      <a:schemeClr val="bg2">
                        <a:lumMod val="25000"/>
                      </a:schemeClr>
                    </a:solidFill>
                  </a:rPr>
                  <a:t>arcu</a:t>
                </a:r>
                <a:r>
                  <a:rPr lang="en-US" sz="1400" dirty="0">
                    <a:solidFill>
                      <a:schemeClr val="bg2">
                        <a:lumMod val="25000"/>
                      </a:schemeClr>
                    </a:solidFill>
                  </a:rPr>
                  <a:t> </a:t>
                </a:r>
                <a:r>
                  <a:rPr lang="en-US" sz="1400" dirty="0" err="1">
                    <a:solidFill>
                      <a:schemeClr val="bg2">
                        <a:lumMod val="25000"/>
                      </a:schemeClr>
                    </a:solidFill>
                  </a:rPr>
                  <a:t>laoreet</a:t>
                </a:r>
                <a:r>
                  <a:rPr lang="en-US" sz="1400" dirty="0">
                    <a:solidFill>
                      <a:schemeClr val="bg2">
                        <a:lumMod val="25000"/>
                      </a:schemeClr>
                    </a:solidFill>
                  </a:rPr>
                  <a:t>.</a:t>
                </a:r>
                <a:br>
                  <a:rPr lang="en-US" sz="1400" dirty="0">
                    <a:solidFill>
                      <a:schemeClr val="bg2">
                        <a:lumMod val="25000"/>
                      </a:schemeClr>
                    </a:solidFill>
                  </a:rPr>
                </a:br>
                <a:endParaRPr lang="en-US" sz="1400" dirty="0">
                  <a:solidFill>
                    <a:schemeClr val="bg2">
                      <a:lumMod val="25000"/>
                    </a:schemeClr>
                  </a:solidFill>
                </a:endParaRPr>
              </a:p>
              <a:p>
                <a:r>
                  <a:rPr lang="en-US" sz="1400" dirty="0" err="1">
                    <a:solidFill>
                      <a:schemeClr val="bg2">
                        <a:lumMod val="25000"/>
                      </a:schemeClr>
                    </a:solidFill>
                  </a:rPr>
                  <a:t>Nibh</a:t>
                </a:r>
                <a:r>
                  <a:rPr lang="en-US" sz="1400" dirty="0">
                    <a:solidFill>
                      <a:schemeClr val="bg2">
                        <a:lumMod val="25000"/>
                      </a:schemeClr>
                    </a:solidFill>
                  </a:rPr>
                  <a:t> </a:t>
                </a:r>
                <a:r>
                  <a:rPr lang="en-US" sz="1400" dirty="0" err="1">
                    <a:solidFill>
                      <a:schemeClr val="bg2">
                        <a:lumMod val="25000"/>
                      </a:schemeClr>
                    </a:solidFill>
                  </a:rPr>
                  <a:t>leo</a:t>
                </a:r>
                <a:r>
                  <a:rPr lang="en-US" sz="1400" dirty="0">
                    <a:solidFill>
                      <a:schemeClr val="bg2">
                        <a:lumMod val="25000"/>
                      </a:schemeClr>
                    </a:solidFill>
                  </a:rPr>
                  <a:t> sit dui </a:t>
                </a:r>
                <a:r>
                  <a:rPr lang="en-US" sz="1400" dirty="0" err="1">
                    <a:solidFill>
                      <a:schemeClr val="bg2">
                        <a:lumMod val="25000"/>
                      </a:schemeClr>
                    </a:solidFill>
                  </a:rPr>
                  <a:t>nonummy</a:t>
                </a:r>
                <a:r>
                  <a:rPr lang="en-US" sz="1400" dirty="0">
                    <a:solidFill>
                      <a:schemeClr val="bg2">
                        <a:lumMod val="25000"/>
                      </a:schemeClr>
                    </a:solidFill>
                  </a:rPr>
                  <a:t> </a:t>
                </a:r>
                <a:r>
                  <a:rPr lang="en-US" sz="1400" u="sng" dirty="0">
                    <a:solidFill>
                      <a:srgbClr val="0070C0"/>
                    </a:solidFill>
                  </a:rPr>
                  <a:t>lorem</a:t>
                </a:r>
                <a:r>
                  <a:rPr lang="en-US" sz="1400" dirty="0">
                    <a:solidFill>
                      <a:schemeClr val="bg2">
                        <a:lumMod val="25000"/>
                      </a:schemeClr>
                    </a:solidFill>
                  </a:rPr>
                  <a:t> </a:t>
                </a:r>
                <a:r>
                  <a:rPr lang="en-US" sz="1400" dirty="0" err="1">
                    <a:solidFill>
                      <a:schemeClr val="bg2">
                        <a:lumMod val="25000"/>
                      </a:schemeClr>
                    </a:solidFill>
                  </a:rPr>
                  <a:t>augue</a:t>
                </a:r>
                <a:r>
                  <a:rPr lang="en-US" sz="1400" dirty="0">
                    <a:solidFill>
                      <a:schemeClr val="bg2">
                        <a:lumMod val="25000"/>
                      </a:schemeClr>
                    </a:solidFill>
                  </a:rPr>
                  <a:t>, </a:t>
                </a:r>
                <a:r>
                  <a:rPr lang="en-US" sz="1400" dirty="0" err="1">
                    <a:solidFill>
                      <a:schemeClr val="bg2">
                        <a:lumMod val="25000"/>
                      </a:schemeClr>
                    </a:solidFill>
                  </a:rPr>
                  <a:t>purus</a:t>
                </a:r>
                <a:r>
                  <a:rPr lang="en-US" sz="1400" dirty="0">
                    <a:solidFill>
                      <a:schemeClr val="bg2">
                        <a:lumMod val="25000"/>
                      </a:schemeClr>
                    </a:solidFill>
                  </a:rPr>
                  <a:t> libero </a:t>
                </a:r>
                <a:r>
                  <a:rPr lang="en-US" sz="1400" dirty="0" err="1">
                    <a:solidFill>
                      <a:schemeClr val="bg2">
                        <a:lumMod val="25000"/>
                      </a:schemeClr>
                    </a:solidFill>
                  </a:rPr>
                  <a:t>turpis</a:t>
                </a:r>
                <a:r>
                  <a:rPr lang="en-US" sz="1400" dirty="0">
                    <a:solidFill>
                      <a:schemeClr val="bg2">
                        <a:lumMod val="25000"/>
                      </a:schemeClr>
                    </a:solidFill>
                  </a:rPr>
                  <a:t> integer, at </a:t>
                </a:r>
                <a:r>
                  <a:rPr lang="en-US" sz="1400" dirty="0" err="1">
                    <a:solidFill>
                      <a:schemeClr val="bg2">
                        <a:lumMod val="25000"/>
                      </a:schemeClr>
                    </a:solidFill>
                  </a:rPr>
                  <a:t>erat</a:t>
                </a:r>
                <a:r>
                  <a:rPr lang="en-US" sz="1400" dirty="0">
                    <a:solidFill>
                      <a:schemeClr val="bg2">
                        <a:lumMod val="25000"/>
                      </a:schemeClr>
                    </a:solidFill>
                  </a:rPr>
                  <a:t> </a:t>
                </a:r>
                <a:r>
                  <a:rPr lang="en-US" sz="1400" dirty="0" err="1">
                    <a:solidFill>
                      <a:schemeClr val="bg2">
                        <a:lumMod val="25000"/>
                      </a:schemeClr>
                    </a:solidFill>
                  </a:rPr>
                  <a:t>conubia</a:t>
                </a:r>
                <a:r>
                  <a:rPr lang="en-US" sz="1400" dirty="0">
                    <a:solidFill>
                      <a:schemeClr val="bg2">
                        <a:lumMod val="25000"/>
                      </a:schemeClr>
                    </a:solidFill>
                  </a:rPr>
                  <a:t> </a:t>
                </a:r>
                <a:r>
                  <a:rPr lang="en-US" sz="1400" dirty="0" err="1">
                    <a:solidFill>
                      <a:schemeClr val="bg2">
                        <a:lumMod val="25000"/>
                      </a:schemeClr>
                    </a:solidFill>
                  </a:rPr>
                  <a:t>neque</a:t>
                </a:r>
                <a:r>
                  <a:rPr lang="en-US" sz="1400" dirty="0">
                    <a:solidFill>
                      <a:schemeClr val="bg2">
                        <a:lumMod val="25000"/>
                      </a:schemeClr>
                    </a:solidFill>
                  </a:rPr>
                  <a:t>, </a:t>
                </a:r>
                <a:r>
                  <a:rPr lang="en-US" sz="1400" dirty="0" err="1">
                    <a:solidFill>
                      <a:schemeClr val="bg2">
                        <a:lumMod val="25000"/>
                      </a:schemeClr>
                    </a:solidFill>
                  </a:rPr>
                  <a:t>praesent</a:t>
                </a:r>
                <a:r>
                  <a:rPr lang="en-US" sz="1400" dirty="0">
                    <a:solidFill>
                      <a:schemeClr val="bg2">
                        <a:lumMod val="25000"/>
                      </a:schemeClr>
                    </a:solidFill>
                  </a:rPr>
                  <a:t> </a:t>
                </a:r>
                <a:r>
                  <a:rPr lang="en-US" sz="1400" dirty="0" err="1">
                    <a:solidFill>
                      <a:schemeClr val="bg2">
                        <a:lumMod val="25000"/>
                      </a:schemeClr>
                    </a:solidFill>
                  </a:rPr>
                  <a:t>eleifend</a:t>
                </a:r>
                <a:r>
                  <a:rPr lang="en-US" sz="1400" dirty="0">
                    <a:solidFill>
                      <a:schemeClr val="bg2">
                        <a:lumMod val="25000"/>
                      </a:schemeClr>
                    </a:solidFill>
                  </a:rPr>
                  <a:t> </a:t>
                </a:r>
                <a:r>
                  <a:rPr lang="en-US" sz="1400" dirty="0" err="1">
                    <a:solidFill>
                      <a:schemeClr val="bg2">
                        <a:lumMod val="25000"/>
                      </a:schemeClr>
                    </a:solidFill>
                  </a:rPr>
                  <a:t>placerat</a:t>
                </a:r>
                <a:r>
                  <a:rPr lang="en-US" sz="1400" dirty="0">
                    <a:solidFill>
                      <a:schemeClr val="bg2">
                        <a:lumMod val="25000"/>
                      </a:schemeClr>
                    </a:solidFill>
                  </a:rPr>
                  <a:t> </a:t>
                </a:r>
                <a:r>
                  <a:rPr lang="en-US" sz="1400" dirty="0" err="1">
                    <a:solidFill>
                      <a:schemeClr val="bg2">
                        <a:lumMod val="25000"/>
                      </a:schemeClr>
                    </a:solidFill>
                  </a:rPr>
                  <a:t>ridiculus</a:t>
                </a:r>
                <a:r>
                  <a:rPr lang="en-US" sz="1400" dirty="0">
                    <a:solidFill>
                      <a:schemeClr val="bg2">
                        <a:lumMod val="25000"/>
                      </a:schemeClr>
                    </a:solidFill>
                  </a:rPr>
                  <a:t> magna </a:t>
                </a:r>
                <a:r>
                  <a:rPr lang="en-US" sz="1400" dirty="0" err="1">
                    <a:solidFill>
                      <a:schemeClr val="bg2">
                        <a:lumMod val="25000"/>
                      </a:schemeClr>
                    </a:solidFill>
                  </a:rPr>
                  <a:t>pulvinar</a:t>
                </a:r>
                <a:r>
                  <a:rPr lang="en-US" sz="1400" dirty="0">
                    <a:solidFill>
                      <a:schemeClr val="bg2">
                        <a:lumMod val="25000"/>
                      </a:schemeClr>
                    </a:solidFill>
                  </a:rPr>
                  <a:t> ipsum. Dolor </a:t>
                </a:r>
                <a:r>
                  <a:rPr lang="en-US" sz="1400" dirty="0" err="1">
                    <a:solidFill>
                      <a:schemeClr val="bg2">
                        <a:lumMod val="25000"/>
                      </a:schemeClr>
                    </a:solidFill>
                  </a:rPr>
                  <a:t>odio</a:t>
                </a:r>
                <a:r>
                  <a:rPr lang="en-US" sz="1400" dirty="0">
                    <a:solidFill>
                      <a:schemeClr val="bg2">
                        <a:lumMod val="25000"/>
                      </a:schemeClr>
                    </a:solidFill>
                  </a:rPr>
                  <a:t> </a:t>
                </a:r>
                <a:r>
                  <a:rPr lang="en-US" sz="1400" dirty="0" err="1">
                    <a:solidFill>
                      <a:schemeClr val="bg2">
                        <a:lumMod val="25000"/>
                      </a:schemeClr>
                    </a:solidFill>
                  </a:rPr>
                  <a:t>pretium</a:t>
                </a:r>
                <a:r>
                  <a:rPr lang="en-US" sz="1400" dirty="0">
                    <a:solidFill>
                      <a:schemeClr val="bg2">
                        <a:lumMod val="25000"/>
                      </a:schemeClr>
                    </a:solidFill>
                  </a:rPr>
                  <a:t> </a:t>
                </a:r>
                <a:r>
                  <a:rPr lang="en-US" sz="1400" dirty="0" err="1">
                    <a:solidFill>
                      <a:schemeClr val="bg2">
                        <a:lumMod val="25000"/>
                      </a:schemeClr>
                    </a:solidFill>
                  </a:rPr>
                  <a:t>eiusmod</a:t>
                </a:r>
                <a:r>
                  <a:rPr lang="en-US" sz="1400" dirty="0">
                    <a:solidFill>
                      <a:schemeClr val="bg2">
                        <a:lumMod val="25000"/>
                      </a:schemeClr>
                    </a:solidFill>
                  </a:rPr>
                  <a:t> </a:t>
                </a:r>
                <a:r>
                  <a:rPr lang="en-US" sz="1400" dirty="0" err="1">
                    <a:solidFill>
                      <a:schemeClr val="bg2">
                        <a:lumMod val="25000"/>
                      </a:schemeClr>
                    </a:solidFill>
                  </a:rPr>
                  <a:t>aliquid</a:t>
                </a:r>
                <a:r>
                  <a:rPr lang="en-US" sz="1400" dirty="0">
                    <a:solidFill>
                      <a:schemeClr val="bg2">
                        <a:lumMod val="25000"/>
                      </a:schemeClr>
                    </a:solidFill>
                  </a:rPr>
                  <a:t>. </a:t>
                </a:r>
                <a:r>
                  <a:rPr lang="en-US" sz="1400" dirty="0" err="1">
                    <a:solidFill>
                      <a:schemeClr val="bg2">
                        <a:lumMod val="25000"/>
                      </a:schemeClr>
                    </a:solidFill>
                  </a:rPr>
                  <a:t>Mauris</a:t>
                </a:r>
                <a:r>
                  <a:rPr lang="en-US" sz="1400" dirty="0">
                    <a:solidFill>
                      <a:schemeClr val="bg2">
                        <a:lumMod val="25000"/>
                      </a:schemeClr>
                    </a:solidFill>
                  </a:rPr>
                  <a:t> </a:t>
                </a:r>
                <a:r>
                  <a:rPr lang="en-US" sz="1400" dirty="0" err="1">
                    <a:solidFill>
                      <a:schemeClr val="bg2">
                        <a:lumMod val="25000"/>
                      </a:schemeClr>
                    </a:solidFill>
                  </a:rPr>
                  <a:t>amet</a:t>
                </a:r>
                <a:r>
                  <a:rPr lang="en-US" sz="1400" dirty="0">
                    <a:solidFill>
                      <a:schemeClr val="bg2">
                        <a:lumMod val="25000"/>
                      </a:schemeClr>
                    </a:solidFill>
                  </a:rPr>
                  <a:t> </a:t>
                </a:r>
                <a:r>
                  <a:rPr lang="en-US" sz="1400" dirty="0" err="1">
                    <a:solidFill>
                      <a:schemeClr val="bg2">
                        <a:lumMod val="25000"/>
                      </a:schemeClr>
                    </a:solidFill>
                  </a:rPr>
                  <a:t>voluptatem</a:t>
                </a:r>
                <a:r>
                  <a:rPr lang="en-US" sz="1400" dirty="0">
                    <a:solidFill>
                      <a:schemeClr val="bg2">
                        <a:lumMod val="25000"/>
                      </a:schemeClr>
                    </a:solidFill>
                  </a:rPr>
                  <a:t> gravida, </a:t>
                </a:r>
                <a:r>
                  <a:rPr lang="en-US" sz="1400" dirty="0" err="1">
                    <a:solidFill>
                      <a:schemeClr val="bg2">
                        <a:lumMod val="25000"/>
                      </a:schemeClr>
                    </a:solidFill>
                  </a:rPr>
                  <a:t>ullamcorper</a:t>
                </a:r>
                <a:r>
                  <a:rPr lang="en-US" sz="1400" dirty="0">
                    <a:solidFill>
                      <a:schemeClr val="bg2">
                        <a:lumMod val="25000"/>
                      </a:schemeClr>
                    </a:solidFill>
                  </a:rPr>
                  <a:t> id </a:t>
                </a:r>
                <a:r>
                  <a:rPr lang="en-US" sz="1400" dirty="0" err="1">
                    <a:solidFill>
                      <a:schemeClr val="bg2">
                        <a:lumMod val="25000"/>
                      </a:schemeClr>
                    </a:solidFill>
                  </a:rPr>
                  <a:t>dignissim</a:t>
                </a:r>
                <a:r>
                  <a:rPr lang="en-US" sz="1400" dirty="0">
                    <a:solidFill>
                      <a:schemeClr val="bg2">
                        <a:lumMod val="25000"/>
                      </a:schemeClr>
                    </a:solidFill>
                  </a:rPr>
                  <a:t> </a:t>
                </a:r>
                <a:r>
                  <a:rPr lang="en-US" sz="1400" u="sng" dirty="0" err="1">
                    <a:solidFill>
                      <a:srgbClr val="0070C0"/>
                    </a:solidFill>
                  </a:rPr>
                  <a:t>consequat</a:t>
                </a:r>
                <a:r>
                  <a:rPr lang="en-US" sz="1400" u="sng" dirty="0">
                    <a:solidFill>
                      <a:srgbClr val="0070C0"/>
                    </a:solidFill>
                  </a:rPr>
                  <a:t> </a:t>
                </a:r>
                <a:r>
                  <a:rPr lang="en-US" sz="1400" u="sng" dirty="0" err="1">
                    <a:solidFill>
                      <a:srgbClr val="0070C0"/>
                    </a:solidFill>
                  </a:rPr>
                  <a:t>suscipit</a:t>
                </a:r>
                <a:r>
                  <a:rPr lang="en-US" sz="1400" u="sng" dirty="0">
                    <a:solidFill>
                      <a:srgbClr val="0070C0"/>
                    </a:solidFill>
                  </a:rPr>
                  <a:t>, </a:t>
                </a:r>
                <a:r>
                  <a:rPr lang="en-US" sz="1400" u="sng" dirty="0" err="1">
                    <a:solidFill>
                      <a:srgbClr val="0070C0"/>
                    </a:solidFill>
                  </a:rPr>
                  <a:t>risus</a:t>
                </a:r>
                <a:r>
                  <a:rPr lang="en-US" sz="1400" u="sng" dirty="0">
                    <a:solidFill>
                      <a:srgbClr val="0070C0"/>
                    </a:solidFill>
                  </a:rPr>
                  <a:t> </a:t>
                </a:r>
                <a:r>
                  <a:rPr lang="en-US" sz="1400" dirty="0" err="1">
                    <a:solidFill>
                      <a:schemeClr val="bg2">
                        <a:lumMod val="25000"/>
                      </a:schemeClr>
                    </a:solidFill>
                  </a:rPr>
                  <a:t>pulvinar</a:t>
                </a:r>
                <a:r>
                  <a:rPr lang="en-US" sz="1400" dirty="0">
                    <a:solidFill>
                      <a:schemeClr val="bg2">
                        <a:lumMod val="25000"/>
                      </a:schemeClr>
                    </a:solidFill>
                  </a:rPr>
                  <a:t> </a:t>
                </a:r>
                <a:r>
                  <a:rPr lang="en-US" sz="1400" dirty="0" err="1">
                    <a:solidFill>
                      <a:schemeClr val="bg2">
                        <a:lumMod val="25000"/>
                      </a:schemeClr>
                    </a:solidFill>
                  </a:rPr>
                  <a:t>nam</a:t>
                </a:r>
                <a:r>
                  <a:rPr lang="en-US" sz="1400" dirty="0">
                    <a:solidFill>
                      <a:schemeClr val="bg2">
                        <a:lumMod val="25000"/>
                      </a:schemeClr>
                    </a:solidFill>
                  </a:rPr>
                  <a:t> a </a:t>
                </a:r>
                <a:r>
                  <a:rPr lang="en-US" sz="1400" dirty="0" err="1">
                    <a:solidFill>
                      <a:schemeClr val="bg2">
                        <a:lumMod val="25000"/>
                      </a:schemeClr>
                    </a:solidFill>
                  </a:rPr>
                  <a:t>nam</a:t>
                </a:r>
                <a:r>
                  <a:rPr lang="en-US" sz="1400" dirty="0">
                    <a:solidFill>
                      <a:schemeClr val="bg2">
                        <a:lumMod val="25000"/>
                      </a:schemeClr>
                    </a:solidFill>
                  </a:rPr>
                  <a:t>, et </a:t>
                </a:r>
                <a:r>
                  <a:rPr lang="en-US" sz="1400" dirty="0" err="1">
                    <a:solidFill>
                      <a:schemeClr val="bg2">
                        <a:lumMod val="25000"/>
                      </a:schemeClr>
                    </a:solidFill>
                  </a:rPr>
                  <a:t>viverra</a:t>
                </a:r>
                <a:r>
                  <a:rPr lang="en-US" sz="1400" dirty="0">
                    <a:solidFill>
                      <a:schemeClr val="bg2">
                        <a:lumMod val="25000"/>
                      </a:schemeClr>
                    </a:solidFill>
                  </a:rPr>
                  <a:t> </a:t>
                </a:r>
                <a:r>
                  <a:rPr lang="en-US" sz="1400" dirty="0" err="1">
                    <a:solidFill>
                      <a:schemeClr val="bg2">
                        <a:lumMod val="25000"/>
                      </a:schemeClr>
                    </a:solidFill>
                  </a:rPr>
                  <a:t>sed</a:t>
                </a:r>
                <a:r>
                  <a:rPr lang="en-US" sz="1400" dirty="0">
                    <a:solidFill>
                      <a:schemeClr val="bg2">
                        <a:lumMod val="25000"/>
                      </a:schemeClr>
                    </a:solidFill>
                  </a:rPr>
                  <a:t>, </a:t>
                </a:r>
                <a:r>
                  <a:rPr lang="en-US" sz="1400" dirty="0" err="1">
                    <a:solidFill>
                      <a:schemeClr val="bg2">
                        <a:lumMod val="25000"/>
                      </a:schemeClr>
                    </a:solidFill>
                  </a:rPr>
                  <a:t>anim</a:t>
                </a:r>
                <a:r>
                  <a:rPr lang="en-US" sz="1400" dirty="0">
                    <a:solidFill>
                      <a:schemeClr val="bg2">
                        <a:lumMod val="25000"/>
                      </a:schemeClr>
                    </a:solidFill>
                  </a:rPr>
                  <a:t> </a:t>
                </a:r>
                <a:r>
                  <a:rPr lang="en-US" sz="1400" dirty="0" err="1">
                    <a:solidFill>
                      <a:schemeClr val="bg2">
                        <a:lumMod val="25000"/>
                      </a:schemeClr>
                    </a:solidFill>
                  </a:rPr>
                  <a:t>tincidunt</a:t>
                </a:r>
                <a:r>
                  <a:rPr lang="en-US" sz="1400" dirty="0">
                    <a:solidFill>
                      <a:schemeClr val="bg2">
                        <a:lumMod val="25000"/>
                      </a:schemeClr>
                    </a:solidFill>
                  </a:rPr>
                  <a:t> quam. </a:t>
                </a:r>
                <a:r>
                  <a:rPr lang="en-US" sz="1400" dirty="0" err="1">
                    <a:solidFill>
                      <a:schemeClr val="bg2">
                        <a:lumMod val="25000"/>
                      </a:schemeClr>
                    </a:solidFill>
                  </a:rPr>
                  <a:t>Sed</a:t>
                </a:r>
                <a:r>
                  <a:rPr lang="en-US" sz="1400" dirty="0">
                    <a:solidFill>
                      <a:schemeClr val="bg2">
                        <a:lumMod val="25000"/>
                      </a:schemeClr>
                    </a:solidFill>
                  </a:rPr>
                  <a:t> </a:t>
                </a:r>
                <a:r>
                  <a:rPr lang="en-US" sz="1400" dirty="0" err="1">
                    <a:solidFill>
                      <a:schemeClr val="bg2">
                        <a:lumMod val="25000"/>
                      </a:schemeClr>
                    </a:solidFill>
                  </a:rPr>
                  <a:t>inceptos</a:t>
                </a:r>
                <a:r>
                  <a:rPr lang="en-US" sz="1400" dirty="0">
                    <a:solidFill>
                      <a:schemeClr val="bg2">
                        <a:lumMod val="25000"/>
                      </a:schemeClr>
                    </a:solidFill>
                  </a:rPr>
                  <a:t> </a:t>
                </a:r>
                <a:r>
                  <a:rPr lang="en-US" sz="1400" dirty="0" err="1">
                    <a:solidFill>
                      <a:schemeClr val="bg2">
                        <a:lumMod val="25000"/>
                      </a:schemeClr>
                    </a:solidFill>
                  </a:rPr>
                  <a:t>erat</a:t>
                </a:r>
                <a:r>
                  <a:rPr lang="en-US" sz="1400" dirty="0">
                    <a:solidFill>
                      <a:schemeClr val="bg2">
                        <a:lumMod val="25000"/>
                      </a:schemeClr>
                    </a:solidFill>
                  </a:rPr>
                  <a:t> </a:t>
                </a:r>
                <a:r>
                  <a:rPr lang="en-US" sz="1400" dirty="0" err="1">
                    <a:solidFill>
                      <a:schemeClr val="bg2">
                        <a:lumMod val="25000"/>
                      </a:schemeClr>
                    </a:solidFill>
                  </a:rPr>
                  <a:t>eleifend</a:t>
                </a:r>
                <a:r>
                  <a:rPr lang="en-US" sz="1400" dirty="0">
                    <a:solidFill>
                      <a:schemeClr val="bg2">
                        <a:lumMod val="25000"/>
                      </a:schemeClr>
                    </a:solidFill>
                  </a:rPr>
                  <a:t> tempus, </a:t>
                </a:r>
                <a:r>
                  <a:rPr lang="en-US" sz="1400" dirty="0" err="1">
                    <a:solidFill>
                      <a:schemeClr val="bg2">
                        <a:lumMod val="25000"/>
                      </a:schemeClr>
                    </a:solidFill>
                  </a:rPr>
                  <a:t>augue</a:t>
                </a:r>
                <a:r>
                  <a:rPr lang="en-US" sz="1400" dirty="0">
                    <a:solidFill>
                      <a:schemeClr val="bg2">
                        <a:lumMod val="25000"/>
                      </a:schemeClr>
                    </a:solidFill>
                  </a:rPr>
                  <a:t> </a:t>
                </a:r>
                <a:r>
                  <a:rPr lang="en-US" sz="1400" dirty="0" err="1">
                    <a:solidFill>
                      <a:schemeClr val="bg2">
                        <a:lumMod val="25000"/>
                      </a:schemeClr>
                    </a:solidFill>
                  </a:rPr>
                  <a:t>diam</a:t>
                </a:r>
                <a:r>
                  <a:rPr lang="en-US" sz="1400" dirty="0">
                    <a:solidFill>
                      <a:schemeClr val="bg2">
                        <a:lumMod val="25000"/>
                      </a:schemeClr>
                    </a:solidFill>
                  </a:rPr>
                  <a:t>, </a:t>
                </a:r>
                <a:r>
                  <a:rPr lang="en-US" sz="1400" dirty="0" err="1">
                    <a:solidFill>
                      <a:schemeClr val="bg2">
                        <a:lumMod val="25000"/>
                      </a:schemeClr>
                    </a:solidFill>
                  </a:rPr>
                  <a:t>velit</a:t>
                </a:r>
                <a:r>
                  <a:rPr lang="en-US" sz="1400" dirty="0">
                    <a:solidFill>
                      <a:schemeClr val="bg2">
                        <a:lumMod val="25000"/>
                      </a:schemeClr>
                    </a:solidFill>
                  </a:rPr>
                  <a:t> </a:t>
                </a:r>
                <a:r>
                  <a:rPr lang="en-US" sz="1400" dirty="0" err="1">
                    <a:solidFill>
                      <a:schemeClr val="bg2">
                        <a:lumMod val="25000"/>
                      </a:schemeClr>
                    </a:solidFill>
                  </a:rPr>
                  <a:t>suscipit</a:t>
                </a:r>
                <a:r>
                  <a:rPr lang="en-US" sz="1400" dirty="0">
                    <a:solidFill>
                      <a:schemeClr val="bg2">
                        <a:lumMod val="25000"/>
                      </a:schemeClr>
                    </a:solidFill>
                  </a:rPr>
                  <a:t>, </a:t>
                </a:r>
                <a:r>
                  <a:rPr lang="en-US" sz="1400" dirty="0" err="1">
                    <a:solidFill>
                      <a:schemeClr val="bg2">
                        <a:lumMod val="25000"/>
                      </a:schemeClr>
                    </a:solidFill>
                  </a:rPr>
                  <a:t>platea</a:t>
                </a:r>
                <a:r>
                  <a:rPr lang="en-US" sz="1400" dirty="0">
                    <a:solidFill>
                      <a:schemeClr val="bg2">
                        <a:lumMod val="25000"/>
                      </a:schemeClr>
                    </a:solidFill>
                  </a:rPr>
                  <a:t> </a:t>
                </a:r>
                <a:r>
                  <a:rPr lang="en-US" sz="1400" dirty="0" err="1">
                    <a:solidFill>
                      <a:schemeClr val="bg2">
                        <a:lumMod val="25000"/>
                      </a:schemeClr>
                    </a:solidFill>
                  </a:rPr>
                  <a:t>morbi</a:t>
                </a:r>
                <a:r>
                  <a:rPr lang="en-US" sz="1400" dirty="0">
                    <a:solidFill>
                      <a:schemeClr val="bg2">
                        <a:lumMod val="25000"/>
                      </a:schemeClr>
                    </a:solidFill>
                  </a:rPr>
                  <a:t>.</a:t>
                </a:r>
              </a:p>
            </p:txBody>
          </p:sp>
          <p:sp>
            <p:nvSpPr>
              <p:cNvPr id="8" name="Rectangle 7"/>
              <p:cNvSpPr/>
              <p:nvPr/>
            </p:nvSpPr>
            <p:spPr>
              <a:xfrm>
                <a:off x="4775200" y="4916398"/>
                <a:ext cx="4854222" cy="445823"/>
              </a:xfrm>
              <a:prstGeom prst="rect">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solidFill>
                      <a:schemeClr val="tx1">
                        <a:lumMod val="65000"/>
                        <a:lumOff val="35000"/>
                      </a:schemeClr>
                    </a:solidFill>
                  </a:rPr>
                  <a:t>Footer	</a:t>
                </a:r>
                <a:r>
                  <a:rPr lang="en-US" sz="1600" u="sng" dirty="0">
                    <a:solidFill>
                      <a:srgbClr val="0070C0"/>
                    </a:solidFill>
                  </a:rPr>
                  <a:t>LINK</a:t>
                </a:r>
                <a:r>
                  <a:rPr lang="en-US" sz="1600" dirty="0">
                    <a:solidFill>
                      <a:schemeClr val="tx1">
                        <a:lumMod val="65000"/>
                        <a:lumOff val="35000"/>
                      </a:schemeClr>
                    </a:solidFill>
                  </a:rPr>
                  <a:t> | </a:t>
                </a:r>
                <a:r>
                  <a:rPr lang="en-US" sz="1600" u="sng" dirty="0">
                    <a:solidFill>
                      <a:srgbClr val="0070C0"/>
                    </a:solidFill>
                  </a:rPr>
                  <a:t>LINK</a:t>
                </a:r>
                <a:r>
                  <a:rPr lang="en-US" sz="1600" dirty="0">
                    <a:solidFill>
                      <a:schemeClr val="tx1">
                        <a:lumMod val="65000"/>
                        <a:lumOff val="35000"/>
                      </a:schemeClr>
                    </a:solidFill>
                  </a:rPr>
                  <a:t> | </a:t>
                </a:r>
                <a:r>
                  <a:rPr lang="en-US" sz="1600" u="sng" dirty="0">
                    <a:solidFill>
                      <a:srgbClr val="0070C0"/>
                    </a:solidFill>
                  </a:rPr>
                  <a:t>LINK</a:t>
                </a:r>
              </a:p>
            </p:txBody>
          </p:sp>
          <p:sp>
            <p:nvSpPr>
              <p:cNvPr id="10" name="Rounded Rectangle 9"/>
              <p:cNvSpPr/>
              <p:nvPr/>
            </p:nvSpPr>
            <p:spPr>
              <a:xfrm>
                <a:off x="4876801" y="945732"/>
                <a:ext cx="666044" cy="228423"/>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LINK</a:t>
                </a:r>
              </a:p>
            </p:txBody>
          </p:sp>
          <p:sp>
            <p:nvSpPr>
              <p:cNvPr id="11" name="Rounded Rectangle 10"/>
              <p:cNvSpPr/>
              <p:nvPr/>
            </p:nvSpPr>
            <p:spPr>
              <a:xfrm>
                <a:off x="5588001" y="945732"/>
                <a:ext cx="666044" cy="228423"/>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LINK</a:t>
                </a:r>
              </a:p>
            </p:txBody>
          </p:sp>
          <p:sp>
            <p:nvSpPr>
              <p:cNvPr id="12" name="Rounded Rectangle 11"/>
              <p:cNvSpPr/>
              <p:nvPr/>
            </p:nvSpPr>
            <p:spPr>
              <a:xfrm>
                <a:off x="6299201" y="945732"/>
                <a:ext cx="666044" cy="228423"/>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LINK</a:t>
                </a:r>
              </a:p>
            </p:txBody>
          </p:sp>
          <p:sp>
            <p:nvSpPr>
              <p:cNvPr id="13" name="Rounded Rectangle 12"/>
              <p:cNvSpPr/>
              <p:nvPr/>
            </p:nvSpPr>
            <p:spPr>
              <a:xfrm>
                <a:off x="7010401" y="945732"/>
                <a:ext cx="666044" cy="228423"/>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LINK</a:t>
                </a:r>
              </a:p>
            </p:txBody>
          </p:sp>
          <p:sp>
            <p:nvSpPr>
              <p:cNvPr id="14" name="Rounded Rectangle 13"/>
              <p:cNvSpPr/>
              <p:nvPr/>
            </p:nvSpPr>
            <p:spPr>
              <a:xfrm>
                <a:off x="7721601" y="945732"/>
                <a:ext cx="666044" cy="228423"/>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LINK</a:t>
                </a:r>
              </a:p>
            </p:txBody>
          </p:sp>
        </p:grpSp>
        <p:pic>
          <p:nvPicPr>
            <p:cNvPr id="2050" name="Picture 2" descr="http://i.imgur.com/ZGGxVA3.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387645" y="1339389"/>
              <a:ext cx="1166813" cy="1432847"/>
            </a:xfrm>
            <a:prstGeom prst="rect">
              <a:avLst/>
            </a:prstGeom>
            <a:noFill/>
            <a:extLst>
              <a:ext uri="{909E8E84-426E-40DD-AFC4-6F175D3DCCD1}">
                <a14:hiddenFill xmlns:a14="http://schemas.microsoft.com/office/drawing/2010/main">
                  <a:solidFill>
                    <a:srgbClr val="FFFFFF"/>
                  </a:solidFill>
                </a14:hiddenFill>
              </a:ext>
            </a:extLst>
          </p:spPr>
        </p:pic>
      </p:grpSp>
      <p:sp>
        <p:nvSpPr>
          <p:cNvPr id="16" name="Rectangle 15"/>
          <p:cNvSpPr/>
          <p:nvPr/>
        </p:nvSpPr>
        <p:spPr>
          <a:xfrm>
            <a:off x="4775200" y="841020"/>
            <a:ext cx="3702756" cy="46117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8" name="Straight Arrow Connector 17"/>
          <p:cNvCxnSpPr/>
          <p:nvPr/>
        </p:nvCxnSpPr>
        <p:spPr>
          <a:xfrm flipV="1">
            <a:off x="2247900" y="1206146"/>
            <a:ext cx="2452336" cy="1266121"/>
          </a:xfrm>
          <a:prstGeom prst="straightConnector1">
            <a:avLst/>
          </a:prstGeom>
          <a:ln w="190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063" name="TextBox 2062"/>
          <p:cNvSpPr txBox="1"/>
          <p:nvPr/>
        </p:nvSpPr>
        <p:spPr>
          <a:xfrm>
            <a:off x="153681" y="1688312"/>
            <a:ext cx="4366238" cy="2554545"/>
          </a:xfrm>
          <a:prstGeom prst="rect">
            <a:avLst/>
          </a:prstGeom>
          <a:noFill/>
        </p:spPr>
        <p:txBody>
          <a:bodyPr wrap="square" rtlCol="0">
            <a:spAutoFit/>
          </a:bodyPr>
          <a:lstStyle/>
          <a:p>
            <a:r>
              <a:rPr lang="en-US" sz="2000" dirty="0"/>
              <a:t>For Example:</a:t>
            </a:r>
          </a:p>
          <a:p>
            <a:endParaRPr lang="en-US" sz="2000" dirty="0"/>
          </a:p>
          <a:p>
            <a:r>
              <a:rPr lang="en-US" sz="2000" dirty="0">
                <a:solidFill>
                  <a:srgbClr val="0070C0"/>
                </a:solidFill>
              </a:rPr>
              <a:t>nav a</a:t>
            </a:r>
            <a:r>
              <a:rPr lang="en-US" sz="2000" dirty="0"/>
              <a:t> {</a:t>
            </a:r>
          </a:p>
          <a:p>
            <a:r>
              <a:rPr lang="en-US" sz="2000" dirty="0"/>
              <a:t>   </a:t>
            </a:r>
            <a:r>
              <a:rPr lang="en-US" sz="2000" dirty="0">
                <a:solidFill>
                  <a:srgbClr val="0070C0"/>
                </a:solidFill>
              </a:rPr>
              <a:t>background-color</a:t>
            </a:r>
            <a:r>
              <a:rPr lang="en-US" sz="2000" dirty="0"/>
              <a:t>: lightblue;</a:t>
            </a:r>
            <a:br>
              <a:rPr lang="en-US" sz="2000" dirty="0"/>
            </a:br>
            <a:r>
              <a:rPr lang="en-US" sz="2000" dirty="0"/>
              <a:t>   </a:t>
            </a:r>
            <a:r>
              <a:rPr lang="en-US" sz="2000" dirty="0">
                <a:solidFill>
                  <a:srgbClr val="0070C0"/>
                </a:solidFill>
              </a:rPr>
              <a:t>border</a:t>
            </a:r>
            <a:r>
              <a:rPr lang="en-US" sz="2000" dirty="0"/>
              <a:t>: 1px solid black;</a:t>
            </a:r>
            <a:br>
              <a:rPr lang="en-US" sz="2000" dirty="0"/>
            </a:br>
            <a:r>
              <a:rPr lang="en-US" sz="2000" dirty="0"/>
              <a:t>   </a:t>
            </a:r>
            <a:r>
              <a:rPr lang="en-US" sz="2000" dirty="0">
                <a:solidFill>
                  <a:srgbClr val="0070C0"/>
                </a:solidFill>
              </a:rPr>
              <a:t>color</a:t>
            </a:r>
            <a:r>
              <a:rPr lang="en-US" sz="2000" dirty="0"/>
              <a:t>: white;</a:t>
            </a:r>
            <a:br>
              <a:rPr lang="en-US" sz="2000" dirty="0"/>
            </a:br>
            <a:r>
              <a:rPr lang="en-US" sz="2000" dirty="0"/>
              <a:t>   </a:t>
            </a:r>
            <a:r>
              <a:rPr lang="en-US" sz="2000" dirty="0">
                <a:solidFill>
                  <a:srgbClr val="0070C0"/>
                </a:solidFill>
              </a:rPr>
              <a:t>border-radius</a:t>
            </a:r>
            <a:r>
              <a:rPr lang="en-US" sz="2000" dirty="0"/>
              <a:t>: 3px;</a:t>
            </a:r>
            <a:br>
              <a:rPr lang="en-US" sz="2000" dirty="0"/>
            </a:br>
            <a:r>
              <a:rPr lang="en-US" sz="2000" dirty="0"/>
              <a:t>}</a:t>
            </a:r>
          </a:p>
        </p:txBody>
      </p:sp>
      <p:sp>
        <p:nvSpPr>
          <p:cNvPr id="9" name="TextBox 8"/>
          <p:cNvSpPr txBox="1"/>
          <p:nvPr/>
        </p:nvSpPr>
        <p:spPr>
          <a:xfrm>
            <a:off x="9731023" y="465664"/>
            <a:ext cx="2397721" cy="2246769"/>
          </a:xfrm>
          <a:prstGeom prst="rect">
            <a:avLst/>
          </a:prstGeom>
          <a:noFill/>
        </p:spPr>
        <p:txBody>
          <a:bodyPr wrap="square" rtlCol="0">
            <a:spAutoFit/>
          </a:bodyPr>
          <a:lstStyle/>
          <a:p>
            <a:r>
              <a:rPr lang="en-US" sz="2000" dirty="0"/>
              <a:t>Remember what</a:t>
            </a:r>
          </a:p>
          <a:p>
            <a:endParaRPr lang="en-US" sz="2000" dirty="0"/>
          </a:p>
          <a:p>
            <a:pPr algn="ctr"/>
            <a:r>
              <a:rPr lang="en-US" sz="2000" dirty="0" err="1">
                <a:solidFill>
                  <a:srgbClr val="0070C0"/>
                </a:solidFill>
              </a:rPr>
              <a:t>nav</a:t>
            </a:r>
            <a:r>
              <a:rPr lang="en-US" sz="2000" dirty="0">
                <a:solidFill>
                  <a:srgbClr val="0070C0"/>
                </a:solidFill>
              </a:rPr>
              <a:t> a</a:t>
            </a:r>
          </a:p>
          <a:p>
            <a:endParaRPr lang="en-US" sz="2000" dirty="0"/>
          </a:p>
          <a:p>
            <a:endParaRPr lang="en-US" sz="2000" dirty="0"/>
          </a:p>
          <a:p>
            <a:r>
              <a:rPr lang="en-US" sz="2000" dirty="0"/>
              <a:t>the space between</a:t>
            </a:r>
            <a:br>
              <a:rPr lang="en-US" sz="2000" dirty="0"/>
            </a:br>
            <a:r>
              <a:rPr lang="en-US" sz="2000" dirty="0"/>
              <a:t>‘</a:t>
            </a:r>
            <a:r>
              <a:rPr lang="en-US" sz="2000" dirty="0" err="1"/>
              <a:t>nav</a:t>
            </a:r>
            <a:r>
              <a:rPr lang="en-US" sz="2000" dirty="0"/>
              <a:t>’ and ‘a’ does?</a:t>
            </a:r>
          </a:p>
        </p:txBody>
      </p:sp>
      <p:cxnSp>
        <p:nvCxnSpPr>
          <p:cNvPr id="33" name="Straight Arrow Connector 32"/>
          <p:cNvCxnSpPr/>
          <p:nvPr/>
        </p:nvCxnSpPr>
        <p:spPr>
          <a:xfrm flipV="1">
            <a:off x="11056883" y="1339389"/>
            <a:ext cx="0" cy="716423"/>
          </a:xfrm>
          <a:prstGeom prst="straightConnector1">
            <a:avLst/>
          </a:prstGeom>
          <a:ln w="190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668776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063"/>
                                        </p:tgtEl>
                                        <p:attrNameLst>
                                          <p:attrName>style.visibility</p:attrName>
                                        </p:attrNameLst>
                                      </p:cBhvr>
                                      <p:to>
                                        <p:strVal val="visible"/>
                                      </p:to>
                                    </p:set>
                                    <p:animEffect transition="in" filter="fade">
                                      <p:cBhvr>
                                        <p:cTn id="7" dur="500"/>
                                        <p:tgtEl>
                                          <p:spTgt spid="2063"/>
                                        </p:tgtEl>
                                      </p:cBhvr>
                                    </p:animEffect>
                                  </p:childTnLst>
                                </p:cTn>
                              </p:par>
                            </p:childTnLst>
                          </p:cTn>
                        </p:par>
                        <p:par>
                          <p:cTn id="8" fill="hold">
                            <p:stCondLst>
                              <p:cond delay="500"/>
                            </p:stCondLst>
                            <p:childTnLst>
                              <p:par>
                                <p:cTn id="9" presetID="22" presetClass="entr" presetSubtype="4" fill="hold" nodeType="afterEffect">
                                  <p:stCondLst>
                                    <p:cond delay="0"/>
                                  </p:stCondLst>
                                  <p:childTnLst>
                                    <p:set>
                                      <p:cBhvr>
                                        <p:cTn id="10" dur="1" fill="hold">
                                          <p:stCondLst>
                                            <p:cond delay="0"/>
                                          </p:stCondLst>
                                        </p:cTn>
                                        <p:tgtEl>
                                          <p:spTgt spid="18"/>
                                        </p:tgtEl>
                                        <p:attrNameLst>
                                          <p:attrName>style.visibility</p:attrName>
                                        </p:attrNameLst>
                                      </p:cBhvr>
                                      <p:to>
                                        <p:strVal val="visible"/>
                                      </p:to>
                                    </p:set>
                                    <p:animEffect transition="in" filter="wipe(down)">
                                      <p:cBhvr>
                                        <p:cTn id="11" dur="500"/>
                                        <p:tgtEl>
                                          <p:spTgt spid="18"/>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9"/>
                                        </p:tgtEl>
                                        <p:attrNameLst>
                                          <p:attrName>style.visibility</p:attrName>
                                        </p:attrNameLst>
                                      </p:cBhvr>
                                      <p:to>
                                        <p:strVal val="visible"/>
                                      </p:to>
                                    </p:set>
                                    <p:animEffect transition="in" filter="fade">
                                      <p:cBhvr>
                                        <p:cTn id="16" dur="500"/>
                                        <p:tgtEl>
                                          <p:spTgt spid="9"/>
                                        </p:tgtEl>
                                      </p:cBhvr>
                                    </p:animEffect>
                                  </p:childTnLst>
                                </p:cTn>
                              </p:par>
                            </p:childTnLst>
                          </p:cTn>
                        </p:par>
                        <p:par>
                          <p:cTn id="17" fill="hold">
                            <p:stCondLst>
                              <p:cond delay="500"/>
                            </p:stCondLst>
                            <p:childTnLst>
                              <p:par>
                                <p:cTn id="18" presetID="22" presetClass="entr" presetSubtype="4" fill="hold" nodeType="afterEffect">
                                  <p:stCondLst>
                                    <p:cond delay="0"/>
                                  </p:stCondLst>
                                  <p:childTnLst>
                                    <p:set>
                                      <p:cBhvr>
                                        <p:cTn id="19" dur="1" fill="hold">
                                          <p:stCondLst>
                                            <p:cond delay="0"/>
                                          </p:stCondLst>
                                        </p:cTn>
                                        <p:tgtEl>
                                          <p:spTgt spid="33"/>
                                        </p:tgtEl>
                                        <p:attrNameLst>
                                          <p:attrName>style.visibility</p:attrName>
                                        </p:attrNameLst>
                                      </p:cBhvr>
                                      <p:to>
                                        <p:strVal val="visible"/>
                                      </p:to>
                                    </p:set>
                                    <p:animEffect transition="in" filter="wipe(down)">
                                      <p:cBhvr>
                                        <p:cTn id="20" dur="5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63" grpId="0"/>
      <p:bldP spid="9"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Section</a:t>
            </a:r>
          </a:p>
        </p:txBody>
      </p:sp>
      <p:sp>
        <p:nvSpPr>
          <p:cNvPr id="3" name="Content Placeholder 2"/>
          <p:cNvSpPr>
            <a:spLocks noGrp="1"/>
          </p:cNvSpPr>
          <p:nvPr>
            <p:ph idx="1"/>
          </p:nvPr>
        </p:nvSpPr>
        <p:spPr>
          <a:xfrm>
            <a:off x="838200" y="1690688"/>
            <a:ext cx="10515600" cy="4351338"/>
          </a:xfrm>
        </p:spPr>
        <p:txBody>
          <a:bodyPr/>
          <a:lstStyle/>
          <a:p>
            <a:pPr marL="0" indent="0">
              <a:spcAft>
                <a:spcPts val="1200"/>
              </a:spcAft>
              <a:buNone/>
            </a:pPr>
            <a:r>
              <a:rPr lang="en-US" dirty="0"/>
              <a:t>The &lt;section&gt; element defines a section in a document</a:t>
            </a:r>
          </a:p>
          <a:p>
            <a:pPr marL="0" indent="0">
              <a:spcAft>
                <a:spcPts val="1200"/>
              </a:spcAft>
              <a:buNone/>
            </a:pPr>
            <a:r>
              <a:rPr lang="en-US" dirty="0"/>
              <a:t>According to W3C's HTML5 documentation: "A section is a thematic grouping of content, typically with a heading"</a:t>
            </a:r>
          </a:p>
          <a:p>
            <a:pPr marL="0" indent="0">
              <a:spcAft>
                <a:spcPts val="1200"/>
              </a:spcAft>
              <a:buNone/>
            </a:pPr>
            <a:r>
              <a:rPr lang="en-US" dirty="0"/>
              <a:t>A Web site's home page could be split into sections for introduction, content, and contact information</a:t>
            </a:r>
          </a:p>
        </p:txBody>
      </p:sp>
    </p:spTree>
    <p:extLst>
      <p:ext uri="{BB962C8B-B14F-4D97-AF65-F5344CB8AC3E}">
        <p14:creationId xmlns:p14="http://schemas.microsoft.com/office/powerpoint/2010/main" val="229885732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Section</a:t>
            </a:r>
          </a:p>
        </p:txBody>
      </p:sp>
      <p:sp>
        <p:nvSpPr>
          <p:cNvPr id="3" name="Content Placeholder 2"/>
          <p:cNvSpPr>
            <a:spLocks noGrp="1"/>
          </p:cNvSpPr>
          <p:nvPr>
            <p:ph idx="1"/>
          </p:nvPr>
        </p:nvSpPr>
        <p:spPr>
          <a:xfrm>
            <a:off x="838200" y="1689542"/>
            <a:ext cx="5411771" cy="4351338"/>
          </a:xfrm>
        </p:spPr>
        <p:txBody>
          <a:bodyPr>
            <a:normAutofit/>
          </a:bodyPr>
          <a:lstStyle/>
          <a:p>
            <a:pPr marL="0" indent="0">
              <a:spcAft>
                <a:spcPts val="1200"/>
              </a:spcAft>
              <a:buNone/>
            </a:pPr>
            <a:r>
              <a:rPr lang="en-US" sz="2400" dirty="0"/>
              <a:t>A page may be divided into a number of sections, each with a logical theme</a:t>
            </a:r>
          </a:p>
          <a:p>
            <a:pPr marL="0" indent="0">
              <a:spcAft>
                <a:spcPts val="1200"/>
              </a:spcAft>
              <a:buNone/>
            </a:pPr>
            <a:r>
              <a:rPr lang="en-US" sz="2400" dirty="0"/>
              <a:t>Alternatively, a page may have one section with a number of headers that divide them logically</a:t>
            </a:r>
          </a:p>
        </p:txBody>
      </p:sp>
      <p:grpSp>
        <p:nvGrpSpPr>
          <p:cNvPr id="24" name="Group 23"/>
          <p:cNvGrpSpPr/>
          <p:nvPr/>
        </p:nvGrpSpPr>
        <p:grpSpPr>
          <a:xfrm>
            <a:off x="6483430" y="150829"/>
            <a:ext cx="5082774" cy="6070862"/>
            <a:chOff x="6483430" y="150829"/>
            <a:chExt cx="5082774" cy="6070862"/>
          </a:xfrm>
        </p:grpSpPr>
        <p:sp>
          <p:nvSpPr>
            <p:cNvPr id="7" name="Rectangle 6"/>
            <p:cNvSpPr/>
            <p:nvPr/>
          </p:nvSpPr>
          <p:spPr>
            <a:xfrm>
              <a:off x="6483430" y="150829"/>
              <a:ext cx="4944534" cy="6070862"/>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6528586" y="241138"/>
              <a:ext cx="4854222" cy="750711"/>
            </a:xfrm>
            <a:prstGeom prst="rect">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rgbClr val="0070C0"/>
                  </a:solidFill>
                </a:rPr>
                <a:t>Header</a:t>
              </a:r>
            </a:p>
          </p:txBody>
        </p:sp>
        <p:sp>
          <p:nvSpPr>
            <p:cNvPr id="9" name="Rectangle 8"/>
            <p:cNvSpPr/>
            <p:nvPr/>
          </p:nvSpPr>
          <p:spPr>
            <a:xfrm>
              <a:off x="6528586" y="1064523"/>
              <a:ext cx="4854222" cy="292452"/>
            </a:xfrm>
            <a:prstGeom prst="rect">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p:cNvSpPr/>
            <p:nvPr/>
          </p:nvSpPr>
          <p:spPr>
            <a:xfrm>
              <a:off x="6528586" y="5700701"/>
              <a:ext cx="4854222" cy="445823"/>
            </a:xfrm>
            <a:prstGeom prst="rect">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solidFill>
                    <a:schemeClr val="tx1">
                      <a:lumMod val="65000"/>
                      <a:lumOff val="35000"/>
                    </a:schemeClr>
                  </a:solidFill>
                </a:rPr>
                <a:t>Footer	</a:t>
              </a:r>
              <a:r>
                <a:rPr lang="en-US" sz="1600" u="sng" dirty="0">
                  <a:solidFill>
                    <a:srgbClr val="0070C0"/>
                  </a:solidFill>
                </a:rPr>
                <a:t>LINK</a:t>
              </a:r>
              <a:r>
                <a:rPr lang="en-US" sz="1600" dirty="0">
                  <a:solidFill>
                    <a:schemeClr val="tx1">
                      <a:lumMod val="65000"/>
                      <a:lumOff val="35000"/>
                    </a:schemeClr>
                  </a:solidFill>
                </a:rPr>
                <a:t> | </a:t>
              </a:r>
              <a:r>
                <a:rPr lang="en-US" sz="1600" u="sng" dirty="0">
                  <a:solidFill>
                    <a:srgbClr val="0070C0"/>
                  </a:solidFill>
                </a:rPr>
                <a:t>LINK</a:t>
              </a:r>
              <a:r>
                <a:rPr lang="en-US" sz="1600" dirty="0">
                  <a:solidFill>
                    <a:schemeClr val="tx1">
                      <a:lumMod val="65000"/>
                      <a:lumOff val="35000"/>
                    </a:schemeClr>
                  </a:solidFill>
                </a:rPr>
                <a:t> | </a:t>
              </a:r>
              <a:r>
                <a:rPr lang="en-US" sz="1600" u="sng" dirty="0">
                  <a:solidFill>
                    <a:srgbClr val="0070C0"/>
                  </a:solidFill>
                </a:rPr>
                <a:t>LINK</a:t>
              </a:r>
            </a:p>
          </p:txBody>
        </p:sp>
        <p:sp>
          <p:nvSpPr>
            <p:cNvPr id="12" name="Rounded Rectangle 11"/>
            <p:cNvSpPr/>
            <p:nvPr/>
          </p:nvSpPr>
          <p:spPr>
            <a:xfrm>
              <a:off x="6630187" y="1096561"/>
              <a:ext cx="666044" cy="228423"/>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LINK</a:t>
              </a:r>
            </a:p>
          </p:txBody>
        </p:sp>
        <p:sp>
          <p:nvSpPr>
            <p:cNvPr id="13" name="Rounded Rectangle 12"/>
            <p:cNvSpPr/>
            <p:nvPr/>
          </p:nvSpPr>
          <p:spPr>
            <a:xfrm>
              <a:off x="7341387" y="1096561"/>
              <a:ext cx="666044" cy="228423"/>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LINK</a:t>
              </a:r>
            </a:p>
          </p:txBody>
        </p:sp>
        <p:sp>
          <p:nvSpPr>
            <p:cNvPr id="14" name="Rounded Rectangle 13"/>
            <p:cNvSpPr/>
            <p:nvPr/>
          </p:nvSpPr>
          <p:spPr>
            <a:xfrm>
              <a:off x="8052587" y="1096561"/>
              <a:ext cx="666044" cy="228423"/>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LINK</a:t>
              </a:r>
            </a:p>
          </p:txBody>
        </p:sp>
        <p:sp>
          <p:nvSpPr>
            <p:cNvPr id="15" name="Rounded Rectangle 14"/>
            <p:cNvSpPr/>
            <p:nvPr/>
          </p:nvSpPr>
          <p:spPr>
            <a:xfrm>
              <a:off x="8763787" y="1096561"/>
              <a:ext cx="666044" cy="228423"/>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LINK</a:t>
              </a:r>
            </a:p>
          </p:txBody>
        </p:sp>
        <p:sp>
          <p:nvSpPr>
            <p:cNvPr id="16" name="Rounded Rectangle 15"/>
            <p:cNvSpPr/>
            <p:nvPr/>
          </p:nvSpPr>
          <p:spPr>
            <a:xfrm>
              <a:off x="9474987" y="1096561"/>
              <a:ext cx="666044" cy="228423"/>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LINK</a:t>
              </a:r>
            </a:p>
          </p:txBody>
        </p:sp>
        <p:sp>
          <p:nvSpPr>
            <p:cNvPr id="17" name="Rectangle 16"/>
            <p:cNvSpPr/>
            <p:nvPr/>
          </p:nvSpPr>
          <p:spPr>
            <a:xfrm>
              <a:off x="6528586" y="1429650"/>
              <a:ext cx="4854222" cy="2095976"/>
            </a:xfrm>
            <a:prstGeom prst="rect">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dirty="0">
                  <a:solidFill>
                    <a:srgbClr val="0070C0"/>
                  </a:solidFill>
                </a:rPr>
                <a:t>Section</a:t>
              </a:r>
            </a:p>
          </p:txBody>
        </p:sp>
        <p:sp>
          <p:nvSpPr>
            <p:cNvPr id="10" name="Rectangle 9"/>
            <p:cNvSpPr/>
            <p:nvPr/>
          </p:nvSpPr>
          <p:spPr>
            <a:xfrm>
              <a:off x="6618898" y="2237488"/>
              <a:ext cx="4660666" cy="1156162"/>
            </a:xfrm>
            <a:prstGeom prst="rect">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100" dirty="0">
                  <a:solidFill>
                    <a:schemeClr val="bg2">
                      <a:lumMod val="25000"/>
                    </a:schemeClr>
                  </a:solidFill>
                </a:rPr>
                <a:t>Lorem ipsum dolor sit </a:t>
              </a:r>
              <a:r>
                <a:rPr lang="en-US" sz="1100" dirty="0" err="1">
                  <a:solidFill>
                    <a:schemeClr val="bg2">
                      <a:lumMod val="25000"/>
                    </a:schemeClr>
                  </a:solidFill>
                </a:rPr>
                <a:t>amet</a:t>
              </a:r>
              <a:r>
                <a:rPr lang="en-US" sz="1100" dirty="0">
                  <a:solidFill>
                    <a:schemeClr val="bg2">
                      <a:lumMod val="25000"/>
                    </a:schemeClr>
                  </a:solidFill>
                </a:rPr>
                <a:t>, gravida </a:t>
              </a:r>
              <a:r>
                <a:rPr lang="en-US" sz="1100" dirty="0" err="1">
                  <a:solidFill>
                    <a:schemeClr val="bg2">
                      <a:lumMod val="25000"/>
                    </a:schemeClr>
                  </a:solidFill>
                </a:rPr>
                <a:t>facilisi</a:t>
              </a:r>
              <a:r>
                <a:rPr lang="en-US" sz="1100" dirty="0">
                  <a:solidFill>
                    <a:schemeClr val="bg2">
                      <a:lumMod val="25000"/>
                    </a:schemeClr>
                  </a:solidFill>
                </a:rPr>
                <a:t> </a:t>
              </a:r>
              <a:r>
                <a:rPr lang="en-US" sz="1100" dirty="0" err="1">
                  <a:solidFill>
                    <a:schemeClr val="bg2">
                      <a:lumMod val="25000"/>
                    </a:schemeClr>
                  </a:solidFill>
                </a:rPr>
                <a:t>orci</a:t>
              </a:r>
              <a:r>
                <a:rPr lang="en-US" sz="1100" dirty="0">
                  <a:solidFill>
                    <a:schemeClr val="bg2">
                      <a:lumMod val="25000"/>
                    </a:schemeClr>
                  </a:solidFill>
                </a:rPr>
                <a:t> </a:t>
              </a:r>
              <a:r>
                <a:rPr lang="en-US" sz="1100" dirty="0" err="1">
                  <a:solidFill>
                    <a:schemeClr val="bg2">
                      <a:lumMod val="25000"/>
                    </a:schemeClr>
                  </a:solidFill>
                </a:rPr>
                <a:t>nulla</a:t>
              </a:r>
              <a:r>
                <a:rPr lang="en-US" sz="1100" dirty="0">
                  <a:solidFill>
                    <a:schemeClr val="bg2">
                      <a:lumMod val="25000"/>
                    </a:schemeClr>
                  </a:solidFill>
                </a:rPr>
                <a:t>. </a:t>
              </a:r>
              <a:r>
                <a:rPr lang="en-US" sz="1100" dirty="0" err="1">
                  <a:solidFill>
                    <a:schemeClr val="bg2">
                      <a:lumMod val="25000"/>
                    </a:schemeClr>
                  </a:solidFill>
                </a:rPr>
                <a:t>Erat</a:t>
              </a:r>
              <a:r>
                <a:rPr lang="en-US" sz="1100" dirty="0">
                  <a:solidFill>
                    <a:schemeClr val="bg2">
                      <a:lumMod val="25000"/>
                    </a:schemeClr>
                  </a:solidFill>
                </a:rPr>
                <a:t> dolor, </a:t>
              </a:r>
              <a:br>
                <a:rPr lang="en-US" sz="1100" dirty="0">
                  <a:solidFill>
                    <a:schemeClr val="bg2">
                      <a:lumMod val="25000"/>
                    </a:schemeClr>
                  </a:solidFill>
                </a:rPr>
              </a:br>
              <a:r>
                <a:rPr lang="en-US" sz="1100" dirty="0" err="1">
                  <a:solidFill>
                    <a:schemeClr val="bg2">
                      <a:lumMod val="25000"/>
                    </a:schemeClr>
                  </a:solidFill>
                </a:rPr>
                <a:t>sagittis</a:t>
              </a:r>
              <a:r>
                <a:rPr lang="en-US" sz="1100" dirty="0">
                  <a:solidFill>
                    <a:schemeClr val="bg2">
                      <a:lumMod val="25000"/>
                    </a:schemeClr>
                  </a:solidFill>
                </a:rPr>
                <a:t> </a:t>
              </a:r>
              <a:r>
                <a:rPr lang="en-US" sz="1100" dirty="0" err="1">
                  <a:solidFill>
                    <a:schemeClr val="bg2">
                      <a:lumMod val="25000"/>
                    </a:schemeClr>
                  </a:solidFill>
                </a:rPr>
                <a:t>blandit</a:t>
              </a:r>
              <a:r>
                <a:rPr lang="en-US" sz="1100" dirty="0">
                  <a:solidFill>
                    <a:schemeClr val="bg2">
                      <a:lumMod val="25000"/>
                    </a:schemeClr>
                  </a:solidFill>
                </a:rPr>
                <a:t>, </a:t>
              </a:r>
              <a:r>
                <a:rPr lang="en-US" sz="1100" dirty="0" err="1">
                  <a:solidFill>
                    <a:schemeClr val="bg2">
                      <a:lumMod val="25000"/>
                    </a:schemeClr>
                  </a:solidFill>
                </a:rPr>
                <a:t>maecenas</a:t>
              </a:r>
              <a:r>
                <a:rPr lang="en-US" sz="1100" dirty="0">
                  <a:solidFill>
                    <a:schemeClr val="bg2">
                      <a:lumMod val="25000"/>
                    </a:schemeClr>
                  </a:solidFill>
                </a:rPr>
                <a:t> </a:t>
              </a:r>
              <a:r>
                <a:rPr lang="en-US" sz="1100" dirty="0" err="1">
                  <a:solidFill>
                    <a:schemeClr val="bg2">
                      <a:lumMod val="25000"/>
                    </a:schemeClr>
                  </a:solidFill>
                </a:rPr>
                <a:t>quis</a:t>
              </a:r>
              <a:r>
                <a:rPr lang="en-US" sz="1100" dirty="0">
                  <a:solidFill>
                    <a:schemeClr val="bg2">
                      <a:lumMod val="25000"/>
                    </a:schemeClr>
                  </a:solidFill>
                </a:rPr>
                <a:t> mi </a:t>
              </a:r>
              <a:r>
                <a:rPr lang="en-US" sz="1100" dirty="0" err="1">
                  <a:solidFill>
                    <a:schemeClr val="bg2">
                      <a:lumMod val="25000"/>
                    </a:schemeClr>
                  </a:solidFill>
                </a:rPr>
                <a:t>suscipit</a:t>
              </a:r>
              <a:r>
                <a:rPr lang="en-US" sz="1100" dirty="0">
                  <a:solidFill>
                    <a:schemeClr val="bg2">
                      <a:lumMod val="25000"/>
                    </a:schemeClr>
                  </a:solidFill>
                </a:rPr>
                <a:t>, </a:t>
              </a:r>
              <a:r>
                <a:rPr lang="en-US" sz="1100" dirty="0" err="1">
                  <a:solidFill>
                    <a:schemeClr val="bg2">
                      <a:lumMod val="25000"/>
                    </a:schemeClr>
                  </a:solidFill>
                </a:rPr>
                <a:t>risus</a:t>
              </a:r>
              <a:r>
                <a:rPr lang="en-US" sz="1100" dirty="0">
                  <a:solidFill>
                    <a:schemeClr val="bg2">
                      <a:lumMod val="25000"/>
                    </a:schemeClr>
                  </a:solidFill>
                </a:rPr>
                <a:t> </a:t>
              </a:r>
              <a:r>
                <a:rPr lang="en-US" sz="1100" dirty="0" err="1">
                  <a:solidFill>
                    <a:schemeClr val="bg2">
                      <a:lumMod val="25000"/>
                    </a:schemeClr>
                  </a:solidFill>
                </a:rPr>
                <a:t>enim</a:t>
              </a:r>
              <a:r>
                <a:rPr lang="en-US" sz="1100" dirty="0">
                  <a:solidFill>
                    <a:schemeClr val="bg2">
                      <a:lumMod val="25000"/>
                    </a:schemeClr>
                  </a:solidFill>
                </a:rPr>
                <a:t> </a:t>
              </a:r>
              <a:r>
                <a:rPr lang="en-US" sz="1100" dirty="0" err="1">
                  <a:solidFill>
                    <a:schemeClr val="bg2">
                      <a:lumMod val="25000"/>
                    </a:schemeClr>
                  </a:solidFill>
                </a:rPr>
                <a:t>tincidunt</a:t>
              </a:r>
              <a:r>
                <a:rPr lang="en-US" sz="1100" dirty="0">
                  <a:solidFill>
                    <a:schemeClr val="bg2">
                      <a:lumMod val="25000"/>
                    </a:schemeClr>
                  </a:solidFill>
                </a:rPr>
                <a:t> </a:t>
              </a:r>
              <a:r>
                <a:rPr lang="en-US" sz="1100" dirty="0" err="1">
                  <a:solidFill>
                    <a:schemeClr val="bg2">
                      <a:lumMod val="25000"/>
                    </a:schemeClr>
                  </a:solidFill>
                </a:rPr>
                <a:t>erat</a:t>
              </a:r>
              <a:r>
                <a:rPr lang="en-US" sz="1100" dirty="0">
                  <a:solidFill>
                    <a:schemeClr val="bg2">
                      <a:lumMod val="25000"/>
                    </a:schemeClr>
                  </a:solidFill>
                </a:rPr>
                <a:t>. </a:t>
              </a:r>
              <a:br>
                <a:rPr lang="en-US" sz="1100" dirty="0">
                  <a:solidFill>
                    <a:schemeClr val="bg2">
                      <a:lumMod val="25000"/>
                    </a:schemeClr>
                  </a:solidFill>
                </a:rPr>
              </a:br>
              <a:r>
                <a:rPr lang="en-US" sz="1100" dirty="0" err="1">
                  <a:solidFill>
                    <a:schemeClr val="bg2">
                      <a:lumMod val="25000"/>
                    </a:schemeClr>
                  </a:solidFill>
                </a:rPr>
                <a:t>Eu</a:t>
              </a:r>
              <a:r>
                <a:rPr lang="en-US" sz="1100" dirty="0">
                  <a:solidFill>
                    <a:schemeClr val="bg2">
                      <a:lumMod val="25000"/>
                    </a:schemeClr>
                  </a:solidFill>
                </a:rPr>
                <a:t> </a:t>
              </a:r>
              <a:r>
                <a:rPr lang="en-US" sz="1100" dirty="0" err="1">
                  <a:solidFill>
                    <a:schemeClr val="bg2">
                      <a:lumMod val="25000"/>
                    </a:schemeClr>
                  </a:solidFill>
                </a:rPr>
                <a:t>justo</a:t>
              </a:r>
              <a:r>
                <a:rPr lang="en-US" sz="1100" dirty="0">
                  <a:solidFill>
                    <a:schemeClr val="bg2">
                      <a:lumMod val="25000"/>
                    </a:schemeClr>
                  </a:solidFill>
                </a:rPr>
                <a:t>, </a:t>
              </a:r>
              <a:r>
                <a:rPr lang="en-US" sz="1100" dirty="0" err="1">
                  <a:solidFill>
                    <a:schemeClr val="bg2">
                      <a:lumMod val="25000"/>
                    </a:schemeClr>
                  </a:solidFill>
                </a:rPr>
                <a:t>senectus</a:t>
              </a:r>
              <a:r>
                <a:rPr lang="en-US" sz="1100" dirty="0">
                  <a:solidFill>
                    <a:schemeClr val="bg2">
                      <a:lumMod val="25000"/>
                    </a:schemeClr>
                  </a:solidFill>
                </a:rPr>
                <a:t> </a:t>
              </a:r>
              <a:r>
                <a:rPr lang="en-US" sz="1100" dirty="0" err="1">
                  <a:solidFill>
                    <a:schemeClr val="bg2">
                      <a:lumMod val="25000"/>
                    </a:schemeClr>
                  </a:solidFill>
                </a:rPr>
                <a:t>ut</a:t>
              </a:r>
              <a:r>
                <a:rPr lang="en-US" sz="1100" dirty="0">
                  <a:solidFill>
                    <a:schemeClr val="bg2">
                      <a:lumMod val="25000"/>
                    </a:schemeClr>
                  </a:solidFill>
                </a:rPr>
                <a:t> </a:t>
              </a:r>
              <a:r>
                <a:rPr lang="en-US" sz="1100" dirty="0" err="1">
                  <a:solidFill>
                    <a:schemeClr val="bg2">
                      <a:lumMod val="25000"/>
                    </a:schemeClr>
                  </a:solidFill>
                </a:rPr>
                <a:t>mattis</a:t>
              </a:r>
              <a:r>
                <a:rPr lang="en-US" sz="1100" dirty="0">
                  <a:solidFill>
                    <a:schemeClr val="bg2">
                      <a:lumMod val="25000"/>
                    </a:schemeClr>
                  </a:solidFill>
                </a:rPr>
                <a:t> </a:t>
              </a:r>
              <a:r>
                <a:rPr lang="en-US" sz="1100" dirty="0" err="1">
                  <a:solidFill>
                    <a:schemeClr val="bg2">
                      <a:lumMod val="25000"/>
                    </a:schemeClr>
                  </a:solidFill>
                </a:rPr>
                <a:t>laoreet</a:t>
              </a:r>
              <a:r>
                <a:rPr lang="en-US" sz="1100" dirty="0">
                  <a:solidFill>
                    <a:schemeClr val="bg2">
                      <a:lumMod val="25000"/>
                    </a:schemeClr>
                  </a:solidFill>
                </a:rPr>
                <a:t> et. </a:t>
              </a:r>
              <a:r>
                <a:rPr lang="en-US" sz="1100" dirty="0" err="1">
                  <a:solidFill>
                    <a:schemeClr val="bg2">
                      <a:lumMod val="25000"/>
                    </a:schemeClr>
                  </a:solidFill>
                </a:rPr>
                <a:t>Nec</a:t>
              </a:r>
              <a:r>
                <a:rPr lang="en-US" sz="1100" dirty="0">
                  <a:solidFill>
                    <a:schemeClr val="bg2">
                      <a:lumMod val="25000"/>
                    </a:schemeClr>
                  </a:solidFill>
                </a:rPr>
                <a:t> </a:t>
              </a:r>
              <a:r>
                <a:rPr lang="en-US" sz="1100" dirty="0" err="1">
                  <a:solidFill>
                    <a:schemeClr val="bg2">
                      <a:lumMod val="25000"/>
                    </a:schemeClr>
                  </a:solidFill>
                </a:rPr>
                <a:t>ultricies</a:t>
              </a:r>
              <a:r>
                <a:rPr lang="en-US" sz="1100" dirty="0">
                  <a:solidFill>
                    <a:schemeClr val="bg2">
                      <a:lumMod val="25000"/>
                    </a:schemeClr>
                  </a:solidFill>
                </a:rPr>
                <a:t> </a:t>
              </a:r>
              <a:r>
                <a:rPr lang="en-US" sz="1100" dirty="0" err="1">
                  <a:solidFill>
                    <a:schemeClr val="bg2">
                      <a:lumMod val="25000"/>
                    </a:schemeClr>
                  </a:solidFill>
                </a:rPr>
                <a:t>ultrices</a:t>
              </a:r>
              <a:r>
                <a:rPr lang="en-US" sz="1100" dirty="0">
                  <a:solidFill>
                    <a:schemeClr val="bg2">
                      <a:lumMod val="25000"/>
                    </a:schemeClr>
                  </a:solidFill>
                </a:rPr>
                <a:t> </a:t>
              </a:r>
              <a:r>
                <a:rPr lang="en-US" sz="1100" dirty="0" err="1">
                  <a:solidFill>
                    <a:schemeClr val="bg2">
                      <a:lumMod val="25000"/>
                    </a:schemeClr>
                  </a:solidFill>
                </a:rPr>
                <a:t>iaculis</a:t>
              </a:r>
              <a:r>
                <a:rPr lang="en-US" sz="1100" dirty="0">
                  <a:solidFill>
                    <a:schemeClr val="bg2">
                      <a:lumMod val="25000"/>
                    </a:schemeClr>
                  </a:solidFill>
                </a:rPr>
                <a:t> </a:t>
              </a:r>
              <a:br>
                <a:rPr lang="en-US" sz="1100" dirty="0">
                  <a:solidFill>
                    <a:schemeClr val="bg2">
                      <a:lumMod val="25000"/>
                    </a:schemeClr>
                  </a:solidFill>
                </a:rPr>
              </a:br>
              <a:r>
                <a:rPr lang="en-US" sz="1100" dirty="0">
                  <a:solidFill>
                    <a:srgbClr val="0070C0"/>
                  </a:solidFill>
                </a:rPr>
                <a:t>non </a:t>
              </a:r>
              <a:r>
                <a:rPr lang="en-US" sz="1100" dirty="0" err="1">
                  <a:solidFill>
                    <a:srgbClr val="0070C0"/>
                  </a:solidFill>
                </a:rPr>
                <a:t>asperiores</a:t>
              </a:r>
              <a:r>
                <a:rPr lang="en-US" sz="1100" dirty="0">
                  <a:solidFill>
                    <a:srgbClr val="0070C0"/>
                  </a:solidFill>
                </a:rPr>
                <a:t> </a:t>
              </a:r>
              <a:r>
                <a:rPr lang="en-US" sz="1100" dirty="0" err="1">
                  <a:solidFill>
                    <a:schemeClr val="bg2">
                      <a:lumMod val="25000"/>
                    </a:schemeClr>
                  </a:solidFill>
                </a:rPr>
                <a:t>urna</a:t>
              </a:r>
              <a:r>
                <a:rPr lang="en-US" sz="1100" dirty="0">
                  <a:solidFill>
                    <a:schemeClr val="bg2">
                      <a:lumMod val="25000"/>
                    </a:schemeClr>
                  </a:solidFill>
                </a:rPr>
                <a:t>, </a:t>
              </a:r>
              <a:r>
                <a:rPr lang="en-US" sz="1100" dirty="0" err="1">
                  <a:solidFill>
                    <a:schemeClr val="bg2">
                      <a:lumMod val="25000"/>
                    </a:schemeClr>
                  </a:solidFill>
                </a:rPr>
                <a:t>nec</a:t>
              </a:r>
              <a:r>
                <a:rPr lang="en-US" sz="1100" dirty="0">
                  <a:solidFill>
                    <a:schemeClr val="bg2">
                      <a:lumMod val="25000"/>
                    </a:schemeClr>
                  </a:solidFill>
                </a:rPr>
                <a:t> </a:t>
              </a:r>
              <a:r>
                <a:rPr lang="en-US" sz="1100" dirty="0" err="1">
                  <a:solidFill>
                    <a:schemeClr val="bg2">
                      <a:lumMod val="25000"/>
                    </a:schemeClr>
                  </a:solidFill>
                </a:rPr>
                <a:t>ut</a:t>
              </a:r>
              <a:r>
                <a:rPr lang="en-US" sz="1100" dirty="0">
                  <a:solidFill>
                    <a:schemeClr val="bg2">
                      <a:lumMod val="25000"/>
                    </a:schemeClr>
                  </a:solidFill>
                </a:rPr>
                <a:t> dolor </a:t>
              </a:r>
              <a:r>
                <a:rPr lang="en-US" sz="1100" dirty="0" err="1">
                  <a:solidFill>
                    <a:schemeClr val="bg2">
                      <a:lumMod val="25000"/>
                    </a:schemeClr>
                  </a:solidFill>
                </a:rPr>
                <a:t>dignissim</a:t>
              </a:r>
              <a:r>
                <a:rPr lang="en-US" sz="1100" dirty="0">
                  <a:solidFill>
                    <a:schemeClr val="bg2">
                      <a:lumMod val="25000"/>
                    </a:schemeClr>
                  </a:solidFill>
                </a:rPr>
                <a:t>, </a:t>
              </a:r>
              <a:r>
                <a:rPr lang="en-US" sz="1100" dirty="0" err="1">
                  <a:solidFill>
                    <a:schemeClr val="bg2">
                      <a:lumMod val="25000"/>
                    </a:schemeClr>
                  </a:solidFill>
                </a:rPr>
                <a:t>sodales</a:t>
              </a:r>
              <a:r>
                <a:rPr lang="en-US" sz="1100" dirty="0">
                  <a:solidFill>
                    <a:schemeClr val="bg2">
                      <a:lumMod val="25000"/>
                    </a:schemeClr>
                  </a:solidFill>
                </a:rPr>
                <a:t> </a:t>
              </a:r>
              <a:r>
                <a:rPr lang="en-US" sz="1100" dirty="0" err="1">
                  <a:solidFill>
                    <a:schemeClr val="bg2">
                      <a:lumMod val="25000"/>
                    </a:schemeClr>
                  </a:solidFill>
                </a:rPr>
                <a:t>purus</a:t>
              </a:r>
              <a:r>
                <a:rPr lang="en-US" sz="1100" dirty="0">
                  <a:solidFill>
                    <a:schemeClr val="bg2">
                      <a:lumMod val="25000"/>
                    </a:schemeClr>
                  </a:solidFill>
                </a:rPr>
                <a:t> </a:t>
              </a:r>
              <a:r>
                <a:rPr lang="en-US" sz="1100" dirty="0" err="1">
                  <a:solidFill>
                    <a:schemeClr val="bg2">
                      <a:lumMod val="25000"/>
                    </a:schemeClr>
                  </a:solidFill>
                </a:rPr>
                <a:t>pretium</a:t>
              </a:r>
              <a:r>
                <a:rPr lang="en-US" sz="1100" dirty="0">
                  <a:solidFill>
                    <a:schemeClr val="bg2">
                      <a:lumMod val="25000"/>
                    </a:schemeClr>
                  </a:solidFill>
                </a:rPr>
                <a:t> </a:t>
              </a:r>
              <a:br>
                <a:rPr lang="en-US" sz="1100" dirty="0">
                  <a:solidFill>
                    <a:schemeClr val="bg2">
                      <a:lumMod val="25000"/>
                    </a:schemeClr>
                  </a:solidFill>
                </a:rPr>
              </a:br>
              <a:r>
                <a:rPr lang="en-US" sz="1100" dirty="0" err="1">
                  <a:solidFill>
                    <a:schemeClr val="bg2">
                      <a:lumMod val="25000"/>
                    </a:schemeClr>
                  </a:solidFill>
                </a:rPr>
                <a:t>eget</a:t>
              </a:r>
              <a:r>
                <a:rPr lang="en-US" sz="1100" dirty="0">
                  <a:solidFill>
                    <a:schemeClr val="bg2">
                      <a:lumMod val="25000"/>
                    </a:schemeClr>
                  </a:solidFill>
                </a:rPr>
                <a:t>, </a:t>
              </a:r>
              <a:r>
                <a:rPr lang="en-US" sz="1100" dirty="0" err="1">
                  <a:solidFill>
                    <a:schemeClr val="bg2">
                      <a:lumMod val="25000"/>
                    </a:schemeClr>
                  </a:solidFill>
                </a:rPr>
                <a:t>wisi</a:t>
              </a:r>
              <a:r>
                <a:rPr lang="en-US" sz="1100" dirty="0">
                  <a:solidFill>
                    <a:schemeClr val="bg2">
                      <a:lumMod val="25000"/>
                    </a:schemeClr>
                  </a:solidFill>
                </a:rPr>
                <a:t> integer </a:t>
              </a:r>
              <a:r>
                <a:rPr lang="en-US" sz="1100" dirty="0" err="1">
                  <a:solidFill>
                    <a:schemeClr val="bg2">
                      <a:lumMod val="25000"/>
                    </a:schemeClr>
                  </a:solidFill>
                </a:rPr>
                <a:t>molestie</a:t>
              </a:r>
              <a:r>
                <a:rPr lang="en-US" sz="1100" dirty="0">
                  <a:solidFill>
                    <a:schemeClr val="bg2">
                      <a:lumMod val="25000"/>
                    </a:schemeClr>
                  </a:solidFill>
                </a:rPr>
                <a:t> </a:t>
              </a:r>
              <a:r>
                <a:rPr lang="en-US" sz="1100" dirty="0" err="1">
                  <a:solidFill>
                    <a:schemeClr val="bg2">
                      <a:lumMod val="25000"/>
                    </a:schemeClr>
                  </a:solidFill>
                </a:rPr>
                <a:t>arcu</a:t>
              </a:r>
              <a:r>
                <a:rPr lang="en-US" sz="1100" dirty="0">
                  <a:solidFill>
                    <a:schemeClr val="bg2">
                      <a:lumMod val="25000"/>
                    </a:schemeClr>
                  </a:solidFill>
                </a:rPr>
                <a:t> </a:t>
              </a:r>
              <a:r>
                <a:rPr lang="en-US" sz="1100" dirty="0" err="1">
                  <a:solidFill>
                    <a:schemeClr val="bg2">
                      <a:lumMod val="25000"/>
                    </a:schemeClr>
                  </a:solidFill>
                </a:rPr>
                <a:t>platea</a:t>
              </a:r>
              <a:r>
                <a:rPr lang="en-US" sz="1100" dirty="0">
                  <a:solidFill>
                    <a:schemeClr val="bg2">
                      <a:lumMod val="25000"/>
                    </a:schemeClr>
                  </a:solidFill>
                </a:rPr>
                <a:t>, </a:t>
              </a:r>
              <a:r>
                <a:rPr lang="en-US" sz="1100" dirty="0" err="1">
                  <a:solidFill>
                    <a:schemeClr val="bg2">
                      <a:lumMod val="25000"/>
                    </a:schemeClr>
                  </a:solidFill>
                </a:rPr>
                <a:t>urna</a:t>
              </a:r>
              <a:r>
                <a:rPr lang="en-US" sz="1100" dirty="0">
                  <a:solidFill>
                    <a:schemeClr val="bg2">
                      <a:lumMod val="25000"/>
                    </a:schemeClr>
                  </a:solidFill>
                </a:rPr>
                <a:t> </a:t>
              </a:r>
              <a:r>
                <a:rPr lang="en-US" sz="1100" dirty="0" err="1">
                  <a:solidFill>
                    <a:schemeClr val="bg2">
                      <a:lumMod val="25000"/>
                    </a:schemeClr>
                  </a:solidFill>
                </a:rPr>
                <a:t>ut</a:t>
              </a:r>
              <a:r>
                <a:rPr lang="en-US" sz="1100" dirty="0">
                  <a:solidFill>
                    <a:schemeClr val="bg2">
                      <a:lumMod val="25000"/>
                    </a:schemeClr>
                  </a:solidFill>
                </a:rPr>
                <a:t> in ipsum </a:t>
              </a:r>
              <a:r>
                <a:rPr lang="en-US" sz="1100" dirty="0" err="1">
                  <a:solidFill>
                    <a:schemeClr val="bg2">
                      <a:lumMod val="25000"/>
                    </a:schemeClr>
                  </a:solidFill>
                </a:rPr>
                <a:t>laoreet</a:t>
              </a:r>
              <a:r>
                <a:rPr lang="en-US" sz="1100" dirty="0">
                  <a:solidFill>
                    <a:schemeClr val="bg2">
                      <a:lumMod val="25000"/>
                    </a:schemeClr>
                  </a:solidFill>
                </a:rPr>
                <a:t>. </a:t>
              </a:r>
              <a:br>
                <a:rPr lang="en-US" sz="1100" dirty="0">
                  <a:solidFill>
                    <a:schemeClr val="bg2">
                      <a:lumMod val="25000"/>
                    </a:schemeClr>
                  </a:solidFill>
                </a:rPr>
              </a:br>
              <a:r>
                <a:rPr lang="en-US" sz="1100" dirty="0" err="1">
                  <a:solidFill>
                    <a:schemeClr val="bg2">
                      <a:lumMod val="25000"/>
                    </a:schemeClr>
                  </a:solidFill>
                </a:rPr>
                <a:t>Aenean</a:t>
              </a:r>
              <a:r>
                <a:rPr lang="en-US" sz="1100" dirty="0">
                  <a:solidFill>
                    <a:schemeClr val="bg2">
                      <a:lumMod val="25000"/>
                    </a:schemeClr>
                  </a:solidFill>
                </a:rPr>
                <a:t> </a:t>
              </a:r>
              <a:r>
                <a:rPr lang="en-US" sz="1100" dirty="0" err="1">
                  <a:solidFill>
                    <a:schemeClr val="bg2">
                      <a:lumMod val="25000"/>
                    </a:schemeClr>
                  </a:solidFill>
                </a:rPr>
                <a:t>fusce</a:t>
              </a:r>
              <a:r>
                <a:rPr lang="en-US" sz="1100" dirty="0">
                  <a:solidFill>
                    <a:schemeClr val="bg2">
                      <a:lumMod val="25000"/>
                    </a:schemeClr>
                  </a:solidFill>
                </a:rPr>
                <a:t> </a:t>
              </a:r>
              <a:r>
                <a:rPr lang="en-US" sz="1100" dirty="0" err="1">
                  <a:solidFill>
                    <a:schemeClr val="bg2">
                      <a:lumMod val="25000"/>
                    </a:schemeClr>
                  </a:solidFill>
                </a:rPr>
                <a:t>donec</a:t>
              </a:r>
              <a:r>
                <a:rPr lang="en-US" sz="1100" dirty="0">
                  <a:solidFill>
                    <a:schemeClr val="bg2">
                      <a:lumMod val="25000"/>
                    </a:schemeClr>
                  </a:solidFill>
                </a:rPr>
                <a:t>, </a:t>
              </a:r>
              <a:r>
                <a:rPr lang="en-US" sz="1100" dirty="0" err="1">
                  <a:solidFill>
                    <a:schemeClr val="bg2">
                      <a:lumMod val="25000"/>
                    </a:schemeClr>
                  </a:solidFill>
                </a:rPr>
                <a:t>arcu</a:t>
              </a:r>
              <a:r>
                <a:rPr lang="en-US" sz="1100" dirty="0">
                  <a:solidFill>
                    <a:schemeClr val="bg2">
                      <a:lumMod val="25000"/>
                    </a:schemeClr>
                  </a:solidFill>
                </a:rPr>
                <a:t> </a:t>
              </a:r>
              <a:r>
                <a:rPr lang="en-US" sz="1100" dirty="0" err="1">
                  <a:solidFill>
                    <a:schemeClr val="bg2">
                      <a:lumMod val="25000"/>
                    </a:schemeClr>
                  </a:solidFill>
                </a:rPr>
                <a:t>elit</a:t>
              </a:r>
              <a:r>
                <a:rPr lang="en-US" sz="1100" dirty="0">
                  <a:solidFill>
                    <a:schemeClr val="bg2">
                      <a:lumMod val="25000"/>
                    </a:schemeClr>
                  </a:solidFill>
                </a:rPr>
                <a:t>, </a:t>
              </a:r>
              <a:r>
                <a:rPr lang="en-US" sz="1100" dirty="0" err="1">
                  <a:solidFill>
                    <a:schemeClr val="bg2">
                      <a:lumMod val="25000"/>
                    </a:schemeClr>
                  </a:solidFill>
                </a:rPr>
                <a:t>placerat</a:t>
              </a:r>
              <a:r>
                <a:rPr lang="en-US" sz="1100" dirty="0">
                  <a:solidFill>
                    <a:schemeClr val="bg2">
                      <a:lumMod val="25000"/>
                    </a:schemeClr>
                  </a:solidFill>
                </a:rPr>
                <a:t> </a:t>
              </a:r>
              <a:r>
                <a:rPr lang="en-US" sz="1100" dirty="0" err="1">
                  <a:solidFill>
                    <a:schemeClr val="bg2">
                      <a:lumMod val="25000"/>
                    </a:schemeClr>
                  </a:solidFill>
                </a:rPr>
                <a:t>arcu</a:t>
              </a:r>
              <a:r>
                <a:rPr lang="en-US" sz="1100" dirty="0">
                  <a:solidFill>
                    <a:schemeClr val="bg2">
                      <a:lumMod val="25000"/>
                    </a:schemeClr>
                  </a:solidFill>
                </a:rPr>
                <a:t> </a:t>
              </a:r>
              <a:r>
                <a:rPr lang="en-US" sz="1100" dirty="0" err="1">
                  <a:solidFill>
                    <a:schemeClr val="bg2">
                      <a:lumMod val="25000"/>
                    </a:schemeClr>
                  </a:solidFill>
                </a:rPr>
                <a:t>laoreet</a:t>
              </a:r>
              <a:r>
                <a:rPr lang="en-US" sz="1100" dirty="0">
                  <a:solidFill>
                    <a:schemeClr val="bg2">
                      <a:lumMod val="25000"/>
                    </a:schemeClr>
                  </a:solidFill>
                </a:rPr>
                <a:t>.</a:t>
              </a:r>
              <a:br>
                <a:rPr lang="en-US" sz="1100" dirty="0">
                  <a:solidFill>
                    <a:schemeClr val="bg2">
                      <a:lumMod val="25000"/>
                    </a:schemeClr>
                  </a:solidFill>
                </a:rPr>
              </a:br>
              <a:endParaRPr lang="en-US" sz="1100" dirty="0">
                <a:solidFill>
                  <a:schemeClr val="bg2">
                    <a:lumMod val="25000"/>
                  </a:schemeClr>
                </a:solidFill>
              </a:endParaRPr>
            </a:p>
          </p:txBody>
        </p:sp>
        <p:pic>
          <p:nvPicPr>
            <p:cNvPr id="6" name="Picture 2" descr="http://i.imgur.com/ZGGxVA3.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624009" y="2229586"/>
              <a:ext cx="655555" cy="805022"/>
            </a:xfrm>
            <a:prstGeom prst="rect">
              <a:avLst/>
            </a:prstGeom>
            <a:noFill/>
            <a:extLst>
              <a:ext uri="{909E8E84-426E-40DD-AFC4-6F175D3DCCD1}">
                <a14:hiddenFill xmlns:a14="http://schemas.microsoft.com/office/drawing/2010/main">
                  <a:solidFill>
                    <a:srgbClr val="FFFFFF"/>
                  </a:solidFill>
                </a14:hiddenFill>
              </a:ext>
            </a:extLst>
          </p:spPr>
        </p:pic>
        <p:sp>
          <p:nvSpPr>
            <p:cNvPr id="18" name="Rectangle 17"/>
            <p:cNvSpPr/>
            <p:nvPr/>
          </p:nvSpPr>
          <p:spPr>
            <a:xfrm>
              <a:off x="6618898" y="1749902"/>
              <a:ext cx="4660666" cy="414911"/>
            </a:xfrm>
            <a:prstGeom prst="rect">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dirty="0">
                  <a:solidFill>
                    <a:srgbClr val="0070C0"/>
                  </a:solidFill>
                </a:rPr>
                <a:t>Header</a:t>
              </a:r>
            </a:p>
          </p:txBody>
        </p:sp>
        <p:grpSp>
          <p:nvGrpSpPr>
            <p:cNvPr id="23" name="Group 22"/>
            <p:cNvGrpSpPr/>
            <p:nvPr/>
          </p:nvGrpSpPr>
          <p:grpSpPr>
            <a:xfrm>
              <a:off x="6528586" y="3565175"/>
              <a:ext cx="4854222" cy="2095976"/>
              <a:chOff x="6680986" y="1582050"/>
              <a:chExt cx="4854222" cy="2095976"/>
            </a:xfrm>
          </p:grpSpPr>
          <p:sp>
            <p:nvSpPr>
              <p:cNvPr id="19" name="Rectangle 18"/>
              <p:cNvSpPr/>
              <p:nvPr/>
            </p:nvSpPr>
            <p:spPr>
              <a:xfrm>
                <a:off x="6680986" y="1582050"/>
                <a:ext cx="4854222" cy="2095976"/>
              </a:xfrm>
              <a:prstGeom prst="rect">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dirty="0">
                    <a:solidFill>
                      <a:srgbClr val="0070C0"/>
                    </a:solidFill>
                  </a:rPr>
                  <a:t>Section</a:t>
                </a:r>
              </a:p>
            </p:txBody>
          </p:sp>
          <p:sp>
            <p:nvSpPr>
              <p:cNvPr id="20" name="Rectangle 19"/>
              <p:cNvSpPr/>
              <p:nvPr/>
            </p:nvSpPr>
            <p:spPr>
              <a:xfrm>
                <a:off x="6771298" y="2389888"/>
                <a:ext cx="4660666" cy="1156162"/>
              </a:xfrm>
              <a:prstGeom prst="rect">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100" dirty="0">
                    <a:solidFill>
                      <a:schemeClr val="bg2">
                        <a:lumMod val="25000"/>
                      </a:schemeClr>
                    </a:solidFill>
                  </a:rPr>
                  <a:t>Lorem ipsum dolor sit </a:t>
                </a:r>
                <a:r>
                  <a:rPr lang="en-US" sz="1100" dirty="0" err="1">
                    <a:solidFill>
                      <a:schemeClr val="bg2">
                        <a:lumMod val="25000"/>
                      </a:schemeClr>
                    </a:solidFill>
                  </a:rPr>
                  <a:t>amet</a:t>
                </a:r>
                <a:r>
                  <a:rPr lang="en-US" sz="1100" dirty="0">
                    <a:solidFill>
                      <a:schemeClr val="bg2">
                        <a:lumMod val="25000"/>
                      </a:schemeClr>
                    </a:solidFill>
                  </a:rPr>
                  <a:t>, gravida </a:t>
                </a:r>
                <a:r>
                  <a:rPr lang="en-US" sz="1100" dirty="0" err="1">
                    <a:solidFill>
                      <a:schemeClr val="bg2">
                        <a:lumMod val="25000"/>
                      </a:schemeClr>
                    </a:solidFill>
                  </a:rPr>
                  <a:t>facilisi</a:t>
                </a:r>
                <a:r>
                  <a:rPr lang="en-US" sz="1100" dirty="0">
                    <a:solidFill>
                      <a:schemeClr val="bg2">
                        <a:lumMod val="25000"/>
                      </a:schemeClr>
                    </a:solidFill>
                  </a:rPr>
                  <a:t> </a:t>
                </a:r>
                <a:r>
                  <a:rPr lang="en-US" sz="1100" dirty="0" err="1">
                    <a:solidFill>
                      <a:schemeClr val="bg2">
                        <a:lumMod val="25000"/>
                      </a:schemeClr>
                    </a:solidFill>
                  </a:rPr>
                  <a:t>orci</a:t>
                </a:r>
                <a:r>
                  <a:rPr lang="en-US" sz="1100" dirty="0">
                    <a:solidFill>
                      <a:schemeClr val="bg2">
                        <a:lumMod val="25000"/>
                      </a:schemeClr>
                    </a:solidFill>
                  </a:rPr>
                  <a:t> </a:t>
                </a:r>
                <a:r>
                  <a:rPr lang="en-US" sz="1100" dirty="0" err="1">
                    <a:solidFill>
                      <a:schemeClr val="bg2">
                        <a:lumMod val="25000"/>
                      </a:schemeClr>
                    </a:solidFill>
                  </a:rPr>
                  <a:t>nulla</a:t>
                </a:r>
                <a:r>
                  <a:rPr lang="en-US" sz="1100" dirty="0">
                    <a:solidFill>
                      <a:schemeClr val="bg2">
                        <a:lumMod val="25000"/>
                      </a:schemeClr>
                    </a:solidFill>
                  </a:rPr>
                  <a:t>. </a:t>
                </a:r>
                <a:r>
                  <a:rPr lang="en-US" sz="1100" dirty="0" err="1">
                    <a:solidFill>
                      <a:schemeClr val="bg2">
                        <a:lumMod val="25000"/>
                      </a:schemeClr>
                    </a:solidFill>
                  </a:rPr>
                  <a:t>Erat</a:t>
                </a:r>
                <a:r>
                  <a:rPr lang="en-US" sz="1100" dirty="0">
                    <a:solidFill>
                      <a:schemeClr val="bg2">
                        <a:lumMod val="25000"/>
                      </a:schemeClr>
                    </a:solidFill>
                  </a:rPr>
                  <a:t> dolor, </a:t>
                </a:r>
                <a:br>
                  <a:rPr lang="en-US" sz="1100" dirty="0">
                    <a:solidFill>
                      <a:schemeClr val="bg2">
                        <a:lumMod val="25000"/>
                      </a:schemeClr>
                    </a:solidFill>
                  </a:rPr>
                </a:br>
                <a:r>
                  <a:rPr lang="en-US" sz="1100" dirty="0" err="1">
                    <a:solidFill>
                      <a:schemeClr val="bg2">
                        <a:lumMod val="25000"/>
                      </a:schemeClr>
                    </a:solidFill>
                  </a:rPr>
                  <a:t>sagittis</a:t>
                </a:r>
                <a:r>
                  <a:rPr lang="en-US" sz="1100" dirty="0">
                    <a:solidFill>
                      <a:schemeClr val="bg2">
                        <a:lumMod val="25000"/>
                      </a:schemeClr>
                    </a:solidFill>
                  </a:rPr>
                  <a:t> </a:t>
                </a:r>
                <a:r>
                  <a:rPr lang="en-US" sz="1100" dirty="0" err="1">
                    <a:solidFill>
                      <a:schemeClr val="bg2">
                        <a:lumMod val="25000"/>
                      </a:schemeClr>
                    </a:solidFill>
                  </a:rPr>
                  <a:t>blandit</a:t>
                </a:r>
                <a:r>
                  <a:rPr lang="en-US" sz="1100" dirty="0">
                    <a:solidFill>
                      <a:schemeClr val="bg2">
                        <a:lumMod val="25000"/>
                      </a:schemeClr>
                    </a:solidFill>
                  </a:rPr>
                  <a:t>, </a:t>
                </a:r>
                <a:r>
                  <a:rPr lang="en-US" sz="1100" dirty="0" err="1">
                    <a:solidFill>
                      <a:schemeClr val="bg2">
                        <a:lumMod val="25000"/>
                      </a:schemeClr>
                    </a:solidFill>
                  </a:rPr>
                  <a:t>maecenas</a:t>
                </a:r>
                <a:r>
                  <a:rPr lang="en-US" sz="1100" dirty="0">
                    <a:solidFill>
                      <a:schemeClr val="bg2">
                        <a:lumMod val="25000"/>
                      </a:schemeClr>
                    </a:solidFill>
                  </a:rPr>
                  <a:t> </a:t>
                </a:r>
                <a:r>
                  <a:rPr lang="en-US" sz="1100" dirty="0" err="1">
                    <a:solidFill>
                      <a:schemeClr val="bg2">
                        <a:lumMod val="25000"/>
                      </a:schemeClr>
                    </a:solidFill>
                  </a:rPr>
                  <a:t>quis</a:t>
                </a:r>
                <a:r>
                  <a:rPr lang="en-US" sz="1100" dirty="0">
                    <a:solidFill>
                      <a:schemeClr val="bg2">
                        <a:lumMod val="25000"/>
                      </a:schemeClr>
                    </a:solidFill>
                  </a:rPr>
                  <a:t> mi </a:t>
                </a:r>
                <a:r>
                  <a:rPr lang="en-US" sz="1100" dirty="0" err="1">
                    <a:solidFill>
                      <a:schemeClr val="bg2">
                        <a:lumMod val="25000"/>
                      </a:schemeClr>
                    </a:solidFill>
                  </a:rPr>
                  <a:t>suscipit</a:t>
                </a:r>
                <a:r>
                  <a:rPr lang="en-US" sz="1100" dirty="0">
                    <a:solidFill>
                      <a:schemeClr val="bg2">
                        <a:lumMod val="25000"/>
                      </a:schemeClr>
                    </a:solidFill>
                  </a:rPr>
                  <a:t>, </a:t>
                </a:r>
                <a:r>
                  <a:rPr lang="en-US" sz="1100" dirty="0" err="1">
                    <a:solidFill>
                      <a:schemeClr val="bg2">
                        <a:lumMod val="25000"/>
                      </a:schemeClr>
                    </a:solidFill>
                  </a:rPr>
                  <a:t>risus</a:t>
                </a:r>
                <a:r>
                  <a:rPr lang="en-US" sz="1100" dirty="0">
                    <a:solidFill>
                      <a:schemeClr val="bg2">
                        <a:lumMod val="25000"/>
                      </a:schemeClr>
                    </a:solidFill>
                  </a:rPr>
                  <a:t> </a:t>
                </a:r>
                <a:r>
                  <a:rPr lang="en-US" sz="1100" dirty="0" err="1">
                    <a:solidFill>
                      <a:schemeClr val="bg2">
                        <a:lumMod val="25000"/>
                      </a:schemeClr>
                    </a:solidFill>
                  </a:rPr>
                  <a:t>enim</a:t>
                </a:r>
                <a:r>
                  <a:rPr lang="en-US" sz="1100" dirty="0">
                    <a:solidFill>
                      <a:schemeClr val="bg2">
                        <a:lumMod val="25000"/>
                      </a:schemeClr>
                    </a:solidFill>
                  </a:rPr>
                  <a:t> </a:t>
                </a:r>
                <a:r>
                  <a:rPr lang="en-US" sz="1100" dirty="0" err="1">
                    <a:solidFill>
                      <a:schemeClr val="bg2">
                        <a:lumMod val="25000"/>
                      </a:schemeClr>
                    </a:solidFill>
                  </a:rPr>
                  <a:t>tincidunt</a:t>
                </a:r>
                <a:r>
                  <a:rPr lang="en-US" sz="1100" dirty="0">
                    <a:solidFill>
                      <a:schemeClr val="bg2">
                        <a:lumMod val="25000"/>
                      </a:schemeClr>
                    </a:solidFill>
                  </a:rPr>
                  <a:t> </a:t>
                </a:r>
                <a:r>
                  <a:rPr lang="en-US" sz="1100" dirty="0" err="1">
                    <a:solidFill>
                      <a:schemeClr val="bg2">
                        <a:lumMod val="25000"/>
                      </a:schemeClr>
                    </a:solidFill>
                  </a:rPr>
                  <a:t>erat</a:t>
                </a:r>
                <a:r>
                  <a:rPr lang="en-US" sz="1100" dirty="0">
                    <a:solidFill>
                      <a:schemeClr val="bg2">
                        <a:lumMod val="25000"/>
                      </a:schemeClr>
                    </a:solidFill>
                  </a:rPr>
                  <a:t>. </a:t>
                </a:r>
                <a:br>
                  <a:rPr lang="en-US" sz="1100" dirty="0">
                    <a:solidFill>
                      <a:schemeClr val="bg2">
                        <a:lumMod val="25000"/>
                      </a:schemeClr>
                    </a:solidFill>
                  </a:rPr>
                </a:br>
                <a:r>
                  <a:rPr lang="en-US" sz="1100" dirty="0" err="1">
                    <a:solidFill>
                      <a:schemeClr val="bg2">
                        <a:lumMod val="25000"/>
                      </a:schemeClr>
                    </a:solidFill>
                  </a:rPr>
                  <a:t>Eu</a:t>
                </a:r>
                <a:r>
                  <a:rPr lang="en-US" sz="1100" dirty="0">
                    <a:solidFill>
                      <a:schemeClr val="bg2">
                        <a:lumMod val="25000"/>
                      </a:schemeClr>
                    </a:solidFill>
                  </a:rPr>
                  <a:t> </a:t>
                </a:r>
                <a:r>
                  <a:rPr lang="en-US" sz="1100" dirty="0" err="1">
                    <a:solidFill>
                      <a:schemeClr val="bg2">
                        <a:lumMod val="25000"/>
                      </a:schemeClr>
                    </a:solidFill>
                  </a:rPr>
                  <a:t>justo</a:t>
                </a:r>
                <a:r>
                  <a:rPr lang="en-US" sz="1100" dirty="0">
                    <a:solidFill>
                      <a:schemeClr val="bg2">
                        <a:lumMod val="25000"/>
                      </a:schemeClr>
                    </a:solidFill>
                  </a:rPr>
                  <a:t>, </a:t>
                </a:r>
                <a:r>
                  <a:rPr lang="en-US" sz="1100" dirty="0" err="1">
                    <a:solidFill>
                      <a:schemeClr val="bg2">
                        <a:lumMod val="25000"/>
                      </a:schemeClr>
                    </a:solidFill>
                  </a:rPr>
                  <a:t>senectus</a:t>
                </a:r>
                <a:r>
                  <a:rPr lang="en-US" sz="1100" dirty="0">
                    <a:solidFill>
                      <a:schemeClr val="bg2">
                        <a:lumMod val="25000"/>
                      </a:schemeClr>
                    </a:solidFill>
                  </a:rPr>
                  <a:t> </a:t>
                </a:r>
                <a:r>
                  <a:rPr lang="en-US" sz="1100" dirty="0" err="1">
                    <a:solidFill>
                      <a:schemeClr val="bg2">
                        <a:lumMod val="25000"/>
                      </a:schemeClr>
                    </a:solidFill>
                  </a:rPr>
                  <a:t>ut</a:t>
                </a:r>
                <a:r>
                  <a:rPr lang="en-US" sz="1100" dirty="0">
                    <a:solidFill>
                      <a:schemeClr val="bg2">
                        <a:lumMod val="25000"/>
                      </a:schemeClr>
                    </a:solidFill>
                  </a:rPr>
                  <a:t> </a:t>
                </a:r>
                <a:r>
                  <a:rPr lang="en-US" sz="1100" dirty="0" err="1">
                    <a:solidFill>
                      <a:schemeClr val="bg2">
                        <a:lumMod val="25000"/>
                      </a:schemeClr>
                    </a:solidFill>
                  </a:rPr>
                  <a:t>mattis</a:t>
                </a:r>
                <a:r>
                  <a:rPr lang="en-US" sz="1100" dirty="0">
                    <a:solidFill>
                      <a:schemeClr val="bg2">
                        <a:lumMod val="25000"/>
                      </a:schemeClr>
                    </a:solidFill>
                  </a:rPr>
                  <a:t> </a:t>
                </a:r>
                <a:r>
                  <a:rPr lang="en-US" sz="1100" dirty="0" err="1">
                    <a:solidFill>
                      <a:schemeClr val="bg2">
                        <a:lumMod val="25000"/>
                      </a:schemeClr>
                    </a:solidFill>
                  </a:rPr>
                  <a:t>laoreet</a:t>
                </a:r>
                <a:r>
                  <a:rPr lang="en-US" sz="1100" dirty="0">
                    <a:solidFill>
                      <a:schemeClr val="bg2">
                        <a:lumMod val="25000"/>
                      </a:schemeClr>
                    </a:solidFill>
                  </a:rPr>
                  <a:t> et. </a:t>
                </a:r>
                <a:r>
                  <a:rPr lang="en-US" sz="1100" dirty="0" err="1">
                    <a:solidFill>
                      <a:schemeClr val="bg2">
                        <a:lumMod val="25000"/>
                      </a:schemeClr>
                    </a:solidFill>
                  </a:rPr>
                  <a:t>Nec</a:t>
                </a:r>
                <a:r>
                  <a:rPr lang="en-US" sz="1100" dirty="0">
                    <a:solidFill>
                      <a:schemeClr val="bg2">
                        <a:lumMod val="25000"/>
                      </a:schemeClr>
                    </a:solidFill>
                  </a:rPr>
                  <a:t> </a:t>
                </a:r>
                <a:r>
                  <a:rPr lang="en-US" sz="1100" dirty="0" err="1">
                    <a:solidFill>
                      <a:schemeClr val="bg2">
                        <a:lumMod val="25000"/>
                      </a:schemeClr>
                    </a:solidFill>
                  </a:rPr>
                  <a:t>ultricies</a:t>
                </a:r>
                <a:r>
                  <a:rPr lang="en-US" sz="1100" dirty="0">
                    <a:solidFill>
                      <a:schemeClr val="bg2">
                        <a:lumMod val="25000"/>
                      </a:schemeClr>
                    </a:solidFill>
                  </a:rPr>
                  <a:t> </a:t>
                </a:r>
                <a:r>
                  <a:rPr lang="en-US" sz="1100" dirty="0" err="1">
                    <a:solidFill>
                      <a:schemeClr val="bg2">
                        <a:lumMod val="25000"/>
                      </a:schemeClr>
                    </a:solidFill>
                  </a:rPr>
                  <a:t>ultrices</a:t>
                </a:r>
                <a:r>
                  <a:rPr lang="en-US" sz="1100" dirty="0">
                    <a:solidFill>
                      <a:schemeClr val="bg2">
                        <a:lumMod val="25000"/>
                      </a:schemeClr>
                    </a:solidFill>
                  </a:rPr>
                  <a:t> </a:t>
                </a:r>
                <a:r>
                  <a:rPr lang="en-US" sz="1100" dirty="0" err="1">
                    <a:solidFill>
                      <a:schemeClr val="bg2">
                        <a:lumMod val="25000"/>
                      </a:schemeClr>
                    </a:solidFill>
                  </a:rPr>
                  <a:t>iaculis</a:t>
                </a:r>
                <a:r>
                  <a:rPr lang="en-US" sz="1100" dirty="0">
                    <a:solidFill>
                      <a:schemeClr val="bg2">
                        <a:lumMod val="25000"/>
                      </a:schemeClr>
                    </a:solidFill>
                  </a:rPr>
                  <a:t> </a:t>
                </a:r>
                <a:br>
                  <a:rPr lang="en-US" sz="1100" dirty="0">
                    <a:solidFill>
                      <a:schemeClr val="bg2">
                        <a:lumMod val="25000"/>
                      </a:schemeClr>
                    </a:solidFill>
                  </a:rPr>
                </a:br>
                <a:r>
                  <a:rPr lang="en-US" sz="1100" dirty="0">
                    <a:solidFill>
                      <a:srgbClr val="0070C0"/>
                    </a:solidFill>
                  </a:rPr>
                  <a:t>non </a:t>
                </a:r>
                <a:r>
                  <a:rPr lang="en-US" sz="1100" dirty="0" err="1">
                    <a:solidFill>
                      <a:srgbClr val="0070C0"/>
                    </a:solidFill>
                  </a:rPr>
                  <a:t>asperiores</a:t>
                </a:r>
                <a:r>
                  <a:rPr lang="en-US" sz="1100" dirty="0">
                    <a:solidFill>
                      <a:srgbClr val="0070C0"/>
                    </a:solidFill>
                  </a:rPr>
                  <a:t> </a:t>
                </a:r>
                <a:r>
                  <a:rPr lang="en-US" sz="1100" dirty="0" err="1">
                    <a:solidFill>
                      <a:schemeClr val="bg2">
                        <a:lumMod val="25000"/>
                      </a:schemeClr>
                    </a:solidFill>
                  </a:rPr>
                  <a:t>urna</a:t>
                </a:r>
                <a:r>
                  <a:rPr lang="en-US" sz="1100" dirty="0">
                    <a:solidFill>
                      <a:schemeClr val="bg2">
                        <a:lumMod val="25000"/>
                      </a:schemeClr>
                    </a:solidFill>
                  </a:rPr>
                  <a:t>, </a:t>
                </a:r>
                <a:r>
                  <a:rPr lang="en-US" sz="1100" dirty="0" err="1">
                    <a:solidFill>
                      <a:schemeClr val="bg2">
                        <a:lumMod val="25000"/>
                      </a:schemeClr>
                    </a:solidFill>
                  </a:rPr>
                  <a:t>nec</a:t>
                </a:r>
                <a:r>
                  <a:rPr lang="en-US" sz="1100" dirty="0">
                    <a:solidFill>
                      <a:schemeClr val="bg2">
                        <a:lumMod val="25000"/>
                      </a:schemeClr>
                    </a:solidFill>
                  </a:rPr>
                  <a:t> </a:t>
                </a:r>
                <a:r>
                  <a:rPr lang="en-US" sz="1100" dirty="0" err="1">
                    <a:solidFill>
                      <a:schemeClr val="bg2">
                        <a:lumMod val="25000"/>
                      </a:schemeClr>
                    </a:solidFill>
                  </a:rPr>
                  <a:t>ut</a:t>
                </a:r>
                <a:r>
                  <a:rPr lang="en-US" sz="1100" dirty="0">
                    <a:solidFill>
                      <a:schemeClr val="bg2">
                        <a:lumMod val="25000"/>
                      </a:schemeClr>
                    </a:solidFill>
                  </a:rPr>
                  <a:t> dolor </a:t>
                </a:r>
                <a:r>
                  <a:rPr lang="en-US" sz="1100" dirty="0" err="1">
                    <a:solidFill>
                      <a:schemeClr val="bg2">
                        <a:lumMod val="25000"/>
                      </a:schemeClr>
                    </a:solidFill>
                  </a:rPr>
                  <a:t>dignissim</a:t>
                </a:r>
                <a:r>
                  <a:rPr lang="en-US" sz="1100" dirty="0">
                    <a:solidFill>
                      <a:schemeClr val="bg2">
                        <a:lumMod val="25000"/>
                      </a:schemeClr>
                    </a:solidFill>
                  </a:rPr>
                  <a:t>, </a:t>
                </a:r>
                <a:r>
                  <a:rPr lang="en-US" sz="1100" dirty="0" err="1">
                    <a:solidFill>
                      <a:schemeClr val="bg2">
                        <a:lumMod val="25000"/>
                      </a:schemeClr>
                    </a:solidFill>
                  </a:rPr>
                  <a:t>sodales</a:t>
                </a:r>
                <a:r>
                  <a:rPr lang="en-US" sz="1100" dirty="0">
                    <a:solidFill>
                      <a:schemeClr val="bg2">
                        <a:lumMod val="25000"/>
                      </a:schemeClr>
                    </a:solidFill>
                  </a:rPr>
                  <a:t> </a:t>
                </a:r>
                <a:r>
                  <a:rPr lang="en-US" sz="1100" dirty="0" err="1">
                    <a:solidFill>
                      <a:schemeClr val="bg2">
                        <a:lumMod val="25000"/>
                      </a:schemeClr>
                    </a:solidFill>
                  </a:rPr>
                  <a:t>purus</a:t>
                </a:r>
                <a:r>
                  <a:rPr lang="en-US" sz="1100" dirty="0">
                    <a:solidFill>
                      <a:schemeClr val="bg2">
                        <a:lumMod val="25000"/>
                      </a:schemeClr>
                    </a:solidFill>
                  </a:rPr>
                  <a:t> </a:t>
                </a:r>
                <a:r>
                  <a:rPr lang="en-US" sz="1100" dirty="0" err="1">
                    <a:solidFill>
                      <a:schemeClr val="bg2">
                        <a:lumMod val="25000"/>
                      </a:schemeClr>
                    </a:solidFill>
                  </a:rPr>
                  <a:t>pretium</a:t>
                </a:r>
                <a:r>
                  <a:rPr lang="en-US" sz="1100" dirty="0">
                    <a:solidFill>
                      <a:schemeClr val="bg2">
                        <a:lumMod val="25000"/>
                      </a:schemeClr>
                    </a:solidFill>
                  </a:rPr>
                  <a:t> </a:t>
                </a:r>
                <a:br>
                  <a:rPr lang="en-US" sz="1100" dirty="0">
                    <a:solidFill>
                      <a:schemeClr val="bg2">
                        <a:lumMod val="25000"/>
                      </a:schemeClr>
                    </a:solidFill>
                  </a:rPr>
                </a:br>
                <a:r>
                  <a:rPr lang="en-US" sz="1100" dirty="0" err="1">
                    <a:solidFill>
                      <a:schemeClr val="bg2">
                        <a:lumMod val="25000"/>
                      </a:schemeClr>
                    </a:solidFill>
                  </a:rPr>
                  <a:t>eget</a:t>
                </a:r>
                <a:r>
                  <a:rPr lang="en-US" sz="1100" dirty="0">
                    <a:solidFill>
                      <a:schemeClr val="bg2">
                        <a:lumMod val="25000"/>
                      </a:schemeClr>
                    </a:solidFill>
                  </a:rPr>
                  <a:t>, </a:t>
                </a:r>
                <a:r>
                  <a:rPr lang="en-US" sz="1100" dirty="0" err="1">
                    <a:solidFill>
                      <a:schemeClr val="bg2">
                        <a:lumMod val="25000"/>
                      </a:schemeClr>
                    </a:solidFill>
                  </a:rPr>
                  <a:t>wisi</a:t>
                </a:r>
                <a:r>
                  <a:rPr lang="en-US" sz="1100" dirty="0">
                    <a:solidFill>
                      <a:schemeClr val="bg2">
                        <a:lumMod val="25000"/>
                      </a:schemeClr>
                    </a:solidFill>
                  </a:rPr>
                  <a:t> integer </a:t>
                </a:r>
                <a:r>
                  <a:rPr lang="en-US" sz="1100" dirty="0" err="1">
                    <a:solidFill>
                      <a:schemeClr val="bg2">
                        <a:lumMod val="25000"/>
                      </a:schemeClr>
                    </a:solidFill>
                  </a:rPr>
                  <a:t>molestie</a:t>
                </a:r>
                <a:r>
                  <a:rPr lang="en-US" sz="1100" dirty="0">
                    <a:solidFill>
                      <a:schemeClr val="bg2">
                        <a:lumMod val="25000"/>
                      </a:schemeClr>
                    </a:solidFill>
                  </a:rPr>
                  <a:t> </a:t>
                </a:r>
                <a:r>
                  <a:rPr lang="en-US" sz="1100" dirty="0" err="1">
                    <a:solidFill>
                      <a:schemeClr val="bg2">
                        <a:lumMod val="25000"/>
                      </a:schemeClr>
                    </a:solidFill>
                  </a:rPr>
                  <a:t>arcu</a:t>
                </a:r>
                <a:r>
                  <a:rPr lang="en-US" sz="1100" dirty="0">
                    <a:solidFill>
                      <a:schemeClr val="bg2">
                        <a:lumMod val="25000"/>
                      </a:schemeClr>
                    </a:solidFill>
                  </a:rPr>
                  <a:t> </a:t>
                </a:r>
                <a:r>
                  <a:rPr lang="en-US" sz="1100" dirty="0" err="1">
                    <a:solidFill>
                      <a:schemeClr val="bg2">
                        <a:lumMod val="25000"/>
                      </a:schemeClr>
                    </a:solidFill>
                  </a:rPr>
                  <a:t>platea</a:t>
                </a:r>
                <a:r>
                  <a:rPr lang="en-US" sz="1100" dirty="0">
                    <a:solidFill>
                      <a:schemeClr val="bg2">
                        <a:lumMod val="25000"/>
                      </a:schemeClr>
                    </a:solidFill>
                  </a:rPr>
                  <a:t>, </a:t>
                </a:r>
                <a:r>
                  <a:rPr lang="en-US" sz="1100" dirty="0" err="1">
                    <a:solidFill>
                      <a:schemeClr val="bg2">
                        <a:lumMod val="25000"/>
                      </a:schemeClr>
                    </a:solidFill>
                  </a:rPr>
                  <a:t>urna</a:t>
                </a:r>
                <a:r>
                  <a:rPr lang="en-US" sz="1100" dirty="0">
                    <a:solidFill>
                      <a:schemeClr val="bg2">
                        <a:lumMod val="25000"/>
                      </a:schemeClr>
                    </a:solidFill>
                  </a:rPr>
                  <a:t> </a:t>
                </a:r>
                <a:r>
                  <a:rPr lang="en-US" sz="1100" dirty="0" err="1">
                    <a:solidFill>
                      <a:schemeClr val="bg2">
                        <a:lumMod val="25000"/>
                      </a:schemeClr>
                    </a:solidFill>
                  </a:rPr>
                  <a:t>ut</a:t>
                </a:r>
                <a:r>
                  <a:rPr lang="en-US" sz="1100" dirty="0">
                    <a:solidFill>
                      <a:schemeClr val="bg2">
                        <a:lumMod val="25000"/>
                      </a:schemeClr>
                    </a:solidFill>
                  </a:rPr>
                  <a:t> in ipsum </a:t>
                </a:r>
                <a:r>
                  <a:rPr lang="en-US" sz="1100" dirty="0" err="1">
                    <a:solidFill>
                      <a:schemeClr val="bg2">
                        <a:lumMod val="25000"/>
                      </a:schemeClr>
                    </a:solidFill>
                  </a:rPr>
                  <a:t>laoreet</a:t>
                </a:r>
                <a:r>
                  <a:rPr lang="en-US" sz="1100" dirty="0">
                    <a:solidFill>
                      <a:schemeClr val="bg2">
                        <a:lumMod val="25000"/>
                      </a:schemeClr>
                    </a:solidFill>
                  </a:rPr>
                  <a:t>. </a:t>
                </a:r>
                <a:br>
                  <a:rPr lang="en-US" sz="1100" dirty="0">
                    <a:solidFill>
                      <a:schemeClr val="bg2">
                        <a:lumMod val="25000"/>
                      </a:schemeClr>
                    </a:solidFill>
                  </a:rPr>
                </a:br>
                <a:r>
                  <a:rPr lang="en-US" sz="1100" dirty="0" err="1">
                    <a:solidFill>
                      <a:schemeClr val="bg2">
                        <a:lumMod val="25000"/>
                      </a:schemeClr>
                    </a:solidFill>
                  </a:rPr>
                  <a:t>Aenean</a:t>
                </a:r>
                <a:r>
                  <a:rPr lang="en-US" sz="1100" dirty="0">
                    <a:solidFill>
                      <a:schemeClr val="bg2">
                        <a:lumMod val="25000"/>
                      </a:schemeClr>
                    </a:solidFill>
                  </a:rPr>
                  <a:t> </a:t>
                </a:r>
                <a:r>
                  <a:rPr lang="en-US" sz="1100" dirty="0" err="1">
                    <a:solidFill>
                      <a:schemeClr val="bg2">
                        <a:lumMod val="25000"/>
                      </a:schemeClr>
                    </a:solidFill>
                  </a:rPr>
                  <a:t>fusce</a:t>
                </a:r>
                <a:r>
                  <a:rPr lang="en-US" sz="1100" dirty="0">
                    <a:solidFill>
                      <a:schemeClr val="bg2">
                        <a:lumMod val="25000"/>
                      </a:schemeClr>
                    </a:solidFill>
                  </a:rPr>
                  <a:t> </a:t>
                </a:r>
                <a:r>
                  <a:rPr lang="en-US" sz="1100" dirty="0" err="1">
                    <a:solidFill>
                      <a:schemeClr val="bg2">
                        <a:lumMod val="25000"/>
                      </a:schemeClr>
                    </a:solidFill>
                  </a:rPr>
                  <a:t>donec</a:t>
                </a:r>
                <a:r>
                  <a:rPr lang="en-US" sz="1100" dirty="0">
                    <a:solidFill>
                      <a:schemeClr val="bg2">
                        <a:lumMod val="25000"/>
                      </a:schemeClr>
                    </a:solidFill>
                  </a:rPr>
                  <a:t>, </a:t>
                </a:r>
                <a:r>
                  <a:rPr lang="en-US" sz="1100" dirty="0" err="1">
                    <a:solidFill>
                      <a:schemeClr val="bg2">
                        <a:lumMod val="25000"/>
                      </a:schemeClr>
                    </a:solidFill>
                  </a:rPr>
                  <a:t>arcu</a:t>
                </a:r>
                <a:r>
                  <a:rPr lang="en-US" sz="1100" dirty="0">
                    <a:solidFill>
                      <a:schemeClr val="bg2">
                        <a:lumMod val="25000"/>
                      </a:schemeClr>
                    </a:solidFill>
                  </a:rPr>
                  <a:t> </a:t>
                </a:r>
                <a:r>
                  <a:rPr lang="en-US" sz="1100" dirty="0" err="1">
                    <a:solidFill>
                      <a:schemeClr val="bg2">
                        <a:lumMod val="25000"/>
                      </a:schemeClr>
                    </a:solidFill>
                  </a:rPr>
                  <a:t>elit</a:t>
                </a:r>
                <a:r>
                  <a:rPr lang="en-US" sz="1100" dirty="0">
                    <a:solidFill>
                      <a:schemeClr val="bg2">
                        <a:lumMod val="25000"/>
                      </a:schemeClr>
                    </a:solidFill>
                  </a:rPr>
                  <a:t>, </a:t>
                </a:r>
                <a:r>
                  <a:rPr lang="en-US" sz="1100" dirty="0" err="1">
                    <a:solidFill>
                      <a:schemeClr val="bg2">
                        <a:lumMod val="25000"/>
                      </a:schemeClr>
                    </a:solidFill>
                  </a:rPr>
                  <a:t>placerat</a:t>
                </a:r>
                <a:r>
                  <a:rPr lang="en-US" sz="1100" dirty="0">
                    <a:solidFill>
                      <a:schemeClr val="bg2">
                        <a:lumMod val="25000"/>
                      </a:schemeClr>
                    </a:solidFill>
                  </a:rPr>
                  <a:t> </a:t>
                </a:r>
                <a:r>
                  <a:rPr lang="en-US" sz="1100" dirty="0" err="1">
                    <a:solidFill>
                      <a:schemeClr val="bg2">
                        <a:lumMod val="25000"/>
                      </a:schemeClr>
                    </a:solidFill>
                  </a:rPr>
                  <a:t>arcu</a:t>
                </a:r>
                <a:r>
                  <a:rPr lang="en-US" sz="1100" dirty="0">
                    <a:solidFill>
                      <a:schemeClr val="bg2">
                        <a:lumMod val="25000"/>
                      </a:schemeClr>
                    </a:solidFill>
                  </a:rPr>
                  <a:t> </a:t>
                </a:r>
                <a:r>
                  <a:rPr lang="en-US" sz="1100" dirty="0" err="1">
                    <a:solidFill>
                      <a:schemeClr val="bg2">
                        <a:lumMod val="25000"/>
                      </a:schemeClr>
                    </a:solidFill>
                  </a:rPr>
                  <a:t>laoreet</a:t>
                </a:r>
                <a:r>
                  <a:rPr lang="en-US" sz="1100" dirty="0">
                    <a:solidFill>
                      <a:schemeClr val="bg2">
                        <a:lumMod val="25000"/>
                      </a:schemeClr>
                    </a:solidFill>
                  </a:rPr>
                  <a:t>.</a:t>
                </a:r>
                <a:br>
                  <a:rPr lang="en-US" sz="1100" dirty="0">
                    <a:solidFill>
                      <a:schemeClr val="bg2">
                        <a:lumMod val="25000"/>
                      </a:schemeClr>
                    </a:solidFill>
                  </a:rPr>
                </a:br>
                <a:endParaRPr lang="en-US" sz="1100" dirty="0">
                  <a:solidFill>
                    <a:schemeClr val="bg2">
                      <a:lumMod val="25000"/>
                    </a:schemeClr>
                  </a:solidFill>
                </a:endParaRPr>
              </a:p>
            </p:txBody>
          </p:sp>
          <p:sp>
            <p:nvSpPr>
              <p:cNvPr id="22" name="Rectangle 21"/>
              <p:cNvSpPr/>
              <p:nvPr/>
            </p:nvSpPr>
            <p:spPr>
              <a:xfrm>
                <a:off x="6771298" y="1902302"/>
                <a:ext cx="4660666" cy="414911"/>
              </a:xfrm>
              <a:prstGeom prst="rect">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dirty="0">
                    <a:solidFill>
                      <a:srgbClr val="0070C0"/>
                    </a:solidFill>
                  </a:rPr>
                  <a:t>Header</a:t>
                </a:r>
              </a:p>
            </p:txBody>
          </p:sp>
        </p:grpSp>
        <p:pic>
          <p:nvPicPr>
            <p:cNvPr id="2050" name="Picture 2" descr="http://freevectorlogo.net/wp-content/uploads/2013/06/world-of-warcraft-horde-vector-logo.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337367" y="4340852"/>
              <a:ext cx="1228837" cy="1228837"/>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20413238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Article</a:t>
            </a:r>
          </a:p>
        </p:txBody>
      </p:sp>
      <p:sp>
        <p:nvSpPr>
          <p:cNvPr id="3" name="Content Placeholder 2"/>
          <p:cNvSpPr>
            <a:spLocks noGrp="1"/>
          </p:cNvSpPr>
          <p:nvPr>
            <p:ph idx="1"/>
          </p:nvPr>
        </p:nvSpPr>
        <p:spPr>
          <a:xfrm>
            <a:off x="838200" y="1690688"/>
            <a:ext cx="10515600" cy="4351338"/>
          </a:xfrm>
        </p:spPr>
        <p:txBody>
          <a:bodyPr>
            <a:normAutofit/>
          </a:bodyPr>
          <a:lstStyle/>
          <a:p>
            <a:pPr marL="0" indent="0">
              <a:spcAft>
                <a:spcPts val="1200"/>
              </a:spcAft>
              <a:buNone/>
            </a:pPr>
            <a:r>
              <a:rPr lang="en-US" dirty="0"/>
              <a:t>The &lt;article&gt; element specifies independent, self-contained content</a:t>
            </a:r>
          </a:p>
          <a:p>
            <a:pPr marL="0" indent="0">
              <a:spcAft>
                <a:spcPts val="1200"/>
              </a:spcAft>
              <a:buNone/>
            </a:pPr>
            <a:r>
              <a:rPr lang="en-US" dirty="0"/>
              <a:t>An article should make sense on its own, and it should be possible to read it independently from the rest of the web site</a:t>
            </a:r>
          </a:p>
          <a:p>
            <a:pPr marL="0" indent="0">
              <a:spcAft>
                <a:spcPts val="1200"/>
              </a:spcAft>
              <a:buNone/>
            </a:pPr>
            <a:r>
              <a:rPr lang="en-US" dirty="0"/>
              <a:t>Examples of where an &lt;article&gt; element can be used:</a:t>
            </a:r>
          </a:p>
          <a:p>
            <a:pPr marL="457200" lvl="1" indent="0">
              <a:spcAft>
                <a:spcPts val="600"/>
              </a:spcAft>
              <a:buNone/>
            </a:pPr>
            <a:r>
              <a:rPr lang="en-US" dirty="0"/>
              <a:t>Forum post</a:t>
            </a:r>
          </a:p>
          <a:p>
            <a:pPr marL="457200" lvl="1" indent="0">
              <a:spcAft>
                <a:spcPts val="600"/>
              </a:spcAft>
              <a:buNone/>
            </a:pPr>
            <a:r>
              <a:rPr lang="en-US" dirty="0"/>
              <a:t>Blog post</a:t>
            </a:r>
          </a:p>
          <a:p>
            <a:pPr marL="457200" lvl="1" indent="0">
              <a:spcAft>
                <a:spcPts val="600"/>
              </a:spcAft>
              <a:buNone/>
            </a:pPr>
            <a:r>
              <a:rPr lang="en-US" dirty="0"/>
              <a:t>Newspaper article</a:t>
            </a:r>
          </a:p>
        </p:txBody>
      </p:sp>
    </p:spTree>
    <p:extLst>
      <p:ext uri="{BB962C8B-B14F-4D97-AF65-F5344CB8AC3E}">
        <p14:creationId xmlns:p14="http://schemas.microsoft.com/office/powerpoint/2010/main" val="69506721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Article</a:t>
            </a:r>
          </a:p>
        </p:txBody>
      </p:sp>
      <p:sp>
        <p:nvSpPr>
          <p:cNvPr id="3" name="Content Placeholder 2"/>
          <p:cNvSpPr>
            <a:spLocks noGrp="1"/>
          </p:cNvSpPr>
          <p:nvPr>
            <p:ph idx="1"/>
          </p:nvPr>
        </p:nvSpPr>
        <p:spPr>
          <a:xfrm>
            <a:off x="838200" y="1690688"/>
            <a:ext cx="5317503" cy="4351338"/>
          </a:xfrm>
        </p:spPr>
        <p:txBody>
          <a:bodyPr>
            <a:normAutofit/>
          </a:bodyPr>
          <a:lstStyle/>
          <a:p>
            <a:pPr marL="0" indent="0">
              <a:spcAft>
                <a:spcPts val="1200"/>
              </a:spcAft>
              <a:buNone/>
            </a:pPr>
            <a:r>
              <a:rPr lang="en-US" dirty="0"/>
              <a:t>An article can be used in a similar fashion as a section, with similar properties</a:t>
            </a:r>
          </a:p>
        </p:txBody>
      </p:sp>
      <p:grpSp>
        <p:nvGrpSpPr>
          <p:cNvPr id="4" name="Group 3"/>
          <p:cNvGrpSpPr/>
          <p:nvPr/>
        </p:nvGrpSpPr>
        <p:grpSpPr>
          <a:xfrm>
            <a:off x="6483430" y="150829"/>
            <a:ext cx="5082774" cy="6070862"/>
            <a:chOff x="6483430" y="150829"/>
            <a:chExt cx="5082774" cy="6070862"/>
          </a:xfrm>
        </p:grpSpPr>
        <p:sp>
          <p:nvSpPr>
            <p:cNvPr id="5" name="Rectangle 4"/>
            <p:cNvSpPr/>
            <p:nvPr/>
          </p:nvSpPr>
          <p:spPr>
            <a:xfrm>
              <a:off x="6483430" y="150829"/>
              <a:ext cx="4944534" cy="6070862"/>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p:cNvSpPr/>
            <p:nvPr/>
          </p:nvSpPr>
          <p:spPr>
            <a:xfrm>
              <a:off x="6528586" y="241138"/>
              <a:ext cx="4854222" cy="750711"/>
            </a:xfrm>
            <a:prstGeom prst="rect">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rgbClr val="0070C0"/>
                  </a:solidFill>
                </a:rPr>
                <a:t>Header</a:t>
              </a:r>
            </a:p>
          </p:txBody>
        </p:sp>
        <p:sp>
          <p:nvSpPr>
            <p:cNvPr id="7" name="Rectangle 6"/>
            <p:cNvSpPr/>
            <p:nvPr/>
          </p:nvSpPr>
          <p:spPr>
            <a:xfrm>
              <a:off x="6528586" y="1064523"/>
              <a:ext cx="4854222" cy="292452"/>
            </a:xfrm>
            <a:prstGeom prst="rect">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6528586" y="5700701"/>
              <a:ext cx="4854222" cy="445823"/>
            </a:xfrm>
            <a:prstGeom prst="rect">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solidFill>
                    <a:schemeClr val="tx1">
                      <a:lumMod val="65000"/>
                      <a:lumOff val="35000"/>
                    </a:schemeClr>
                  </a:solidFill>
                </a:rPr>
                <a:t>Footer	</a:t>
              </a:r>
              <a:r>
                <a:rPr lang="en-US" sz="1600" u="sng" dirty="0">
                  <a:solidFill>
                    <a:srgbClr val="0070C0"/>
                  </a:solidFill>
                </a:rPr>
                <a:t>LINK</a:t>
              </a:r>
              <a:r>
                <a:rPr lang="en-US" sz="1600" dirty="0">
                  <a:solidFill>
                    <a:schemeClr val="tx1">
                      <a:lumMod val="65000"/>
                      <a:lumOff val="35000"/>
                    </a:schemeClr>
                  </a:solidFill>
                </a:rPr>
                <a:t> | </a:t>
              </a:r>
              <a:r>
                <a:rPr lang="en-US" sz="1600" u="sng" dirty="0">
                  <a:solidFill>
                    <a:srgbClr val="0070C0"/>
                  </a:solidFill>
                </a:rPr>
                <a:t>LINK</a:t>
              </a:r>
              <a:r>
                <a:rPr lang="en-US" sz="1600" dirty="0">
                  <a:solidFill>
                    <a:schemeClr val="tx1">
                      <a:lumMod val="65000"/>
                      <a:lumOff val="35000"/>
                    </a:schemeClr>
                  </a:solidFill>
                </a:rPr>
                <a:t> | </a:t>
              </a:r>
              <a:r>
                <a:rPr lang="en-US" sz="1600" u="sng" dirty="0">
                  <a:solidFill>
                    <a:srgbClr val="0070C0"/>
                  </a:solidFill>
                </a:rPr>
                <a:t>LINK</a:t>
              </a:r>
            </a:p>
          </p:txBody>
        </p:sp>
        <p:sp>
          <p:nvSpPr>
            <p:cNvPr id="9" name="Rounded Rectangle 8"/>
            <p:cNvSpPr/>
            <p:nvPr/>
          </p:nvSpPr>
          <p:spPr>
            <a:xfrm>
              <a:off x="6630187" y="1096561"/>
              <a:ext cx="666044" cy="228423"/>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LINK</a:t>
              </a:r>
            </a:p>
          </p:txBody>
        </p:sp>
        <p:sp>
          <p:nvSpPr>
            <p:cNvPr id="10" name="Rounded Rectangle 9"/>
            <p:cNvSpPr/>
            <p:nvPr/>
          </p:nvSpPr>
          <p:spPr>
            <a:xfrm>
              <a:off x="7341387" y="1096561"/>
              <a:ext cx="666044" cy="228423"/>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LINK</a:t>
              </a:r>
            </a:p>
          </p:txBody>
        </p:sp>
        <p:sp>
          <p:nvSpPr>
            <p:cNvPr id="11" name="Rounded Rectangle 10"/>
            <p:cNvSpPr/>
            <p:nvPr/>
          </p:nvSpPr>
          <p:spPr>
            <a:xfrm>
              <a:off x="8052587" y="1096561"/>
              <a:ext cx="666044" cy="228423"/>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LINK</a:t>
              </a:r>
            </a:p>
          </p:txBody>
        </p:sp>
        <p:sp>
          <p:nvSpPr>
            <p:cNvPr id="12" name="Rounded Rectangle 11"/>
            <p:cNvSpPr/>
            <p:nvPr/>
          </p:nvSpPr>
          <p:spPr>
            <a:xfrm>
              <a:off x="8763787" y="1096561"/>
              <a:ext cx="666044" cy="228423"/>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LINK</a:t>
              </a:r>
            </a:p>
          </p:txBody>
        </p:sp>
        <p:sp>
          <p:nvSpPr>
            <p:cNvPr id="13" name="Rounded Rectangle 12"/>
            <p:cNvSpPr/>
            <p:nvPr/>
          </p:nvSpPr>
          <p:spPr>
            <a:xfrm>
              <a:off x="9474987" y="1096561"/>
              <a:ext cx="666044" cy="228423"/>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LINK</a:t>
              </a:r>
            </a:p>
          </p:txBody>
        </p:sp>
        <p:sp>
          <p:nvSpPr>
            <p:cNvPr id="14" name="Rectangle 13"/>
            <p:cNvSpPr/>
            <p:nvPr/>
          </p:nvSpPr>
          <p:spPr>
            <a:xfrm>
              <a:off x="6528586" y="1429650"/>
              <a:ext cx="4854222" cy="2095976"/>
            </a:xfrm>
            <a:prstGeom prst="rect">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dirty="0">
                  <a:solidFill>
                    <a:srgbClr val="0070C0"/>
                  </a:solidFill>
                </a:rPr>
                <a:t>Article</a:t>
              </a:r>
            </a:p>
          </p:txBody>
        </p:sp>
        <p:sp>
          <p:nvSpPr>
            <p:cNvPr id="15" name="Rectangle 14"/>
            <p:cNvSpPr/>
            <p:nvPr/>
          </p:nvSpPr>
          <p:spPr>
            <a:xfrm>
              <a:off x="6618898" y="2237488"/>
              <a:ext cx="4660666" cy="1156162"/>
            </a:xfrm>
            <a:prstGeom prst="rect">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100" dirty="0">
                  <a:solidFill>
                    <a:schemeClr val="bg2">
                      <a:lumMod val="25000"/>
                    </a:schemeClr>
                  </a:solidFill>
                </a:rPr>
                <a:t>Lorem ipsum dolor sit </a:t>
              </a:r>
              <a:r>
                <a:rPr lang="en-US" sz="1100" dirty="0" err="1">
                  <a:solidFill>
                    <a:schemeClr val="bg2">
                      <a:lumMod val="25000"/>
                    </a:schemeClr>
                  </a:solidFill>
                </a:rPr>
                <a:t>amet</a:t>
              </a:r>
              <a:r>
                <a:rPr lang="en-US" sz="1100" dirty="0">
                  <a:solidFill>
                    <a:schemeClr val="bg2">
                      <a:lumMod val="25000"/>
                    </a:schemeClr>
                  </a:solidFill>
                </a:rPr>
                <a:t>, gravida </a:t>
              </a:r>
              <a:r>
                <a:rPr lang="en-US" sz="1100" dirty="0" err="1">
                  <a:solidFill>
                    <a:schemeClr val="bg2">
                      <a:lumMod val="25000"/>
                    </a:schemeClr>
                  </a:solidFill>
                </a:rPr>
                <a:t>facilisi</a:t>
              </a:r>
              <a:r>
                <a:rPr lang="en-US" sz="1100" dirty="0">
                  <a:solidFill>
                    <a:schemeClr val="bg2">
                      <a:lumMod val="25000"/>
                    </a:schemeClr>
                  </a:solidFill>
                </a:rPr>
                <a:t> </a:t>
              </a:r>
              <a:r>
                <a:rPr lang="en-US" sz="1100" dirty="0" err="1">
                  <a:solidFill>
                    <a:schemeClr val="bg2">
                      <a:lumMod val="25000"/>
                    </a:schemeClr>
                  </a:solidFill>
                </a:rPr>
                <a:t>orci</a:t>
              </a:r>
              <a:r>
                <a:rPr lang="en-US" sz="1100" dirty="0">
                  <a:solidFill>
                    <a:schemeClr val="bg2">
                      <a:lumMod val="25000"/>
                    </a:schemeClr>
                  </a:solidFill>
                </a:rPr>
                <a:t> </a:t>
              </a:r>
              <a:r>
                <a:rPr lang="en-US" sz="1100" dirty="0" err="1">
                  <a:solidFill>
                    <a:schemeClr val="bg2">
                      <a:lumMod val="25000"/>
                    </a:schemeClr>
                  </a:solidFill>
                </a:rPr>
                <a:t>nulla</a:t>
              </a:r>
              <a:r>
                <a:rPr lang="en-US" sz="1100" dirty="0">
                  <a:solidFill>
                    <a:schemeClr val="bg2">
                      <a:lumMod val="25000"/>
                    </a:schemeClr>
                  </a:solidFill>
                </a:rPr>
                <a:t>. </a:t>
              </a:r>
              <a:r>
                <a:rPr lang="en-US" sz="1100" dirty="0" err="1">
                  <a:solidFill>
                    <a:schemeClr val="bg2">
                      <a:lumMod val="25000"/>
                    </a:schemeClr>
                  </a:solidFill>
                </a:rPr>
                <a:t>Erat</a:t>
              </a:r>
              <a:r>
                <a:rPr lang="en-US" sz="1100" dirty="0">
                  <a:solidFill>
                    <a:schemeClr val="bg2">
                      <a:lumMod val="25000"/>
                    </a:schemeClr>
                  </a:solidFill>
                </a:rPr>
                <a:t> dolor, </a:t>
              </a:r>
              <a:br>
                <a:rPr lang="en-US" sz="1100" dirty="0">
                  <a:solidFill>
                    <a:schemeClr val="bg2">
                      <a:lumMod val="25000"/>
                    </a:schemeClr>
                  </a:solidFill>
                </a:rPr>
              </a:br>
              <a:r>
                <a:rPr lang="en-US" sz="1100" dirty="0" err="1">
                  <a:solidFill>
                    <a:schemeClr val="bg2">
                      <a:lumMod val="25000"/>
                    </a:schemeClr>
                  </a:solidFill>
                </a:rPr>
                <a:t>sagittis</a:t>
              </a:r>
              <a:r>
                <a:rPr lang="en-US" sz="1100" dirty="0">
                  <a:solidFill>
                    <a:schemeClr val="bg2">
                      <a:lumMod val="25000"/>
                    </a:schemeClr>
                  </a:solidFill>
                </a:rPr>
                <a:t> </a:t>
              </a:r>
              <a:r>
                <a:rPr lang="en-US" sz="1100" dirty="0" err="1">
                  <a:solidFill>
                    <a:schemeClr val="bg2">
                      <a:lumMod val="25000"/>
                    </a:schemeClr>
                  </a:solidFill>
                </a:rPr>
                <a:t>blandit</a:t>
              </a:r>
              <a:r>
                <a:rPr lang="en-US" sz="1100" dirty="0">
                  <a:solidFill>
                    <a:schemeClr val="bg2">
                      <a:lumMod val="25000"/>
                    </a:schemeClr>
                  </a:solidFill>
                </a:rPr>
                <a:t>, </a:t>
              </a:r>
              <a:r>
                <a:rPr lang="en-US" sz="1100" dirty="0" err="1">
                  <a:solidFill>
                    <a:schemeClr val="bg2">
                      <a:lumMod val="25000"/>
                    </a:schemeClr>
                  </a:solidFill>
                </a:rPr>
                <a:t>maecenas</a:t>
              </a:r>
              <a:r>
                <a:rPr lang="en-US" sz="1100" dirty="0">
                  <a:solidFill>
                    <a:schemeClr val="bg2">
                      <a:lumMod val="25000"/>
                    </a:schemeClr>
                  </a:solidFill>
                </a:rPr>
                <a:t> </a:t>
              </a:r>
              <a:r>
                <a:rPr lang="en-US" sz="1100" dirty="0" err="1">
                  <a:solidFill>
                    <a:schemeClr val="bg2">
                      <a:lumMod val="25000"/>
                    </a:schemeClr>
                  </a:solidFill>
                </a:rPr>
                <a:t>quis</a:t>
              </a:r>
              <a:r>
                <a:rPr lang="en-US" sz="1100" dirty="0">
                  <a:solidFill>
                    <a:schemeClr val="bg2">
                      <a:lumMod val="25000"/>
                    </a:schemeClr>
                  </a:solidFill>
                </a:rPr>
                <a:t> mi </a:t>
              </a:r>
              <a:r>
                <a:rPr lang="en-US" sz="1100" dirty="0" err="1">
                  <a:solidFill>
                    <a:schemeClr val="bg2">
                      <a:lumMod val="25000"/>
                    </a:schemeClr>
                  </a:solidFill>
                </a:rPr>
                <a:t>suscipit</a:t>
              </a:r>
              <a:r>
                <a:rPr lang="en-US" sz="1100" dirty="0">
                  <a:solidFill>
                    <a:schemeClr val="bg2">
                      <a:lumMod val="25000"/>
                    </a:schemeClr>
                  </a:solidFill>
                </a:rPr>
                <a:t>, </a:t>
              </a:r>
              <a:r>
                <a:rPr lang="en-US" sz="1100" dirty="0" err="1">
                  <a:solidFill>
                    <a:schemeClr val="bg2">
                      <a:lumMod val="25000"/>
                    </a:schemeClr>
                  </a:solidFill>
                </a:rPr>
                <a:t>risus</a:t>
              </a:r>
              <a:r>
                <a:rPr lang="en-US" sz="1100" dirty="0">
                  <a:solidFill>
                    <a:schemeClr val="bg2">
                      <a:lumMod val="25000"/>
                    </a:schemeClr>
                  </a:solidFill>
                </a:rPr>
                <a:t> </a:t>
              </a:r>
              <a:r>
                <a:rPr lang="en-US" sz="1100" dirty="0" err="1">
                  <a:solidFill>
                    <a:schemeClr val="bg2">
                      <a:lumMod val="25000"/>
                    </a:schemeClr>
                  </a:solidFill>
                </a:rPr>
                <a:t>enim</a:t>
              </a:r>
              <a:r>
                <a:rPr lang="en-US" sz="1100" dirty="0">
                  <a:solidFill>
                    <a:schemeClr val="bg2">
                      <a:lumMod val="25000"/>
                    </a:schemeClr>
                  </a:solidFill>
                </a:rPr>
                <a:t> </a:t>
              </a:r>
              <a:r>
                <a:rPr lang="en-US" sz="1100" dirty="0" err="1">
                  <a:solidFill>
                    <a:schemeClr val="bg2">
                      <a:lumMod val="25000"/>
                    </a:schemeClr>
                  </a:solidFill>
                </a:rPr>
                <a:t>tincidunt</a:t>
              </a:r>
              <a:r>
                <a:rPr lang="en-US" sz="1100" dirty="0">
                  <a:solidFill>
                    <a:schemeClr val="bg2">
                      <a:lumMod val="25000"/>
                    </a:schemeClr>
                  </a:solidFill>
                </a:rPr>
                <a:t> </a:t>
              </a:r>
              <a:r>
                <a:rPr lang="en-US" sz="1100" dirty="0" err="1">
                  <a:solidFill>
                    <a:schemeClr val="bg2">
                      <a:lumMod val="25000"/>
                    </a:schemeClr>
                  </a:solidFill>
                </a:rPr>
                <a:t>erat</a:t>
              </a:r>
              <a:r>
                <a:rPr lang="en-US" sz="1100" dirty="0">
                  <a:solidFill>
                    <a:schemeClr val="bg2">
                      <a:lumMod val="25000"/>
                    </a:schemeClr>
                  </a:solidFill>
                </a:rPr>
                <a:t>. </a:t>
              </a:r>
              <a:br>
                <a:rPr lang="en-US" sz="1100" dirty="0">
                  <a:solidFill>
                    <a:schemeClr val="bg2">
                      <a:lumMod val="25000"/>
                    </a:schemeClr>
                  </a:solidFill>
                </a:rPr>
              </a:br>
              <a:r>
                <a:rPr lang="en-US" sz="1100" dirty="0" err="1">
                  <a:solidFill>
                    <a:schemeClr val="bg2">
                      <a:lumMod val="25000"/>
                    </a:schemeClr>
                  </a:solidFill>
                </a:rPr>
                <a:t>Eu</a:t>
              </a:r>
              <a:r>
                <a:rPr lang="en-US" sz="1100" dirty="0">
                  <a:solidFill>
                    <a:schemeClr val="bg2">
                      <a:lumMod val="25000"/>
                    </a:schemeClr>
                  </a:solidFill>
                </a:rPr>
                <a:t> </a:t>
              </a:r>
              <a:r>
                <a:rPr lang="en-US" sz="1100" dirty="0" err="1">
                  <a:solidFill>
                    <a:schemeClr val="bg2">
                      <a:lumMod val="25000"/>
                    </a:schemeClr>
                  </a:solidFill>
                </a:rPr>
                <a:t>justo</a:t>
              </a:r>
              <a:r>
                <a:rPr lang="en-US" sz="1100" dirty="0">
                  <a:solidFill>
                    <a:schemeClr val="bg2">
                      <a:lumMod val="25000"/>
                    </a:schemeClr>
                  </a:solidFill>
                </a:rPr>
                <a:t>, </a:t>
              </a:r>
              <a:r>
                <a:rPr lang="en-US" sz="1100" dirty="0" err="1">
                  <a:solidFill>
                    <a:schemeClr val="bg2">
                      <a:lumMod val="25000"/>
                    </a:schemeClr>
                  </a:solidFill>
                </a:rPr>
                <a:t>senectus</a:t>
              </a:r>
              <a:r>
                <a:rPr lang="en-US" sz="1100" dirty="0">
                  <a:solidFill>
                    <a:schemeClr val="bg2">
                      <a:lumMod val="25000"/>
                    </a:schemeClr>
                  </a:solidFill>
                </a:rPr>
                <a:t> </a:t>
              </a:r>
              <a:r>
                <a:rPr lang="en-US" sz="1100" dirty="0" err="1">
                  <a:solidFill>
                    <a:schemeClr val="bg2">
                      <a:lumMod val="25000"/>
                    </a:schemeClr>
                  </a:solidFill>
                </a:rPr>
                <a:t>ut</a:t>
              </a:r>
              <a:r>
                <a:rPr lang="en-US" sz="1100" dirty="0">
                  <a:solidFill>
                    <a:schemeClr val="bg2">
                      <a:lumMod val="25000"/>
                    </a:schemeClr>
                  </a:solidFill>
                </a:rPr>
                <a:t> </a:t>
              </a:r>
              <a:r>
                <a:rPr lang="en-US" sz="1100" dirty="0" err="1">
                  <a:solidFill>
                    <a:schemeClr val="bg2">
                      <a:lumMod val="25000"/>
                    </a:schemeClr>
                  </a:solidFill>
                </a:rPr>
                <a:t>mattis</a:t>
              </a:r>
              <a:r>
                <a:rPr lang="en-US" sz="1100" dirty="0">
                  <a:solidFill>
                    <a:schemeClr val="bg2">
                      <a:lumMod val="25000"/>
                    </a:schemeClr>
                  </a:solidFill>
                </a:rPr>
                <a:t> </a:t>
              </a:r>
              <a:r>
                <a:rPr lang="en-US" sz="1100" dirty="0" err="1">
                  <a:solidFill>
                    <a:schemeClr val="bg2">
                      <a:lumMod val="25000"/>
                    </a:schemeClr>
                  </a:solidFill>
                </a:rPr>
                <a:t>laoreet</a:t>
              </a:r>
              <a:r>
                <a:rPr lang="en-US" sz="1100" dirty="0">
                  <a:solidFill>
                    <a:schemeClr val="bg2">
                      <a:lumMod val="25000"/>
                    </a:schemeClr>
                  </a:solidFill>
                </a:rPr>
                <a:t> et. </a:t>
              </a:r>
              <a:r>
                <a:rPr lang="en-US" sz="1100" dirty="0" err="1">
                  <a:solidFill>
                    <a:schemeClr val="bg2">
                      <a:lumMod val="25000"/>
                    </a:schemeClr>
                  </a:solidFill>
                </a:rPr>
                <a:t>Nec</a:t>
              </a:r>
              <a:r>
                <a:rPr lang="en-US" sz="1100" dirty="0">
                  <a:solidFill>
                    <a:schemeClr val="bg2">
                      <a:lumMod val="25000"/>
                    </a:schemeClr>
                  </a:solidFill>
                </a:rPr>
                <a:t> </a:t>
              </a:r>
              <a:r>
                <a:rPr lang="en-US" sz="1100" dirty="0" err="1">
                  <a:solidFill>
                    <a:schemeClr val="bg2">
                      <a:lumMod val="25000"/>
                    </a:schemeClr>
                  </a:solidFill>
                </a:rPr>
                <a:t>ultricies</a:t>
              </a:r>
              <a:r>
                <a:rPr lang="en-US" sz="1100" dirty="0">
                  <a:solidFill>
                    <a:schemeClr val="bg2">
                      <a:lumMod val="25000"/>
                    </a:schemeClr>
                  </a:solidFill>
                </a:rPr>
                <a:t> </a:t>
              </a:r>
              <a:r>
                <a:rPr lang="en-US" sz="1100" dirty="0" err="1">
                  <a:solidFill>
                    <a:schemeClr val="bg2">
                      <a:lumMod val="25000"/>
                    </a:schemeClr>
                  </a:solidFill>
                </a:rPr>
                <a:t>ultrices</a:t>
              </a:r>
              <a:r>
                <a:rPr lang="en-US" sz="1100" dirty="0">
                  <a:solidFill>
                    <a:schemeClr val="bg2">
                      <a:lumMod val="25000"/>
                    </a:schemeClr>
                  </a:solidFill>
                </a:rPr>
                <a:t> </a:t>
              </a:r>
              <a:r>
                <a:rPr lang="en-US" sz="1100" dirty="0" err="1">
                  <a:solidFill>
                    <a:schemeClr val="bg2">
                      <a:lumMod val="25000"/>
                    </a:schemeClr>
                  </a:solidFill>
                </a:rPr>
                <a:t>iaculis</a:t>
              </a:r>
              <a:r>
                <a:rPr lang="en-US" sz="1100" dirty="0">
                  <a:solidFill>
                    <a:schemeClr val="bg2">
                      <a:lumMod val="25000"/>
                    </a:schemeClr>
                  </a:solidFill>
                </a:rPr>
                <a:t> </a:t>
              </a:r>
              <a:br>
                <a:rPr lang="en-US" sz="1100" dirty="0">
                  <a:solidFill>
                    <a:schemeClr val="bg2">
                      <a:lumMod val="25000"/>
                    </a:schemeClr>
                  </a:solidFill>
                </a:rPr>
              </a:br>
              <a:r>
                <a:rPr lang="en-US" sz="1100" dirty="0">
                  <a:solidFill>
                    <a:srgbClr val="0070C0"/>
                  </a:solidFill>
                </a:rPr>
                <a:t>non </a:t>
              </a:r>
              <a:r>
                <a:rPr lang="en-US" sz="1100" dirty="0" err="1">
                  <a:solidFill>
                    <a:srgbClr val="0070C0"/>
                  </a:solidFill>
                </a:rPr>
                <a:t>asperiores</a:t>
              </a:r>
              <a:r>
                <a:rPr lang="en-US" sz="1100" dirty="0">
                  <a:solidFill>
                    <a:srgbClr val="0070C0"/>
                  </a:solidFill>
                </a:rPr>
                <a:t> </a:t>
              </a:r>
              <a:r>
                <a:rPr lang="en-US" sz="1100" dirty="0" err="1">
                  <a:solidFill>
                    <a:schemeClr val="bg2">
                      <a:lumMod val="25000"/>
                    </a:schemeClr>
                  </a:solidFill>
                </a:rPr>
                <a:t>urna</a:t>
              </a:r>
              <a:r>
                <a:rPr lang="en-US" sz="1100" dirty="0">
                  <a:solidFill>
                    <a:schemeClr val="bg2">
                      <a:lumMod val="25000"/>
                    </a:schemeClr>
                  </a:solidFill>
                </a:rPr>
                <a:t>, </a:t>
              </a:r>
              <a:r>
                <a:rPr lang="en-US" sz="1100" dirty="0" err="1">
                  <a:solidFill>
                    <a:schemeClr val="bg2">
                      <a:lumMod val="25000"/>
                    </a:schemeClr>
                  </a:solidFill>
                </a:rPr>
                <a:t>nec</a:t>
              </a:r>
              <a:r>
                <a:rPr lang="en-US" sz="1100" dirty="0">
                  <a:solidFill>
                    <a:schemeClr val="bg2">
                      <a:lumMod val="25000"/>
                    </a:schemeClr>
                  </a:solidFill>
                </a:rPr>
                <a:t> </a:t>
              </a:r>
              <a:r>
                <a:rPr lang="en-US" sz="1100" dirty="0" err="1">
                  <a:solidFill>
                    <a:schemeClr val="bg2">
                      <a:lumMod val="25000"/>
                    </a:schemeClr>
                  </a:solidFill>
                </a:rPr>
                <a:t>ut</a:t>
              </a:r>
              <a:r>
                <a:rPr lang="en-US" sz="1100" dirty="0">
                  <a:solidFill>
                    <a:schemeClr val="bg2">
                      <a:lumMod val="25000"/>
                    </a:schemeClr>
                  </a:solidFill>
                </a:rPr>
                <a:t> dolor </a:t>
              </a:r>
              <a:r>
                <a:rPr lang="en-US" sz="1100" dirty="0" err="1">
                  <a:solidFill>
                    <a:schemeClr val="bg2">
                      <a:lumMod val="25000"/>
                    </a:schemeClr>
                  </a:solidFill>
                </a:rPr>
                <a:t>dignissim</a:t>
              </a:r>
              <a:r>
                <a:rPr lang="en-US" sz="1100" dirty="0">
                  <a:solidFill>
                    <a:schemeClr val="bg2">
                      <a:lumMod val="25000"/>
                    </a:schemeClr>
                  </a:solidFill>
                </a:rPr>
                <a:t>, </a:t>
              </a:r>
              <a:r>
                <a:rPr lang="en-US" sz="1100" dirty="0" err="1">
                  <a:solidFill>
                    <a:schemeClr val="bg2">
                      <a:lumMod val="25000"/>
                    </a:schemeClr>
                  </a:solidFill>
                </a:rPr>
                <a:t>sodales</a:t>
              </a:r>
              <a:r>
                <a:rPr lang="en-US" sz="1100" dirty="0">
                  <a:solidFill>
                    <a:schemeClr val="bg2">
                      <a:lumMod val="25000"/>
                    </a:schemeClr>
                  </a:solidFill>
                </a:rPr>
                <a:t> </a:t>
              </a:r>
              <a:r>
                <a:rPr lang="en-US" sz="1100" dirty="0" err="1">
                  <a:solidFill>
                    <a:schemeClr val="bg2">
                      <a:lumMod val="25000"/>
                    </a:schemeClr>
                  </a:solidFill>
                </a:rPr>
                <a:t>purus</a:t>
              </a:r>
              <a:r>
                <a:rPr lang="en-US" sz="1100" dirty="0">
                  <a:solidFill>
                    <a:schemeClr val="bg2">
                      <a:lumMod val="25000"/>
                    </a:schemeClr>
                  </a:solidFill>
                </a:rPr>
                <a:t> </a:t>
              </a:r>
              <a:r>
                <a:rPr lang="en-US" sz="1100" dirty="0" err="1">
                  <a:solidFill>
                    <a:schemeClr val="bg2">
                      <a:lumMod val="25000"/>
                    </a:schemeClr>
                  </a:solidFill>
                </a:rPr>
                <a:t>pretium</a:t>
              </a:r>
              <a:r>
                <a:rPr lang="en-US" sz="1100" dirty="0">
                  <a:solidFill>
                    <a:schemeClr val="bg2">
                      <a:lumMod val="25000"/>
                    </a:schemeClr>
                  </a:solidFill>
                </a:rPr>
                <a:t> </a:t>
              </a:r>
              <a:br>
                <a:rPr lang="en-US" sz="1100" dirty="0">
                  <a:solidFill>
                    <a:schemeClr val="bg2">
                      <a:lumMod val="25000"/>
                    </a:schemeClr>
                  </a:solidFill>
                </a:rPr>
              </a:br>
              <a:r>
                <a:rPr lang="en-US" sz="1100" dirty="0" err="1">
                  <a:solidFill>
                    <a:schemeClr val="bg2">
                      <a:lumMod val="25000"/>
                    </a:schemeClr>
                  </a:solidFill>
                </a:rPr>
                <a:t>eget</a:t>
              </a:r>
              <a:r>
                <a:rPr lang="en-US" sz="1100" dirty="0">
                  <a:solidFill>
                    <a:schemeClr val="bg2">
                      <a:lumMod val="25000"/>
                    </a:schemeClr>
                  </a:solidFill>
                </a:rPr>
                <a:t>, </a:t>
              </a:r>
              <a:r>
                <a:rPr lang="en-US" sz="1100" dirty="0" err="1">
                  <a:solidFill>
                    <a:schemeClr val="bg2">
                      <a:lumMod val="25000"/>
                    </a:schemeClr>
                  </a:solidFill>
                </a:rPr>
                <a:t>wisi</a:t>
              </a:r>
              <a:r>
                <a:rPr lang="en-US" sz="1100" dirty="0">
                  <a:solidFill>
                    <a:schemeClr val="bg2">
                      <a:lumMod val="25000"/>
                    </a:schemeClr>
                  </a:solidFill>
                </a:rPr>
                <a:t> integer </a:t>
              </a:r>
              <a:r>
                <a:rPr lang="en-US" sz="1100" dirty="0" err="1">
                  <a:solidFill>
                    <a:schemeClr val="bg2">
                      <a:lumMod val="25000"/>
                    </a:schemeClr>
                  </a:solidFill>
                </a:rPr>
                <a:t>molestie</a:t>
              </a:r>
              <a:r>
                <a:rPr lang="en-US" sz="1100" dirty="0">
                  <a:solidFill>
                    <a:schemeClr val="bg2">
                      <a:lumMod val="25000"/>
                    </a:schemeClr>
                  </a:solidFill>
                </a:rPr>
                <a:t> </a:t>
              </a:r>
              <a:r>
                <a:rPr lang="en-US" sz="1100" dirty="0" err="1">
                  <a:solidFill>
                    <a:schemeClr val="bg2">
                      <a:lumMod val="25000"/>
                    </a:schemeClr>
                  </a:solidFill>
                </a:rPr>
                <a:t>arcu</a:t>
              </a:r>
              <a:r>
                <a:rPr lang="en-US" sz="1100" dirty="0">
                  <a:solidFill>
                    <a:schemeClr val="bg2">
                      <a:lumMod val="25000"/>
                    </a:schemeClr>
                  </a:solidFill>
                </a:rPr>
                <a:t> </a:t>
              </a:r>
              <a:r>
                <a:rPr lang="en-US" sz="1100" dirty="0" err="1">
                  <a:solidFill>
                    <a:schemeClr val="bg2">
                      <a:lumMod val="25000"/>
                    </a:schemeClr>
                  </a:solidFill>
                </a:rPr>
                <a:t>platea</a:t>
              </a:r>
              <a:r>
                <a:rPr lang="en-US" sz="1100" dirty="0">
                  <a:solidFill>
                    <a:schemeClr val="bg2">
                      <a:lumMod val="25000"/>
                    </a:schemeClr>
                  </a:solidFill>
                </a:rPr>
                <a:t>, </a:t>
              </a:r>
              <a:r>
                <a:rPr lang="en-US" sz="1100" dirty="0" err="1">
                  <a:solidFill>
                    <a:schemeClr val="bg2">
                      <a:lumMod val="25000"/>
                    </a:schemeClr>
                  </a:solidFill>
                </a:rPr>
                <a:t>urna</a:t>
              </a:r>
              <a:r>
                <a:rPr lang="en-US" sz="1100" dirty="0">
                  <a:solidFill>
                    <a:schemeClr val="bg2">
                      <a:lumMod val="25000"/>
                    </a:schemeClr>
                  </a:solidFill>
                </a:rPr>
                <a:t> </a:t>
              </a:r>
              <a:r>
                <a:rPr lang="en-US" sz="1100" dirty="0" err="1">
                  <a:solidFill>
                    <a:schemeClr val="bg2">
                      <a:lumMod val="25000"/>
                    </a:schemeClr>
                  </a:solidFill>
                </a:rPr>
                <a:t>ut</a:t>
              </a:r>
              <a:r>
                <a:rPr lang="en-US" sz="1100" dirty="0">
                  <a:solidFill>
                    <a:schemeClr val="bg2">
                      <a:lumMod val="25000"/>
                    </a:schemeClr>
                  </a:solidFill>
                </a:rPr>
                <a:t> in ipsum </a:t>
              </a:r>
              <a:r>
                <a:rPr lang="en-US" sz="1100" dirty="0" err="1">
                  <a:solidFill>
                    <a:schemeClr val="bg2">
                      <a:lumMod val="25000"/>
                    </a:schemeClr>
                  </a:solidFill>
                </a:rPr>
                <a:t>laoreet</a:t>
              </a:r>
              <a:r>
                <a:rPr lang="en-US" sz="1100" dirty="0">
                  <a:solidFill>
                    <a:schemeClr val="bg2">
                      <a:lumMod val="25000"/>
                    </a:schemeClr>
                  </a:solidFill>
                </a:rPr>
                <a:t>. </a:t>
              </a:r>
              <a:br>
                <a:rPr lang="en-US" sz="1100" dirty="0">
                  <a:solidFill>
                    <a:schemeClr val="bg2">
                      <a:lumMod val="25000"/>
                    </a:schemeClr>
                  </a:solidFill>
                </a:rPr>
              </a:br>
              <a:r>
                <a:rPr lang="en-US" sz="1100" dirty="0" err="1">
                  <a:solidFill>
                    <a:schemeClr val="bg2">
                      <a:lumMod val="25000"/>
                    </a:schemeClr>
                  </a:solidFill>
                </a:rPr>
                <a:t>Aenean</a:t>
              </a:r>
              <a:r>
                <a:rPr lang="en-US" sz="1100" dirty="0">
                  <a:solidFill>
                    <a:schemeClr val="bg2">
                      <a:lumMod val="25000"/>
                    </a:schemeClr>
                  </a:solidFill>
                </a:rPr>
                <a:t> </a:t>
              </a:r>
              <a:r>
                <a:rPr lang="en-US" sz="1100" dirty="0" err="1">
                  <a:solidFill>
                    <a:schemeClr val="bg2">
                      <a:lumMod val="25000"/>
                    </a:schemeClr>
                  </a:solidFill>
                </a:rPr>
                <a:t>fusce</a:t>
              </a:r>
              <a:r>
                <a:rPr lang="en-US" sz="1100" dirty="0">
                  <a:solidFill>
                    <a:schemeClr val="bg2">
                      <a:lumMod val="25000"/>
                    </a:schemeClr>
                  </a:solidFill>
                </a:rPr>
                <a:t> </a:t>
              </a:r>
              <a:r>
                <a:rPr lang="en-US" sz="1100" dirty="0" err="1">
                  <a:solidFill>
                    <a:schemeClr val="bg2">
                      <a:lumMod val="25000"/>
                    </a:schemeClr>
                  </a:solidFill>
                </a:rPr>
                <a:t>donec</a:t>
              </a:r>
              <a:r>
                <a:rPr lang="en-US" sz="1100" dirty="0">
                  <a:solidFill>
                    <a:schemeClr val="bg2">
                      <a:lumMod val="25000"/>
                    </a:schemeClr>
                  </a:solidFill>
                </a:rPr>
                <a:t>, </a:t>
              </a:r>
              <a:r>
                <a:rPr lang="en-US" sz="1100" dirty="0" err="1">
                  <a:solidFill>
                    <a:schemeClr val="bg2">
                      <a:lumMod val="25000"/>
                    </a:schemeClr>
                  </a:solidFill>
                </a:rPr>
                <a:t>arcu</a:t>
              </a:r>
              <a:r>
                <a:rPr lang="en-US" sz="1100" dirty="0">
                  <a:solidFill>
                    <a:schemeClr val="bg2">
                      <a:lumMod val="25000"/>
                    </a:schemeClr>
                  </a:solidFill>
                </a:rPr>
                <a:t> </a:t>
              </a:r>
              <a:r>
                <a:rPr lang="en-US" sz="1100" dirty="0" err="1">
                  <a:solidFill>
                    <a:schemeClr val="bg2">
                      <a:lumMod val="25000"/>
                    </a:schemeClr>
                  </a:solidFill>
                </a:rPr>
                <a:t>elit</a:t>
              </a:r>
              <a:r>
                <a:rPr lang="en-US" sz="1100" dirty="0">
                  <a:solidFill>
                    <a:schemeClr val="bg2">
                      <a:lumMod val="25000"/>
                    </a:schemeClr>
                  </a:solidFill>
                </a:rPr>
                <a:t>, </a:t>
              </a:r>
              <a:r>
                <a:rPr lang="en-US" sz="1100" dirty="0" err="1">
                  <a:solidFill>
                    <a:schemeClr val="bg2">
                      <a:lumMod val="25000"/>
                    </a:schemeClr>
                  </a:solidFill>
                </a:rPr>
                <a:t>placerat</a:t>
              </a:r>
              <a:r>
                <a:rPr lang="en-US" sz="1100" dirty="0">
                  <a:solidFill>
                    <a:schemeClr val="bg2">
                      <a:lumMod val="25000"/>
                    </a:schemeClr>
                  </a:solidFill>
                </a:rPr>
                <a:t> </a:t>
              </a:r>
              <a:r>
                <a:rPr lang="en-US" sz="1100" dirty="0" err="1">
                  <a:solidFill>
                    <a:schemeClr val="bg2">
                      <a:lumMod val="25000"/>
                    </a:schemeClr>
                  </a:solidFill>
                </a:rPr>
                <a:t>arcu</a:t>
              </a:r>
              <a:r>
                <a:rPr lang="en-US" sz="1100" dirty="0">
                  <a:solidFill>
                    <a:schemeClr val="bg2">
                      <a:lumMod val="25000"/>
                    </a:schemeClr>
                  </a:solidFill>
                </a:rPr>
                <a:t> </a:t>
              </a:r>
              <a:r>
                <a:rPr lang="en-US" sz="1100" dirty="0" err="1">
                  <a:solidFill>
                    <a:schemeClr val="bg2">
                      <a:lumMod val="25000"/>
                    </a:schemeClr>
                  </a:solidFill>
                </a:rPr>
                <a:t>laoreet</a:t>
              </a:r>
              <a:r>
                <a:rPr lang="en-US" sz="1100" dirty="0">
                  <a:solidFill>
                    <a:schemeClr val="bg2">
                      <a:lumMod val="25000"/>
                    </a:schemeClr>
                  </a:solidFill>
                </a:rPr>
                <a:t>.</a:t>
              </a:r>
              <a:br>
                <a:rPr lang="en-US" sz="1100" dirty="0">
                  <a:solidFill>
                    <a:schemeClr val="bg2">
                      <a:lumMod val="25000"/>
                    </a:schemeClr>
                  </a:solidFill>
                </a:rPr>
              </a:br>
              <a:endParaRPr lang="en-US" sz="1100" dirty="0">
                <a:solidFill>
                  <a:schemeClr val="bg2">
                    <a:lumMod val="25000"/>
                  </a:schemeClr>
                </a:solidFill>
              </a:endParaRPr>
            </a:p>
          </p:txBody>
        </p:sp>
        <p:pic>
          <p:nvPicPr>
            <p:cNvPr id="16" name="Picture 2" descr="http://i.imgur.com/ZGGxVA3.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624009" y="2229586"/>
              <a:ext cx="655555" cy="805022"/>
            </a:xfrm>
            <a:prstGeom prst="rect">
              <a:avLst/>
            </a:prstGeom>
            <a:noFill/>
            <a:extLst>
              <a:ext uri="{909E8E84-426E-40DD-AFC4-6F175D3DCCD1}">
                <a14:hiddenFill xmlns:a14="http://schemas.microsoft.com/office/drawing/2010/main">
                  <a:solidFill>
                    <a:srgbClr val="FFFFFF"/>
                  </a:solidFill>
                </a14:hiddenFill>
              </a:ext>
            </a:extLst>
          </p:spPr>
        </p:pic>
        <p:sp>
          <p:nvSpPr>
            <p:cNvPr id="17" name="Rectangle 16"/>
            <p:cNvSpPr/>
            <p:nvPr/>
          </p:nvSpPr>
          <p:spPr>
            <a:xfrm>
              <a:off x="6618898" y="1749902"/>
              <a:ext cx="4660666" cy="414911"/>
            </a:xfrm>
            <a:prstGeom prst="rect">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dirty="0">
                  <a:solidFill>
                    <a:srgbClr val="0070C0"/>
                  </a:solidFill>
                </a:rPr>
                <a:t>Header</a:t>
              </a:r>
            </a:p>
          </p:txBody>
        </p:sp>
        <p:grpSp>
          <p:nvGrpSpPr>
            <p:cNvPr id="18" name="Group 17"/>
            <p:cNvGrpSpPr/>
            <p:nvPr/>
          </p:nvGrpSpPr>
          <p:grpSpPr>
            <a:xfrm>
              <a:off x="6528586" y="3565175"/>
              <a:ext cx="4854222" cy="2095976"/>
              <a:chOff x="6680986" y="1582050"/>
              <a:chExt cx="4854222" cy="2095976"/>
            </a:xfrm>
          </p:grpSpPr>
          <p:sp>
            <p:nvSpPr>
              <p:cNvPr id="20" name="Rectangle 19"/>
              <p:cNvSpPr/>
              <p:nvPr/>
            </p:nvSpPr>
            <p:spPr>
              <a:xfrm>
                <a:off x="6680986" y="1582050"/>
                <a:ext cx="4854222" cy="2095976"/>
              </a:xfrm>
              <a:prstGeom prst="rect">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dirty="0">
                    <a:solidFill>
                      <a:srgbClr val="0070C0"/>
                    </a:solidFill>
                  </a:rPr>
                  <a:t>Article</a:t>
                </a:r>
              </a:p>
            </p:txBody>
          </p:sp>
          <p:sp>
            <p:nvSpPr>
              <p:cNvPr id="21" name="Rectangle 20"/>
              <p:cNvSpPr/>
              <p:nvPr/>
            </p:nvSpPr>
            <p:spPr>
              <a:xfrm>
                <a:off x="6771298" y="2389888"/>
                <a:ext cx="4660666" cy="1156162"/>
              </a:xfrm>
              <a:prstGeom prst="rect">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100" dirty="0">
                    <a:solidFill>
                      <a:schemeClr val="bg2">
                        <a:lumMod val="25000"/>
                      </a:schemeClr>
                    </a:solidFill>
                  </a:rPr>
                  <a:t>Lorem ipsum dolor sit </a:t>
                </a:r>
                <a:r>
                  <a:rPr lang="en-US" sz="1100" dirty="0" err="1">
                    <a:solidFill>
                      <a:schemeClr val="bg2">
                        <a:lumMod val="25000"/>
                      </a:schemeClr>
                    </a:solidFill>
                  </a:rPr>
                  <a:t>amet</a:t>
                </a:r>
                <a:r>
                  <a:rPr lang="en-US" sz="1100" dirty="0">
                    <a:solidFill>
                      <a:schemeClr val="bg2">
                        <a:lumMod val="25000"/>
                      </a:schemeClr>
                    </a:solidFill>
                  </a:rPr>
                  <a:t>, gravida </a:t>
                </a:r>
                <a:r>
                  <a:rPr lang="en-US" sz="1100" dirty="0" err="1">
                    <a:solidFill>
                      <a:schemeClr val="bg2">
                        <a:lumMod val="25000"/>
                      </a:schemeClr>
                    </a:solidFill>
                  </a:rPr>
                  <a:t>facilisi</a:t>
                </a:r>
                <a:r>
                  <a:rPr lang="en-US" sz="1100" dirty="0">
                    <a:solidFill>
                      <a:schemeClr val="bg2">
                        <a:lumMod val="25000"/>
                      </a:schemeClr>
                    </a:solidFill>
                  </a:rPr>
                  <a:t> </a:t>
                </a:r>
                <a:r>
                  <a:rPr lang="en-US" sz="1100" dirty="0" err="1">
                    <a:solidFill>
                      <a:schemeClr val="bg2">
                        <a:lumMod val="25000"/>
                      </a:schemeClr>
                    </a:solidFill>
                  </a:rPr>
                  <a:t>orci</a:t>
                </a:r>
                <a:r>
                  <a:rPr lang="en-US" sz="1100" dirty="0">
                    <a:solidFill>
                      <a:schemeClr val="bg2">
                        <a:lumMod val="25000"/>
                      </a:schemeClr>
                    </a:solidFill>
                  </a:rPr>
                  <a:t> </a:t>
                </a:r>
                <a:r>
                  <a:rPr lang="en-US" sz="1100" dirty="0" err="1">
                    <a:solidFill>
                      <a:schemeClr val="bg2">
                        <a:lumMod val="25000"/>
                      </a:schemeClr>
                    </a:solidFill>
                  </a:rPr>
                  <a:t>nulla</a:t>
                </a:r>
                <a:r>
                  <a:rPr lang="en-US" sz="1100" dirty="0">
                    <a:solidFill>
                      <a:schemeClr val="bg2">
                        <a:lumMod val="25000"/>
                      </a:schemeClr>
                    </a:solidFill>
                  </a:rPr>
                  <a:t>. </a:t>
                </a:r>
                <a:r>
                  <a:rPr lang="en-US" sz="1100" dirty="0" err="1">
                    <a:solidFill>
                      <a:schemeClr val="bg2">
                        <a:lumMod val="25000"/>
                      </a:schemeClr>
                    </a:solidFill>
                  </a:rPr>
                  <a:t>Erat</a:t>
                </a:r>
                <a:r>
                  <a:rPr lang="en-US" sz="1100" dirty="0">
                    <a:solidFill>
                      <a:schemeClr val="bg2">
                        <a:lumMod val="25000"/>
                      </a:schemeClr>
                    </a:solidFill>
                  </a:rPr>
                  <a:t> dolor, </a:t>
                </a:r>
                <a:br>
                  <a:rPr lang="en-US" sz="1100" dirty="0">
                    <a:solidFill>
                      <a:schemeClr val="bg2">
                        <a:lumMod val="25000"/>
                      </a:schemeClr>
                    </a:solidFill>
                  </a:rPr>
                </a:br>
                <a:r>
                  <a:rPr lang="en-US" sz="1100" dirty="0" err="1">
                    <a:solidFill>
                      <a:schemeClr val="bg2">
                        <a:lumMod val="25000"/>
                      </a:schemeClr>
                    </a:solidFill>
                  </a:rPr>
                  <a:t>sagittis</a:t>
                </a:r>
                <a:r>
                  <a:rPr lang="en-US" sz="1100" dirty="0">
                    <a:solidFill>
                      <a:schemeClr val="bg2">
                        <a:lumMod val="25000"/>
                      </a:schemeClr>
                    </a:solidFill>
                  </a:rPr>
                  <a:t> </a:t>
                </a:r>
                <a:r>
                  <a:rPr lang="en-US" sz="1100" dirty="0" err="1">
                    <a:solidFill>
                      <a:schemeClr val="bg2">
                        <a:lumMod val="25000"/>
                      </a:schemeClr>
                    </a:solidFill>
                  </a:rPr>
                  <a:t>blandit</a:t>
                </a:r>
                <a:r>
                  <a:rPr lang="en-US" sz="1100" dirty="0">
                    <a:solidFill>
                      <a:schemeClr val="bg2">
                        <a:lumMod val="25000"/>
                      </a:schemeClr>
                    </a:solidFill>
                  </a:rPr>
                  <a:t>, </a:t>
                </a:r>
                <a:r>
                  <a:rPr lang="en-US" sz="1100" dirty="0" err="1">
                    <a:solidFill>
                      <a:schemeClr val="bg2">
                        <a:lumMod val="25000"/>
                      </a:schemeClr>
                    </a:solidFill>
                  </a:rPr>
                  <a:t>maecenas</a:t>
                </a:r>
                <a:r>
                  <a:rPr lang="en-US" sz="1100" dirty="0">
                    <a:solidFill>
                      <a:schemeClr val="bg2">
                        <a:lumMod val="25000"/>
                      </a:schemeClr>
                    </a:solidFill>
                  </a:rPr>
                  <a:t> </a:t>
                </a:r>
                <a:r>
                  <a:rPr lang="en-US" sz="1100" dirty="0" err="1">
                    <a:solidFill>
                      <a:schemeClr val="bg2">
                        <a:lumMod val="25000"/>
                      </a:schemeClr>
                    </a:solidFill>
                  </a:rPr>
                  <a:t>quis</a:t>
                </a:r>
                <a:r>
                  <a:rPr lang="en-US" sz="1100" dirty="0">
                    <a:solidFill>
                      <a:schemeClr val="bg2">
                        <a:lumMod val="25000"/>
                      </a:schemeClr>
                    </a:solidFill>
                  </a:rPr>
                  <a:t> mi </a:t>
                </a:r>
                <a:r>
                  <a:rPr lang="en-US" sz="1100" dirty="0" err="1">
                    <a:solidFill>
                      <a:schemeClr val="bg2">
                        <a:lumMod val="25000"/>
                      </a:schemeClr>
                    </a:solidFill>
                  </a:rPr>
                  <a:t>suscipit</a:t>
                </a:r>
                <a:r>
                  <a:rPr lang="en-US" sz="1100" dirty="0">
                    <a:solidFill>
                      <a:schemeClr val="bg2">
                        <a:lumMod val="25000"/>
                      </a:schemeClr>
                    </a:solidFill>
                  </a:rPr>
                  <a:t>, </a:t>
                </a:r>
                <a:r>
                  <a:rPr lang="en-US" sz="1100" dirty="0" err="1">
                    <a:solidFill>
                      <a:schemeClr val="bg2">
                        <a:lumMod val="25000"/>
                      </a:schemeClr>
                    </a:solidFill>
                  </a:rPr>
                  <a:t>risus</a:t>
                </a:r>
                <a:r>
                  <a:rPr lang="en-US" sz="1100" dirty="0">
                    <a:solidFill>
                      <a:schemeClr val="bg2">
                        <a:lumMod val="25000"/>
                      </a:schemeClr>
                    </a:solidFill>
                  </a:rPr>
                  <a:t> </a:t>
                </a:r>
                <a:r>
                  <a:rPr lang="en-US" sz="1100" dirty="0" err="1">
                    <a:solidFill>
                      <a:schemeClr val="bg2">
                        <a:lumMod val="25000"/>
                      </a:schemeClr>
                    </a:solidFill>
                  </a:rPr>
                  <a:t>enim</a:t>
                </a:r>
                <a:r>
                  <a:rPr lang="en-US" sz="1100" dirty="0">
                    <a:solidFill>
                      <a:schemeClr val="bg2">
                        <a:lumMod val="25000"/>
                      </a:schemeClr>
                    </a:solidFill>
                  </a:rPr>
                  <a:t> </a:t>
                </a:r>
                <a:r>
                  <a:rPr lang="en-US" sz="1100" dirty="0" err="1">
                    <a:solidFill>
                      <a:schemeClr val="bg2">
                        <a:lumMod val="25000"/>
                      </a:schemeClr>
                    </a:solidFill>
                  </a:rPr>
                  <a:t>tincidunt</a:t>
                </a:r>
                <a:r>
                  <a:rPr lang="en-US" sz="1100" dirty="0">
                    <a:solidFill>
                      <a:schemeClr val="bg2">
                        <a:lumMod val="25000"/>
                      </a:schemeClr>
                    </a:solidFill>
                  </a:rPr>
                  <a:t> </a:t>
                </a:r>
                <a:r>
                  <a:rPr lang="en-US" sz="1100" dirty="0" err="1">
                    <a:solidFill>
                      <a:schemeClr val="bg2">
                        <a:lumMod val="25000"/>
                      </a:schemeClr>
                    </a:solidFill>
                  </a:rPr>
                  <a:t>erat</a:t>
                </a:r>
                <a:r>
                  <a:rPr lang="en-US" sz="1100" dirty="0">
                    <a:solidFill>
                      <a:schemeClr val="bg2">
                        <a:lumMod val="25000"/>
                      </a:schemeClr>
                    </a:solidFill>
                  </a:rPr>
                  <a:t>. </a:t>
                </a:r>
                <a:br>
                  <a:rPr lang="en-US" sz="1100" dirty="0">
                    <a:solidFill>
                      <a:schemeClr val="bg2">
                        <a:lumMod val="25000"/>
                      </a:schemeClr>
                    </a:solidFill>
                  </a:rPr>
                </a:br>
                <a:r>
                  <a:rPr lang="en-US" sz="1100" dirty="0" err="1">
                    <a:solidFill>
                      <a:schemeClr val="bg2">
                        <a:lumMod val="25000"/>
                      </a:schemeClr>
                    </a:solidFill>
                  </a:rPr>
                  <a:t>Eu</a:t>
                </a:r>
                <a:r>
                  <a:rPr lang="en-US" sz="1100" dirty="0">
                    <a:solidFill>
                      <a:schemeClr val="bg2">
                        <a:lumMod val="25000"/>
                      </a:schemeClr>
                    </a:solidFill>
                  </a:rPr>
                  <a:t> </a:t>
                </a:r>
                <a:r>
                  <a:rPr lang="en-US" sz="1100" dirty="0" err="1">
                    <a:solidFill>
                      <a:schemeClr val="bg2">
                        <a:lumMod val="25000"/>
                      </a:schemeClr>
                    </a:solidFill>
                  </a:rPr>
                  <a:t>justo</a:t>
                </a:r>
                <a:r>
                  <a:rPr lang="en-US" sz="1100" dirty="0">
                    <a:solidFill>
                      <a:schemeClr val="bg2">
                        <a:lumMod val="25000"/>
                      </a:schemeClr>
                    </a:solidFill>
                  </a:rPr>
                  <a:t>, </a:t>
                </a:r>
                <a:r>
                  <a:rPr lang="en-US" sz="1100" dirty="0" err="1">
                    <a:solidFill>
                      <a:schemeClr val="bg2">
                        <a:lumMod val="25000"/>
                      </a:schemeClr>
                    </a:solidFill>
                  </a:rPr>
                  <a:t>senectus</a:t>
                </a:r>
                <a:r>
                  <a:rPr lang="en-US" sz="1100" dirty="0">
                    <a:solidFill>
                      <a:schemeClr val="bg2">
                        <a:lumMod val="25000"/>
                      </a:schemeClr>
                    </a:solidFill>
                  </a:rPr>
                  <a:t> </a:t>
                </a:r>
                <a:r>
                  <a:rPr lang="en-US" sz="1100" dirty="0" err="1">
                    <a:solidFill>
                      <a:schemeClr val="bg2">
                        <a:lumMod val="25000"/>
                      </a:schemeClr>
                    </a:solidFill>
                  </a:rPr>
                  <a:t>ut</a:t>
                </a:r>
                <a:r>
                  <a:rPr lang="en-US" sz="1100" dirty="0">
                    <a:solidFill>
                      <a:schemeClr val="bg2">
                        <a:lumMod val="25000"/>
                      </a:schemeClr>
                    </a:solidFill>
                  </a:rPr>
                  <a:t> </a:t>
                </a:r>
                <a:r>
                  <a:rPr lang="en-US" sz="1100" dirty="0" err="1">
                    <a:solidFill>
                      <a:schemeClr val="bg2">
                        <a:lumMod val="25000"/>
                      </a:schemeClr>
                    </a:solidFill>
                  </a:rPr>
                  <a:t>mattis</a:t>
                </a:r>
                <a:r>
                  <a:rPr lang="en-US" sz="1100" dirty="0">
                    <a:solidFill>
                      <a:schemeClr val="bg2">
                        <a:lumMod val="25000"/>
                      </a:schemeClr>
                    </a:solidFill>
                  </a:rPr>
                  <a:t> </a:t>
                </a:r>
                <a:r>
                  <a:rPr lang="en-US" sz="1100" dirty="0" err="1">
                    <a:solidFill>
                      <a:schemeClr val="bg2">
                        <a:lumMod val="25000"/>
                      </a:schemeClr>
                    </a:solidFill>
                  </a:rPr>
                  <a:t>laoreet</a:t>
                </a:r>
                <a:r>
                  <a:rPr lang="en-US" sz="1100" dirty="0">
                    <a:solidFill>
                      <a:schemeClr val="bg2">
                        <a:lumMod val="25000"/>
                      </a:schemeClr>
                    </a:solidFill>
                  </a:rPr>
                  <a:t> et. </a:t>
                </a:r>
                <a:r>
                  <a:rPr lang="en-US" sz="1100" dirty="0" err="1">
                    <a:solidFill>
                      <a:schemeClr val="bg2">
                        <a:lumMod val="25000"/>
                      </a:schemeClr>
                    </a:solidFill>
                  </a:rPr>
                  <a:t>Nec</a:t>
                </a:r>
                <a:r>
                  <a:rPr lang="en-US" sz="1100" dirty="0">
                    <a:solidFill>
                      <a:schemeClr val="bg2">
                        <a:lumMod val="25000"/>
                      </a:schemeClr>
                    </a:solidFill>
                  </a:rPr>
                  <a:t> </a:t>
                </a:r>
                <a:r>
                  <a:rPr lang="en-US" sz="1100" dirty="0" err="1">
                    <a:solidFill>
                      <a:schemeClr val="bg2">
                        <a:lumMod val="25000"/>
                      </a:schemeClr>
                    </a:solidFill>
                  </a:rPr>
                  <a:t>ultricies</a:t>
                </a:r>
                <a:r>
                  <a:rPr lang="en-US" sz="1100" dirty="0">
                    <a:solidFill>
                      <a:schemeClr val="bg2">
                        <a:lumMod val="25000"/>
                      </a:schemeClr>
                    </a:solidFill>
                  </a:rPr>
                  <a:t> </a:t>
                </a:r>
                <a:r>
                  <a:rPr lang="en-US" sz="1100" dirty="0" err="1">
                    <a:solidFill>
                      <a:schemeClr val="bg2">
                        <a:lumMod val="25000"/>
                      </a:schemeClr>
                    </a:solidFill>
                  </a:rPr>
                  <a:t>ultrices</a:t>
                </a:r>
                <a:r>
                  <a:rPr lang="en-US" sz="1100" dirty="0">
                    <a:solidFill>
                      <a:schemeClr val="bg2">
                        <a:lumMod val="25000"/>
                      </a:schemeClr>
                    </a:solidFill>
                  </a:rPr>
                  <a:t> </a:t>
                </a:r>
                <a:r>
                  <a:rPr lang="en-US" sz="1100" dirty="0" err="1">
                    <a:solidFill>
                      <a:schemeClr val="bg2">
                        <a:lumMod val="25000"/>
                      </a:schemeClr>
                    </a:solidFill>
                  </a:rPr>
                  <a:t>iaculis</a:t>
                </a:r>
                <a:r>
                  <a:rPr lang="en-US" sz="1100" dirty="0">
                    <a:solidFill>
                      <a:schemeClr val="bg2">
                        <a:lumMod val="25000"/>
                      </a:schemeClr>
                    </a:solidFill>
                  </a:rPr>
                  <a:t> </a:t>
                </a:r>
                <a:br>
                  <a:rPr lang="en-US" sz="1100" dirty="0">
                    <a:solidFill>
                      <a:schemeClr val="bg2">
                        <a:lumMod val="25000"/>
                      </a:schemeClr>
                    </a:solidFill>
                  </a:rPr>
                </a:br>
                <a:r>
                  <a:rPr lang="en-US" sz="1100" dirty="0">
                    <a:solidFill>
                      <a:srgbClr val="0070C0"/>
                    </a:solidFill>
                  </a:rPr>
                  <a:t>non </a:t>
                </a:r>
                <a:r>
                  <a:rPr lang="en-US" sz="1100" dirty="0" err="1">
                    <a:solidFill>
                      <a:srgbClr val="0070C0"/>
                    </a:solidFill>
                  </a:rPr>
                  <a:t>asperiores</a:t>
                </a:r>
                <a:r>
                  <a:rPr lang="en-US" sz="1100" dirty="0">
                    <a:solidFill>
                      <a:srgbClr val="0070C0"/>
                    </a:solidFill>
                  </a:rPr>
                  <a:t> </a:t>
                </a:r>
                <a:r>
                  <a:rPr lang="en-US" sz="1100" dirty="0" err="1">
                    <a:solidFill>
                      <a:schemeClr val="bg2">
                        <a:lumMod val="25000"/>
                      </a:schemeClr>
                    </a:solidFill>
                  </a:rPr>
                  <a:t>urna</a:t>
                </a:r>
                <a:r>
                  <a:rPr lang="en-US" sz="1100" dirty="0">
                    <a:solidFill>
                      <a:schemeClr val="bg2">
                        <a:lumMod val="25000"/>
                      </a:schemeClr>
                    </a:solidFill>
                  </a:rPr>
                  <a:t>, </a:t>
                </a:r>
                <a:r>
                  <a:rPr lang="en-US" sz="1100" dirty="0" err="1">
                    <a:solidFill>
                      <a:schemeClr val="bg2">
                        <a:lumMod val="25000"/>
                      </a:schemeClr>
                    </a:solidFill>
                  </a:rPr>
                  <a:t>nec</a:t>
                </a:r>
                <a:r>
                  <a:rPr lang="en-US" sz="1100" dirty="0">
                    <a:solidFill>
                      <a:schemeClr val="bg2">
                        <a:lumMod val="25000"/>
                      </a:schemeClr>
                    </a:solidFill>
                  </a:rPr>
                  <a:t> </a:t>
                </a:r>
                <a:r>
                  <a:rPr lang="en-US" sz="1100" dirty="0" err="1">
                    <a:solidFill>
                      <a:schemeClr val="bg2">
                        <a:lumMod val="25000"/>
                      </a:schemeClr>
                    </a:solidFill>
                  </a:rPr>
                  <a:t>ut</a:t>
                </a:r>
                <a:r>
                  <a:rPr lang="en-US" sz="1100" dirty="0">
                    <a:solidFill>
                      <a:schemeClr val="bg2">
                        <a:lumMod val="25000"/>
                      </a:schemeClr>
                    </a:solidFill>
                  </a:rPr>
                  <a:t> dolor </a:t>
                </a:r>
                <a:r>
                  <a:rPr lang="en-US" sz="1100" dirty="0" err="1">
                    <a:solidFill>
                      <a:schemeClr val="bg2">
                        <a:lumMod val="25000"/>
                      </a:schemeClr>
                    </a:solidFill>
                  </a:rPr>
                  <a:t>dignissim</a:t>
                </a:r>
                <a:r>
                  <a:rPr lang="en-US" sz="1100" dirty="0">
                    <a:solidFill>
                      <a:schemeClr val="bg2">
                        <a:lumMod val="25000"/>
                      </a:schemeClr>
                    </a:solidFill>
                  </a:rPr>
                  <a:t>, </a:t>
                </a:r>
                <a:r>
                  <a:rPr lang="en-US" sz="1100" dirty="0" err="1">
                    <a:solidFill>
                      <a:schemeClr val="bg2">
                        <a:lumMod val="25000"/>
                      </a:schemeClr>
                    </a:solidFill>
                  </a:rPr>
                  <a:t>sodales</a:t>
                </a:r>
                <a:r>
                  <a:rPr lang="en-US" sz="1100" dirty="0">
                    <a:solidFill>
                      <a:schemeClr val="bg2">
                        <a:lumMod val="25000"/>
                      </a:schemeClr>
                    </a:solidFill>
                  </a:rPr>
                  <a:t> </a:t>
                </a:r>
                <a:r>
                  <a:rPr lang="en-US" sz="1100" dirty="0" err="1">
                    <a:solidFill>
                      <a:schemeClr val="bg2">
                        <a:lumMod val="25000"/>
                      </a:schemeClr>
                    </a:solidFill>
                  </a:rPr>
                  <a:t>purus</a:t>
                </a:r>
                <a:r>
                  <a:rPr lang="en-US" sz="1100" dirty="0">
                    <a:solidFill>
                      <a:schemeClr val="bg2">
                        <a:lumMod val="25000"/>
                      </a:schemeClr>
                    </a:solidFill>
                  </a:rPr>
                  <a:t> </a:t>
                </a:r>
                <a:r>
                  <a:rPr lang="en-US" sz="1100" dirty="0" err="1">
                    <a:solidFill>
                      <a:schemeClr val="bg2">
                        <a:lumMod val="25000"/>
                      </a:schemeClr>
                    </a:solidFill>
                  </a:rPr>
                  <a:t>pretium</a:t>
                </a:r>
                <a:r>
                  <a:rPr lang="en-US" sz="1100" dirty="0">
                    <a:solidFill>
                      <a:schemeClr val="bg2">
                        <a:lumMod val="25000"/>
                      </a:schemeClr>
                    </a:solidFill>
                  </a:rPr>
                  <a:t> </a:t>
                </a:r>
                <a:br>
                  <a:rPr lang="en-US" sz="1100" dirty="0">
                    <a:solidFill>
                      <a:schemeClr val="bg2">
                        <a:lumMod val="25000"/>
                      </a:schemeClr>
                    </a:solidFill>
                  </a:rPr>
                </a:br>
                <a:r>
                  <a:rPr lang="en-US" sz="1100" dirty="0" err="1">
                    <a:solidFill>
                      <a:schemeClr val="bg2">
                        <a:lumMod val="25000"/>
                      </a:schemeClr>
                    </a:solidFill>
                  </a:rPr>
                  <a:t>eget</a:t>
                </a:r>
                <a:r>
                  <a:rPr lang="en-US" sz="1100" dirty="0">
                    <a:solidFill>
                      <a:schemeClr val="bg2">
                        <a:lumMod val="25000"/>
                      </a:schemeClr>
                    </a:solidFill>
                  </a:rPr>
                  <a:t>, </a:t>
                </a:r>
                <a:r>
                  <a:rPr lang="en-US" sz="1100" dirty="0" err="1">
                    <a:solidFill>
                      <a:schemeClr val="bg2">
                        <a:lumMod val="25000"/>
                      </a:schemeClr>
                    </a:solidFill>
                  </a:rPr>
                  <a:t>wisi</a:t>
                </a:r>
                <a:r>
                  <a:rPr lang="en-US" sz="1100" dirty="0">
                    <a:solidFill>
                      <a:schemeClr val="bg2">
                        <a:lumMod val="25000"/>
                      </a:schemeClr>
                    </a:solidFill>
                  </a:rPr>
                  <a:t> integer </a:t>
                </a:r>
                <a:r>
                  <a:rPr lang="en-US" sz="1100" dirty="0" err="1">
                    <a:solidFill>
                      <a:schemeClr val="bg2">
                        <a:lumMod val="25000"/>
                      </a:schemeClr>
                    </a:solidFill>
                  </a:rPr>
                  <a:t>molestie</a:t>
                </a:r>
                <a:r>
                  <a:rPr lang="en-US" sz="1100" dirty="0">
                    <a:solidFill>
                      <a:schemeClr val="bg2">
                        <a:lumMod val="25000"/>
                      </a:schemeClr>
                    </a:solidFill>
                  </a:rPr>
                  <a:t> </a:t>
                </a:r>
                <a:r>
                  <a:rPr lang="en-US" sz="1100" dirty="0" err="1">
                    <a:solidFill>
                      <a:schemeClr val="bg2">
                        <a:lumMod val="25000"/>
                      </a:schemeClr>
                    </a:solidFill>
                  </a:rPr>
                  <a:t>arcu</a:t>
                </a:r>
                <a:r>
                  <a:rPr lang="en-US" sz="1100" dirty="0">
                    <a:solidFill>
                      <a:schemeClr val="bg2">
                        <a:lumMod val="25000"/>
                      </a:schemeClr>
                    </a:solidFill>
                  </a:rPr>
                  <a:t> </a:t>
                </a:r>
                <a:r>
                  <a:rPr lang="en-US" sz="1100" dirty="0" err="1">
                    <a:solidFill>
                      <a:schemeClr val="bg2">
                        <a:lumMod val="25000"/>
                      </a:schemeClr>
                    </a:solidFill>
                  </a:rPr>
                  <a:t>platea</a:t>
                </a:r>
                <a:r>
                  <a:rPr lang="en-US" sz="1100" dirty="0">
                    <a:solidFill>
                      <a:schemeClr val="bg2">
                        <a:lumMod val="25000"/>
                      </a:schemeClr>
                    </a:solidFill>
                  </a:rPr>
                  <a:t>, </a:t>
                </a:r>
                <a:r>
                  <a:rPr lang="en-US" sz="1100" dirty="0" err="1">
                    <a:solidFill>
                      <a:schemeClr val="bg2">
                        <a:lumMod val="25000"/>
                      </a:schemeClr>
                    </a:solidFill>
                  </a:rPr>
                  <a:t>urna</a:t>
                </a:r>
                <a:r>
                  <a:rPr lang="en-US" sz="1100" dirty="0">
                    <a:solidFill>
                      <a:schemeClr val="bg2">
                        <a:lumMod val="25000"/>
                      </a:schemeClr>
                    </a:solidFill>
                  </a:rPr>
                  <a:t> </a:t>
                </a:r>
                <a:r>
                  <a:rPr lang="en-US" sz="1100" dirty="0" err="1">
                    <a:solidFill>
                      <a:schemeClr val="bg2">
                        <a:lumMod val="25000"/>
                      </a:schemeClr>
                    </a:solidFill>
                  </a:rPr>
                  <a:t>ut</a:t>
                </a:r>
                <a:r>
                  <a:rPr lang="en-US" sz="1100" dirty="0">
                    <a:solidFill>
                      <a:schemeClr val="bg2">
                        <a:lumMod val="25000"/>
                      </a:schemeClr>
                    </a:solidFill>
                  </a:rPr>
                  <a:t> in ipsum </a:t>
                </a:r>
                <a:r>
                  <a:rPr lang="en-US" sz="1100" dirty="0" err="1">
                    <a:solidFill>
                      <a:schemeClr val="bg2">
                        <a:lumMod val="25000"/>
                      </a:schemeClr>
                    </a:solidFill>
                  </a:rPr>
                  <a:t>laoreet</a:t>
                </a:r>
                <a:r>
                  <a:rPr lang="en-US" sz="1100" dirty="0">
                    <a:solidFill>
                      <a:schemeClr val="bg2">
                        <a:lumMod val="25000"/>
                      </a:schemeClr>
                    </a:solidFill>
                  </a:rPr>
                  <a:t>. </a:t>
                </a:r>
                <a:br>
                  <a:rPr lang="en-US" sz="1100" dirty="0">
                    <a:solidFill>
                      <a:schemeClr val="bg2">
                        <a:lumMod val="25000"/>
                      </a:schemeClr>
                    </a:solidFill>
                  </a:rPr>
                </a:br>
                <a:r>
                  <a:rPr lang="en-US" sz="1100" dirty="0" err="1">
                    <a:solidFill>
                      <a:schemeClr val="bg2">
                        <a:lumMod val="25000"/>
                      </a:schemeClr>
                    </a:solidFill>
                  </a:rPr>
                  <a:t>Aenean</a:t>
                </a:r>
                <a:r>
                  <a:rPr lang="en-US" sz="1100" dirty="0">
                    <a:solidFill>
                      <a:schemeClr val="bg2">
                        <a:lumMod val="25000"/>
                      </a:schemeClr>
                    </a:solidFill>
                  </a:rPr>
                  <a:t> </a:t>
                </a:r>
                <a:r>
                  <a:rPr lang="en-US" sz="1100" dirty="0" err="1">
                    <a:solidFill>
                      <a:schemeClr val="bg2">
                        <a:lumMod val="25000"/>
                      </a:schemeClr>
                    </a:solidFill>
                  </a:rPr>
                  <a:t>fusce</a:t>
                </a:r>
                <a:r>
                  <a:rPr lang="en-US" sz="1100" dirty="0">
                    <a:solidFill>
                      <a:schemeClr val="bg2">
                        <a:lumMod val="25000"/>
                      </a:schemeClr>
                    </a:solidFill>
                  </a:rPr>
                  <a:t> </a:t>
                </a:r>
                <a:r>
                  <a:rPr lang="en-US" sz="1100" dirty="0" err="1">
                    <a:solidFill>
                      <a:schemeClr val="bg2">
                        <a:lumMod val="25000"/>
                      </a:schemeClr>
                    </a:solidFill>
                  </a:rPr>
                  <a:t>donec</a:t>
                </a:r>
                <a:r>
                  <a:rPr lang="en-US" sz="1100" dirty="0">
                    <a:solidFill>
                      <a:schemeClr val="bg2">
                        <a:lumMod val="25000"/>
                      </a:schemeClr>
                    </a:solidFill>
                  </a:rPr>
                  <a:t>, </a:t>
                </a:r>
                <a:r>
                  <a:rPr lang="en-US" sz="1100" dirty="0" err="1">
                    <a:solidFill>
                      <a:schemeClr val="bg2">
                        <a:lumMod val="25000"/>
                      </a:schemeClr>
                    </a:solidFill>
                  </a:rPr>
                  <a:t>arcu</a:t>
                </a:r>
                <a:r>
                  <a:rPr lang="en-US" sz="1100" dirty="0">
                    <a:solidFill>
                      <a:schemeClr val="bg2">
                        <a:lumMod val="25000"/>
                      </a:schemeClr>
                    </a:solidFill>
                  </a:rPr>
                  <a:t> </a:t>
                </a:r>
                <a:r>
                  <a:rPr lang="en-US" sz="1100" dirty="0" err="1">
                    <a:solidFill>
                      <a:schemeClr val="bg2">
                        <a:lumMod val="25000"/>
                      </a:schemeClr>
                    </a:solidFill>
                  </a:rPr>
                  <a:t>elit</a:t>
                </a:r>
                <a:r>
                  <a:rPr lang="en-US" sz="1100" dirty="0">
                    <a:solidFill>
                      <a:schemeClr val="bg2">
                        <a:lumMod val="25000"/>
                      </a:schemeClr>
                    </a:solidFill>
                  </a:rPr>
                  <a:t>, </a:t>
                </a:r>
                <a:r>
                  <a:rPr lang="en-US" sz="1100" dirty="0" err="1">
                    <a:solidFill>
                      <a:schemeClr val="bg2">
                        <a:lumMod val="25000"/>
                      </a:schemeClr>
                    </a:solidFill>
                  </a:rPr>
                  <a:t>placerat</a:t>
                </a:r>
                <a:r>
                  <a:rPr lang="en-US" sz="1100" dirty="0">
                    <a:solidFill>
                      <a:schemeClr val="bg2">
                        <a:lumMod val="25000"/>
                      </a:schemeClr>
                    </a:solidFill>
                  </a:rPr>
                  <a:t> </a:t>
                </a:r>
                <a:r>
                  <a:rPr lang="en-US" sz="1100" dirty="0" err="1">
                    <a:solidFill>
                      <a:schemeClr val="bg2">
                        <a:lumMod val="25000"/>
                      </a:schemeClr>
                    </a:solidFill>
                  </a:rPr>
                  <a:t>arcu</a:t>
                </a:r>
                <a:r>
                  <a:rPr lang="en-US" sz="1100" dirty="0">
                    <a:solidFill>
                      <a:schemeClr val="bg2">
                        <a:lumMod val="25000"/>
                      </a:schemeClr>
                    </a:solidFill>
                  </a:rPr>
                  <a:t> </a:t>
                </a:r>
                <a:r>
                  <a:rPr lang="en-US" sz="1100" dirty="0" err="1">
                    <a:solidFill>
                      <a:schemeClr val="bg2">
                        <a:lumMod val="25000"/>
                      </a:schemeClr>
                    </a:solidFill>
                  </a:rPr>
                  <a:t>laoreet</a:t>
                </a:r>
                <a:r>
                  <a:rPr lang="en-US" sz="1100" dirty="0">
                    <a:solidFill>
                      <a:schemeClr val="bg2">
                        <a:lumMod val="25000"/>
                      </a:schemeClr>
                    </a:solidFill>
                  </a:rPr>
                  <a:t>.</a:t>
                </a:r>
                <a:br>
                  <a:rPr lang="en-US" sz="1100" dirty="0">
                    <a:solidFill>
                      <a:schemeClr val="bg2">
                        <a:lumMod val="25000"/>
                      </a:schemeClr>
                    </a:solidFill>
                  </a:rPr>
                </a:br>
                <a:endParaRPr lang="en-US" sz="1100" dirty="0">
                  <a:solidFill>
                    <a:schemeClr val="bg2">
                      <a:lumMod val="25000"/>
                    </a:schemeClr>
                  </a:solidFill>
                </a:endParaRPr>
              </a:p>
            </p:txBody>
          </p:sp>
          <p:sp>
            <p:nvSpPr>
              <p:cNvPr id="22" name="Rectangle 21"/>
              <p:cNvSpPr/>
              <p:nvPr/>
            </p:nvSpPr>
            <p:spPr>
              <a:xfrm>
                <a:off x="6771298" y="1902302"/>
                <a:ext cx="4660666" cy="414911"/>
              </a:xfrm>
              <a:prstGeom prst="rect">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dirty="0">
                    <a:solidFill>
                      <a:srgbClr val="0070C0"/>
                    </a:solidFill>
                  </a:rPr>
                  <a:t>Header</a:t>
                </a:r>
              </a:p>
            </p:txBody>
          </p:sp>
        </p:grpSp>
        <p:pic>
          <p:nvPicPr>
            <p:cNvPr id="19" name="Picture 2" descr="http://freevectorlogo.net/wp-content/uploads/2013/06/world-of-warcraft-horde-vector-logo.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337367" y="4340852"/>
              <a:ext cx="1228837" cy="1228837"/>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322198284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Aside</a:t>
            </a:r>
          </a:p>
        </p:txBody>
      </p:sp>
      <p:sp>
        <p:nvSpPr>
          <p:cNvPr id="3" name="Content Placeholder 2"/>
          <p:cNvSpPr>
            <a:spLocks noGrp="1"/>
          </p:cNvSpPr>
          <p:nvPr>
            <p:ph idx="1"/>
          </p:nvPr>
        </p:nvSpPr>
        <p:spPr>
          <a:xfrm>
            <a:off x="838200" y="1690688"/>
            <a:ext cx="10515600" cy="4351338"/>
          </a:xfrm>
        </p:spPr>
        <p:txBody>
          <a:bodyPr/>
          <a:lstStyle/>
          <a:p>
            <a:pPr marL="0" indent="0">
              <a:spcAft>
                <a:spcPts val="1200"/>
              </a:spcAft>
              <a:buNone/>
            </a:pPr>
            <a:r>
              <a:rPr lang="en-US" dirty="0"/>
              <a:t>The &lt;aside&gt; element defines some content aside from the content it is placed in (like a sidebar)</a:t>
            </a:r>
          </a:p>
          <a:p>
            <a:pPr marL="0" indent="0">
              <a:spcAft>
                <a:spcPts val="1200"/>
              </a:spcAft>
              <a:buNone/>
            </a:pPr>
            <a:r>
              <a:rPr lang="en-US" dirty="0"/>
              <a:t>The aside content should be related to the surrounding content</a:t>
            </a:r>
          </a:p>
          <a:p>
            <a:endParaRPr lang="en-US" dirty="0"/>
          </a:p>
        </p:txBody>
      </p:sp>
    </p:spTree>
    <p:extLst>
      <p:ext uri="{BB962C8B-B14F-4D97-AF65-F5344CB8AC3E}">
        <p14:creationId xmlns:p14="http://schemas.microsoft.com/office/powerpoint/2010/main" val="291348753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Aside</a:t>
            </a:r>
          </a:p>
        </p:txBody>
      </p:sp>
      <p:sp>
        <p:nvSpPr>
          <p:cNvPr id="3" name="Content Placeholder 2"/>
          <p:cNvSpPr>
            <a:spLocks noGrp="1"/>
          </p:cNvSpPr>
          <p:nvPr>
            <p:ph idx="1"/>
          </p:nvPr>
        </p:nvSpPr>
        <p:spPr>
          <a:xfrm>
            <a:off x="838200" y="1690688"/>
            <a:ext cx="5392918" cy="4351338"/>
          </a:xfrm>
        </p:spPr>
        <p:txBody>
          <a:bodyPr>
            <a:normAutofit/>
          </a:bodyPr>
          <a:lstStyle/>
          <a:p>
            <a:pPr marL="0" indent="0">
              <a:buNone/>
            </a:pPr>
            <a:r>
              <a:rPr lang="en-US" sz="2400" dirty="0"/>
              <a:t>An aside element typically includes information / elements that are of interest to visitors, but not directly related to the main content</a:t>
            </a:r>
          </a:p>
        </p:txBody>
      </p:sp>
      <p:sp>
        <p:nvSpPr>
          <p:cNvPr id="5" name="Rectangle 4"/>
          <p:cNvSpPr/>
          <p:nvPr/>
        </p:nvSpPr>
        <p:spPr>
          <a:xfrm>
            <a:off x="6483430" y="150829"/>
            <a:ext cx="4944534" cy="6070862"/>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p:cNvSpPr/>
          <p:nvPr/>
        </p:nvSpPr>
        <p:spPr>
          <a:xfrm>
            <a:off x="6528586" y="241138"/>
            <a:ext cx="4854222" cy="750711"/>
          </a:xfrm>
          <a:prstGeom prst="rect">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rgbClr val="0070C0"/>
                </a:solidFill>
              </a:rPr>
              <a:t>Header</a:t>
            </a:r>
          </a:p>
        </p:txBody>
      </p:sp>
      <p:sp>
        <p:nvSpPr>
          <p:cNvPr id="7" name="Rectangle 6"/>
          <p:cNvSpPr/>
          <p:nvPr/>
        </p:nvSpPr>
        <p:spPr>
          <a:xfrm>
            <a:off x="6528586" y="1064523"/>
            <a:ext cx="4854222" cy="292452"/>
          </a:xfrm>
          <a:prstGeom prst="rect">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6528586" y="5700701"/>
            <a:ext cx="4854222" cy="445823"/>
          </a:xfrm>
          <a:prstGeom prst="rect">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solidFill>
                  <a:schemeClr val="tx1">
                    <a:lumMod val="65000"/>
                    <a:lumOff val="35000"/>
                  </a:schemeClr>
                </a:solidFill>
              </a:rPr>
              <a:t>Footer	</a:t>
            </a:r>
            <a:r>
              <a:rPr lang="en-US" sz="1600" u="sng" dirty="0">
                <a:solidFill>
                  <a:srgbClr val="0070C0"/>
                </a:solidFill>
              </a:rPr>
              <a:t>LINK</a:t>
            </a:r>
            <a:r>
              <a:rPr lang="en-US" sz="1600" dirty="0">
                <a:solidFill>
                  <a:schemeClr val="tx1">
                    <a:lumMod val="65000"/>
                    <a:lumOff val="35000"/>
                  </a:schemeClr>
                </a:solidFill>
              </a:rPr>
              <a:t> | </a:t>
            </a:r>
            <a:r>
              <a:rPr lang="en-US" sz="1600" u="sng" dirty="0">
                <a:solidFill>
                  <a:srgbClr val="0070C0"/>
                </a:solidFill>
              </a:rPr>
              <a:t>LINK</a:t>
            </a:r>
            <a:r>
              <a:rPr lang="en-US" sz="1600" dirty="0">
                <a:solidFill>
                  <a:schemeClr val="tx1">
                    <a:lumMod val="65000"/>
                    <a:lumOff val="35000"/>
                  </a:schemeClr>
                </a:solidFill>
              </a:rPr>
              <a:t> | </a:t>
            </a:r>
            <a:r>
              <a:rPr lang="en-US" sz="1600" u="sng" dirty="0">
                <a:solidFill>
                  <a:srgbClr val="0070C0"/>
                </a:solidFill>
              </a:rPr>
              <a:t>LINK</a:t>
            </a:r>
          </a:p>
        </p:txBody>
      </p:sp>
      <p:sp>
        <p:nvSpPr>
          <p:cNvPr id="9" name="Rounded Rectangle 8"/>
          <p:cNvSpPr/>
          <p:nvPr/>
        </p:nvSpPr>
        <p:spPr>
          <a:xfrm>
            <a:off x="6630187" y="1096561"/>
            <a:ext cx="666044" cy="228423"/>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LINK</a:t>
            </a:r>
          </a:p>
        </p:txBody>
      </p:sp>
      <p:sp>
        <p:nvSpPr>
          <p:cNvPr id="10" name="Rounded Rectangle 9"/>
          <p:cNvSpPr/>
          <p:nvPr/>
        </p:nvSpPr>
        <p:spPr>
          <a:xfrm>
            <a:off x="7341387" y="1096561"/>
            <a:ext cx="666044" cy="228423"/>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LINK</a:t>
            </a:r>
          </a:p>
        </p:txBody>
      </p:sp>
      <p:sp>
        <p:nvSpPr>
          <p:cNvPr id="11" name="Rounded Rectangle 10"/>
          <p:cNvSpPr/>
          <p:nvPr/>
        </p:nvSpPr>
        <p:spPr>
          <a:xfrm>
            <a:off x="8052587" y="1096561"/>
            <a:ext cx="666044" cy="228423"/>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LINK</a:t>
            </a:r>
          </a:p>
        </p:txBody>
      </p:sp>
      <p:sp>
        <p:nvSpPr>
          <p:cNvPr id="12" name="Rounded Rectangle 11"/>
          <p:cNvSpPr/>
          <p:nvPr/>
        </p:nvSpPr>
        <p:spPr>
          <a:xfrm>
            <a:off x="8763787" y="1096561"/>
            <a:ext cx="666044" cy="228423"/>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LINK</a:t>
            </a:r>
          </a:p>
        </p:txBody>
      </p:sp>
      <p:sp>
        <p:nvSpPr>
          <p:cNvPr id="13" name="Rounded Rectangle 12"/>
          <p:cNvSpPr/>
          <p:nvPr/>
        </p:nvSpPr>
        <p:spPr>
          <a:xfrm>
            <a:off x="9474987" y="1096561"/>
            <a:ext cx="666044" cy="228423"/>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LINK</a:t>
            </a:r>
          </a:p>
        </p:txBody>
      </p:sp>
      <p:sp>
        <p:nvSpPr>
          <p:cNvPr id="14" name="Rectangle 13"/>
          <p:cNvSpPr/>
          <p:nvPr/>
        </p:nvSpPr>
        <p:spPr>
          <a:xfrm>
            <a:off x="6528586" y="1429650"/>
            <a:ext cx="3520387" cy="2095976"/>
          </a:xfrm>
          <a:prstGeom prst="rect">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400" dirty="0">
                <a:solidFill>
                  <a:srgbClr val="0070C0"/>
                </a:solidFill>
              </a:rPr>
              <a:t>Article</a:t>
            </a:r>
            <a:endParaRPr lang="en-US" dirty="0">
              <a:solidFill>
                <a:srgbClr val="0070C0"/>
              </a:solidFill>
            </a:endParaRPr>
          </a:p>
        </p:txBody>
      </p:sp>
      <p:sp>
        <p:nvSpPr>
          <p:cNvPr id="15" name="Rectangle 14"/>
          <p:cNvSpPr/>
          <p:nvPr/>
        </p:nvSpPr>
        <p:spPr>
          <a:xfrm>
            <a:off x="6618898" y="2164727"/>
            <a:ext cx="3380016" cy="1268471"/>
          </a:xfrm>
          <a:prstGeom prst="rect">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100" dirty="0">
                <a:solidFill>
                  <a:schemeClr val="bg2">
                    <a:lumMod val="25000"/>
                  </a:schemeClr>
                </a:solidFill>
              </a:rPr>
              <a:t>Lorem ipsum dolor sit </a:t>
            </a:r>
            <a:r>
              <a:rPr lang="en-US" sz="1100" dirty="0" err="1">
                <a:solidFill>
                  <a:schemeClr val="bg2">
                    <a:lumMod val="25000"/>
                  </a:schemeClr>
                </a:solidFill>
              </a:rPr>
              <a:t>amet</a:t>
            </a:r>
            <a:r>
              <a:rPr lang="en-US" sz="1100" dirty="0">
                <a:solidFill>
                  <a:schemeClr val="bg2">
                    <a:lumMod val="25000"/>
                  </a:schemeClr>
                </a:solidFill>
              </a:rPr>
              <a:t>, gravida </a:t>
            </a:r>
            <a:r>
              <a:rPr lang="en-US" sz="1100" dirty="0" err="1">
                <a:solidFill>
                  <a:schemeClr val="bg2">
                    <a:lumMod val="25000"/>
                  </a:schemeClr>
                </a:solidFill>
              </a:rPr>
              <a:t>facilisi</a:t>
            </a:r>
            <a:r>
              <a:rPr lang="en-US" sz="1100" dirty="0">
                <a:solidFill>
                  <a:schemeClr val="bg2">
                    <a:lumMod val="25000"/>
                  </a:schemeClr>
                </a:solidFill>
              </a:rPr>
              <a:t> </a:t>
            </a:r>
            <a:r>
              <a:rPr lang="en-US" sz="1100" dirty="0" err="1">
                <a:solidFill>
                  <a:schemeClr val="bg2">
                    <a:lumMod val="25000"/>
                  </a:schemeClr>
                </a:solidFill>
              </a:rPr>
              <a:t>orci</a:t>
            </a:r>
            <a:r>
              <a:rPr lang="en-US" sz="1100" dirty="0">
                <a:solidFill>
                  <a:schemeClr val="bg2">
                    <a:lumMod val="25000"/>
                  </a:schemeClr>
                </a:solidFill>
              </a:rPr>
              <a:t> </a:t>
            </a:r>
            <a:r>
              <a:rPr lang="en-US" sz="1100" dirty="0" err="1">
                <a:solidFill>
                  <a:schemeClr val="bg2">
                    <a:lumMod val="25000"/>
                  </a:schemeClr>
                </a:solidFill>
              </a:rPr>
              <a:t>nulla</a:t>
            </a:r>
            <a:r>
              <a:rPr lang="en-US" sz="1100" dirty="0">
                <a:solidFill>
                  <a:schemeClr val="bg2">
                    <a:lumMod val="25000"/>
                  </a:schemeClr>
                </a:solidFill>
              </a:rPr>
              <a:t>. </a:t>
            </a:r>
            <a:r>
              <a:rPr lang="en-US" sz="1100" dirty="0" err="1">
                <a:solidFill>
                  <a:schemeClr val="bg2">
                    <a:lumMod val="25000"/>
                  </a:schemeClr>
                </a:solidFill>
              </a:rPr>
              <a:t>Erat</a:t>
            </a:r>
            <a:r>
              <a:rPr lang="en-US" sz="1100" dirty="0">
                <a:solidFill>
                  <a:schemeClr val="bg2">
                    <a:lumMod val="25000"/>
                  </a:schemeClr>
                </a:solidFill>
              </a:rPr>
              <a:t> dolor, </a:t>
            </a:r>
            <a:r>
              <a:rPr lang="en-US" sz="1100" dirty="0" err="1">
                <a:solidFill>
                  <a:schemeClr val="bg2">
                    <a:lumMod val="25000"/>
                  </a:schemeClr>
                </a:solidFill>
              </a:rPr>
              <a:t>sagittis</a:t>
            </a:r>
            <a:r>
              <a:rPr lang="en-US" sz="1100" dirty="0">
                <a:solidFill>
                  <a:schemeClr val="bg2">
                    <a:lumMod val="25000"/>
                  </a:schemeClr>
                </a:solidFill>
              </a:rPr>
              <a:t> </a:t>
            </a:r>
            <a:r>
              <a:rPr lang="en-US" sz="1100" dirty="0" err="1">
                <a:solidFill>
                  <a:schemeClr val="bg2">
                    <a:lumMod val="25000"/>
                  </a:schemeClr>
                </a:solidFill>
              </a:rPr>
              <a:t>blandit</a:t>
            </a:r>
            <a:r>
              <a:rPr lang="en-US" sz="1100" dirty="0">
                <a:solidFill>
                  <a:schemeClr val="bg2">
                    <a:lumMod val="25000"/>
                  </a:schemeClr>
                </a:solidFill>
              </a:rPr>
              <a:t>, </a:t>
            </a:r>
            <a:r>
              <a:rPr lang="en-US" sz="1100" dirty="0" err="1">
                <a:solidFill>
                  <a:schemeClr val="bg2">
                    <a:lumMod val="25000"/>
                  </a:schemeClr>
                </a:solidFill>
              </a:rPr>
              <a:t>maecenas</a:t>
            </a:r>
            <a:r>
              <a:rPr lang="en-US" sz="1100" dirty="0">
                <a:solidFill>
                  <a:schemeClr val="bg2">
                    <a:lumMod val="25000"/>
                  </a:schemeClr>
                </a:solidFill>
              </a:rPr>
              <a:t> </a:t>
            </a:r>
            <a:r>
              <a:rPr lang="en-US" sz="1100" dirty="0" err="1">
                <a:solidFill>
                  <a:schemeClr val="bg2">
                    <a:lumMod val="25000"/>
                  </a:schemeClr>
                </a:solidFill>
              </a:rPr>
              <a:t>quis</a:t>
            </a:r>
            <a:r>
              <a:rPr lang="en-US" sz="1100" dirty="0">
                <a:solidFill>
                  <a:schemeClr val="bg2">
                    <a:lumMod val="25000"/>
                  </a:schemeClr>
                </a:solidFill>
              </a:rPr>
              <a:t> mi </a:t>
            </a:r>
            <a:r>
              <a:rPr lang="en-US" sz="1100" dirty="0" err="1">
                <a:solidFill>
                  <a:schemeClr val="bg2">
                    <a:lumMod val="25000"/>
                  </a:schemeClr>
                </a:solidFill>
              </a:rPr>
              <a:t>suscipit</a:t>
            </a:r>
            <a:r>
              <a:rPr lang="en-US" sz="1100" dirty="0">
                <a:solidFill>
                  <a:schemeClr val="bg2">
                    <a:lumMod val="25000"/>
                  </a:schemeClr>
                </a:solidFill>
              </a:rPr>
              <a:t>, </a:t>
            </a:r>
            <a:r>
              <a:rPr lang="en-US" sz="1100" dirty="0" err="1">
                <a:solidFill>
                  <a:schemeClr val="bg2">
                    <a:lumMod val="25000"/>
                  </a:schemeClr>
                </a:solidFill>
              </a:rPr>
              <a:t>risus</a:t>
            </a:r>
            <a:r>
              <a:rPr lang="en-US" sz="1100" dirty="0">
                <a:solidFill>
                  <a:schemeClr val="bg2">
                    <a:lumMod val="25000"/>
                  </a:schemeClr>
                </a:solidFill>
              </a:rPr>
              <a:t> </a:t>
            </a:r>
            <a:r>
              <a:rPr lang="en-US" sz="1100" dirty="0" err="1">
                <a:solidFill>
                  <a:schemeClr val="bg2">
                    <a:lumMod val="25000"/>
                  </a:schemeClr>
                </a:solidFill>
              </a:rPr>
              <a:t>enim</a:t>
            </a:r>
            <a:r>
              <a:rPr lang="en-US" sz="1100" dirty="0">
                <a:solidFill>
                  <a:schemeClr val="bg2">
                    <a:lumMod val="25000"/>
                  </a:schemeClr>
                </a:solidFill>
              </a:rPr>
              <a:t> </a:t>
            </a:r>
            <a:r>
              <a:rPr lang="en-US" sz="1100" dirty="0" err="1">
                <a:solidFill>
                  <a:schemeClr val="bg2">
                    <a:lumMod val="25000"/>
                  </a:schemeClr>
                </a:solidFill>
              </a:rPr>
              <a:t>tincidunt</a:t>
            </a:r>
            <a:r>
              <a:rPr lang="en-US" sz="1100" dirty="0">
                <a:solidFill>
                  <a:schemeClr val="bg2">
                    <a:lumMod val="25000"/>
                  </a:schemeClr>
                </a:solidFill>
              </a:rPr>
              <a:t> </a:t>
            </a:r>
            <a:r>
              <a:rPr lang="en-US" sz="1100" dirty="0" err="1">
                <a:solidFill>
                  <a:schemeClr val="bg2">
                    <a:lumMod val="25000"/>
                  </a:schemeClr>
                </a:solidFill>
              </a:rPr>
              <a:t>erat</a:t>
            </a:r>
            <a:r>
              <a:rPr lang="en-US" sz="1100" dirty="0">
                <a:solidFill>
                  <a:schemeClr val="bg2">
                    <a:lumMod val="25000"/>
                  </a:schemeClr>
                </a:solidFill>
              </a:rPr>
              <a:t>. </a:t>
            </a:r>
            <a:r>
              <a:rPr lang="en-US" sz="1100" dirty="0" err="1">
                <a:solidFill>
                  <a:schemeClr val="bg2">
                    <a:lumMod val="25000"/>
                  </a:schemeClr>
                </a:solidFill>
              </a:rPr>
              <a:t>Eu</a:t>
            </a:r>
            <a:r>
              <a:rPr lang="en-US" sz="1100" dirty="0">
                <a:solidFill>
                  <a:schemeClr val="bg2">
                    <a:lumMod val="25000"/>
                  </a:schemeClr>
                </a:solidFill>
              </a:rPr>
              <a:t> </a:t>
            </a:r>
            <a:r>
              <a:rPr lang="en-US" sz="1100" dirty="0" err="1">
                <a:solidFill>
                  <a:schemeClr val="bg2">
                    <a:lumMod val="25000"/>
                  </a:schemeClr>
                </a:solidFill>
              </a:rPr>
              <a:t>justo</a:t>
            </a:r>
            <a:r>
              <a:rPr lang="en-US" sz="1100" dirty="0">
                <a:solidFill>
                  <a:schemeClr val="bg2">
                    <a:lumMod val="25000"/>
                  </a:schemeClr>
                </a:solidFill>
              </a:rPr>
              <a:t>, </a:t>
            </a:r>
            <a:r>
              <a:rPr lang="en-US" sz="1100" dirty="0" err="1">
                <a:solidFill>
                  <a:schemeClr val="bg2">
                    <a:lumMod val="25000"/>
                  </a:schemeClr>
                </a:solidFill>
              </a:rPr>
              <a:t>senectus</a:t>
            </a:r>
            <a:r>
              <a:rPr lang="en-US" sz="1100" dirty="0">
                <a:solidFill>
                  <a:schemeClr val="bg2">
                    <a:lumMod val="25000"/>
                  </a:schemeClr>
                </a:solidFill>
              </a:rPr>
              <a:t> </a:t>
            </a:r>
            <a:r>
              <a:rPr lang="en-US" sz="1100" dirty="0" err="1">
                <a:solidFill>
                  <a:schemeClr val="bg2">
                    <a:lumMod val="25000"/>
                  </a:schemeClr>
                </a:solidFill>
              </a:rPr>
              <a:t>ut</a:t>
            </a:r>
            <a:r>
              <a:rPr lang="en-US" sz="1100" dirty="0">
                <a:solidFill>
                  <a:schemeClr val="bg2">
                    <a:lumMod val="25000"/>
                  </a:schemeClr>
                </a:solidFill>
              </a:rPr>
              <a:t> </a:t>
            </a:r>
            <a:r>
              <a:rPr lang="en-US" sz="1100" dirty="0" err="1">
                <a:solidFill>
                  <a:schemeClr val="bg2">
                    <a:lumMod val="25000"/>
                  </a:schemeClr>
                </a:solidFill>
              </a:rPr>
              <a:t>mattis</a:t>
            </a:r>
            <a:r>
              <a:rPr lang="en-US" sz="1100" dirty="0">
                <a:solidFill>
                  <a:schemeClr val="bg2">
                    <a:lumMod val="25000"/>
                  </a:schemeClr>
                </a:solidFill>
              </a:rPr>
              <a:t> </a:t>
            </a:r>
            <a:r>
              <a:rPr lang="en-US" sz="1100" dirty="0" err="1">
                <a:solidFill>
                  <a:schemeClr val="bg2">
                    <a:lumMod val="25000"/>
                  </a:schemeClr>
                </a:solidFill>
              </a:rPr>
              <a:t>laoreet</a:t>
            </a:r>
            <a:r>
              <a:rPr lang="en-US" sz="1100" dirty="0">
                <a:solidFill>
                  <a:schemeClr val="bg2">
                    <a:lumMod val="25000"/>
                  </a:schemeClr>
                </a:solidFill>
              </a:rPr>
              <a:t> et. </a:t>
            </a:r>
            <a:r>
              <a:rPr lang="en-US" sz="1100" dirty="0" err="1">
                <a:solidFill>
                  <a:schemeClr val="bg2">
                    <a:lumMod val="25000"/>
                  </a:schemeClr>
                </a:solidFill>
              </a:rPr>
              <a:t>Nec</a:t>
            </a:r>
            <a:r>
              <a:rPr lang="en-US" sz="1100" dirty="0">
                <a:solidFill>
                  <a:schemeClr val="bg2">
                    <a:lumMod val="25000"/>
                  </a:schemeClr>
                </a:solidFill>
              </a:rPr>
              <a:t> </a:t>
            </a:r>
            <a:r>
              <a:rPr lang="en-US" sz="1100" dirty="0" err="1">
                <a:solidFill>
                  <a:schemeClr val="bg2">
                    <a:lumMod val="25000"/>
                  </a:schemeClr>
                </a:solidFill>
              </a:rPr>
              <a:t>ultricies</a:t>
            </a:r>
            <a:r>
              <a:rPr lang="en-US" sz="1100" dirty="0">
                <a:solidFill>
                  <a:schemeClr val="bg2">
                    <a:lumMod val="25000"/>
                  </a:schemeClr>
                </a:solidFill>
              </a:rPr>
              <a:t> </a:t>
            </a:r>
            <a:r>
              <a:rPr lang="en-US" sz="1100" dirty="0" err="1">
                <a:solidFill>
                  <a:schemeClr val="bg2">
                    <a:lumMod val="25000"/>
                  </a:schemeClr>
                </a:solidFill>
              </a:rPr>
              <a:t>ulrices</a:t>
            </a:r>
            <a:r>
              <a:rPr lang="en-US" sz="1100" dirty="0">
                <a:solidFill>
                  <a:schemeClr val="bg2">
                    <a:lumMod val="25000"/>
                  </a:schemeClr>
                </a:solidFill>
              </a:rPr>
              <a:t> </a:t>
            </a:r>
            <a:r>
              <a:rPr lang="en-US" sz="1100" dirty="0" err="1">
                <a:solidFill>
                  <a:schemeClr val="bg2">
                    <a:lumMod val="25000"/>
                  </a:schemeClr>
                </a:solidFill>
              </a:rPr>
              <a:t>iaculis</a:t>
            </a:r>
            <a:r>
              <a:rPr lang="en-US" sz="1100" dirty="0">
                <a:solidFill>
                  <a:schemeClr val="bg2">
                    <a:lumMod val="25000"/>
                  </a:schemeClr>
                </a:solidFill>
              </a:rPr>
              <a:t> </a:t>
            </a:r>
            <a:r>
              <a:rPr lang="en-US" sz="1100" dirty="0">
                <a:solidFill>
                  <a:srgbClr val="0070C0"/>
                </a:solidFill>
              </a:rPr>
              <a:t>non </a:t>
            </a:r>
            <a:r>
              <a:rPr lang="en-US" sz="1100" dirty="0" err="1">
                <a:solidFill>
                  <a:srgbClr val="0070C0"/>
                </a:solidFill>
              </a:rPr>
              <a:t>asperiores</a:t>
            </a:r>
            <a:r>
              <a:rPr lang="en-US" sz="1100" dirty="0">
                <a:solidFill>
                  <a:srgbClr val="0070C0"/>
                </a:solidFill>
              </a:rPr>
              <a:t> </a:t>
            </a:r>
            <a:r>
              <a:rPr lang="en-US" sz="1100" dirty="0" err="1">
                <a:solidFill>
                  <a:schemeClr val="bg2">
                    <a:lumMod val="25000"/>
                  </a:schemeClr>
                </a:solidFill>
              </a:rPr>
              <a:t>urna</a:t>
            </a:r>
            <a:r>
              <a:rPr lang="en-US" sz="1100" dirty="0">
                <a:solidFill>
                  <a:schemeClr val="bg2">
                    <a:lumMod val="25000"/>
                  </a:schemeClr>
                </a:solidFill>
              </a:rPr>
              <a:t>, </a:t>
            </a:r>
            <a:r>
              <a:rPr lang="en-US" sz="1100" dirty="0" err="1">
                <a:solidFill>
                  <a:schemeClr val="bg2">
                    <a:lumMod val="25000"/>
                  </a:schemeClr>
                </a:solidFill>
              </a:rPr>
              <a:t>nec</a:t>
            </a:r>
            <a:r>
              <a:rPr lang="en-US" sz="1100" dirty="0">
                <a:solidFill>
                  <a:schemeClr val="bg2">
                    <a:lumMod val="25000"/>
                  </a:schemeClr>
                </a:solidFill>
              </a:rPr>
              <a:t> </a:t>
            </a:r>
            <a:r>
              <a:rPr lang="en-US" sz="1100" dirty="0" err="1">
                <a:solidFill>
                  <a:schemeClr val="bg2">
                    <a:lumMod val="25000"/>
                  </a:schemeClr>
                </a:solidFill>
              </a:rPr>
              <a:t>ut</a:t>
            </a:r>
            <a:r>
              <a:rPr lang="en-US" sz="1100" dirty="0">
                <a:solidFill>
                  <a:schemeClr val="bg2">
                    <a:lumMod val="25000"/>
                  </a:schemeClr>
                </a:solidFill>
              </a:rPr>
              <a:t> dolor </a:t>
            </a:r>
            <a:r>
              <a:rPr lang="en-US" sz="1100" dirty="0" err="1">
                <a:solidFill>
                  <a:schemeClr val="bg2">
                    <a:lumMod val="25000"/>
                  </a:schemeClr>
                </a:solidFill>
              </a:rPr>
              <a:t>dignissim</a:t>
            </a:r>
            <a:r>
              <a:rPr lang="en-US" sz="1100" dirty="0">
                <a:solidFill>
                  <a:schemeClr val="bg2">
                    <a:lumMod val="25000"/>
                  </a:schemeClr>
                </a:solidFill>
              </a:rPr>
              <a:t>, </a:t>
            </a:r>
            <a:r>
              <a:rPr lang="en-US" sz="1100" dirty="0" err="1">
                <a:solidFill>
                  <a:schemeClr val="bg2">
                    <a:lumMod val="25000"/>
                  </a:schemeClr>
                </a:solidFill>
              </a:rPr>
              <a:t>sodales</a:t>
            </a:r>
            <a:r>
              <a:rPr lang="en-US" sz="1100" dirty="0">
                <a:solidFill>
                  <a:schemeClr val="bg2">
                    <a:lumMod val="25000"/>
                  </a:schemeClr>
                </a:solidFill>
              </a:rPr>
              <a:t> </a:t>
            </a:r>
            <a:r>
              <a:rPr lang="en-US" sz="1100" dirty="0" err="1">
                <a:solidFill>
                  <a:schemeClr val="bg2">
                    <a:lumMod val="25000"/>
                  </a:schemeClr>
                </a:solidFill>
              </a:rPr>
              <a:t>purus</a:t>
            </a:r>
            <a:r>
              <a:rPr lang="en-US" sz="1100" dirty="0">
                <a:solidFill>
                  <a:schemeClr val="bg2">
                    <a:lumMod val="25000"/>
                  </a:schemeClr>
                </a:solidFill>
              </a:rPr>
              <a:t> </a:t>
            </a:r>
            <a:r>
              <a:rPr lang="en-US" sz="1100" dirty="0" err="1">
                <a:solidFill>
                  <a:schemeClr val="bg2">
                    <a:lumMod val="25000"/>
                  </a:schemeClr>
                </a:solidFill>
              </a:rPr>
              <a:t>pretium</a:t>
            </a:r>
            <a:r>
              <a:rPr lang="en-US" sz="1100" dirty="0">
                <a:solidFill>
                  <a:schemeClr val="bg2">
                    <a:lumMod val="25000"/>
                  </a:schemeClr>
                </a:solidFill>
              </a:rPr>
              <a:t> </a:t>
            </a:r>
            <a:br>
              <a:rPr lang="en-US" sz="1100" dirty="0">
                <a:solidFill>
                  <a:schemeClr val="bg2">
                    <a:lumMod val="25000"/>
                  </a:schemeClr>
                </a:solidFill>
              </a:rPr>
            </a:br>
            <a:r>
              <a:rPr lang="en-US" sz="1100" dirty="0" err="1">
                <a:solidFill>
                  <a:schemeClr val="bg2">
                    <a:lumMod val="25000"/>
                  </a:schemeClr>
                </a:solidFill>
              </a:rPr>
              <a:t>eget</a:t>
            </a:r>
            <a:r>
              <a:rPr lang="en-US" sz="1100" dirty="0">
                <a:solidFill>
                  <a:schemeClr val="bg2">
                    <a:lumMod val="25000"/>
                  </a:schemeClr>
                </a:solidFill>
              </a:rPr>
              <a:t>, </a:t>
            </a:r>
            <a:r>
              <a:rPr lang="en-US" sz="1100" dirty="0" err="1">
                <a:solidFill>
                  <a:schemeClr val="bg2">
                    <a:lumMod val="25000"/>
                  </a:schemeClr>
                </a:solidFill>
              </a:rPr>
              <a:t>wisi</a:t>
            </a:r>
            <a:r>
              <a:rPr lang="en-US" sz="1100" dirty="0">
                <a:solidFill>
                  <a:schemeClr val="bg2">
                    <a:lumMod val="25000"/>
                  </a:schemeClr>
                </a:solidFill>
              </a:rPr>
              <a:t> integer </a:t>
            </a:r>
            <a:r>
              <a:rPr lang="en-US" sz="1100" dirty="0" err="1">
                <a:solidFill>
                  <a:schemeClr val="bg2">
                    <a:lumMod val="25000"/>
                  </a:schemeClr>
                </a:solidFill>
              </a:rPr>
              <a:t>molestie</a:t>
            </a:r>
            <a:r>
              <a:rPr lang="en-US" sz="1100" dirty="0">
                <a:solidFill>
                  <a:schemeClr val="bg2">
                    <a:lumMod val="25000"/>
                  </a:schemeClr>
                </a:solidFill>
              </a:rPr>
              <a:t> </a:t>
            </a:r>
            <a:r>
              <a:rPr lang="en-US" sz="1100" dirty="0" err="1">
                <a:solidFill>
                  <a:schemeClr val="bg2">
                    <a:lumMod val="25000"/>
                  </a:schemeClr>
                </a:solidFill>
              </a:rPr>
              <a:t>arcu</a:t>
            </a:r>
            <a:r>
              <a:rPr lang="en-US" sz="1100" dirty="0">
                <a:solidFill>
                  <a:schemeClr val="bg2">
                    <a:lumMod val="25000"/>
                  </a:schemeClr>
                </a:solidFill>
              </a:rPr>
              <a:t> </a:t>
            </a:r>
            <a:r>
              <a:rPr lang="en-US" sz="1100" dirty="0" err="1">
                <a:solidFill>
                  <a:schemeClr val="bg2">
                    <a:lumMod val="25000"/>
                  </a:schemeClr>
                </a:solidFill>
              </a:rPr>
              <a:t>platea</a:t>
            </a:r>
            <a:r>
              <a:rPr lang="en-US" sz="1100" dirty="0">
                <a:solidFill>
                  <a:schemeClr val="bg2">
                    <a:lumMod val="25000"/>
                  </a:schemeClr>
                </a:solidFill>
              </a:rPr>
              <a:t>, </a:t>
            </a:r>
            <a:r>
              <a:rPr lang="en-US" sz="1100" dirty="0" err="1">
                <a:solidFill>
                  <a:schemeClr val="bg2">
                    <a:lumMod val="25000"/>
                  </a:schemeClr>
                </a:solidFill>
              </a:rPr>
              <a:t>urna</a:t>
            </a:r>
            <a:r>
              <a:rPr lang="en-US" sz="1100" dirty="0">
                <a:solidFill>
                  <a:schemeClr val="bg2">
                    <a:lumMod val="25000"/>
                  </a:schemeClr>
                </a:solidFill>
              </a:rPr>
              <a:t> </a:t>
            </a:r>
            <a:r>
              <a:rPr lang="en-US" sz="1100" dirty="0" err="1">
                <a:solidFill>
                  <a:schemeClr val="bg2">
                    <a:lumMod val="25000"/>
                  </a:schemeClr>
                </a:solidFill>
              </a:rPr>
              <a:t>ut</a:t>
            </a:r>
            <a:r>
              <a:rPr lang="en-US" sz="1100" dirty="0">
                <a:solidFill>
                  <a:schemeClr val="bg2">
                    <a:lumMod val="25000"/>
                  </a:schemeClr>
                </a:solidFill>
              </a:rPr>
              <a:t> in ipsum </a:t>
            </a:r>
            <a:r>
              <a:rPr lang="en-US" sz="1100" dirty="0" err="1">
                <a:solidFill>
                  <a:schemeClr val="bg2">
                    <a:lumMod val="25000"/>
                  </a:schemeClr>
                </a:solidFill>
              </a:rPr>
              <a:t>laoreet</a:t>
            </a:r>
            <a:r>
              <a:rPr lang="en-US" sz="1100" dirty="0">
                <a:solidFill>
                  <a:schemeClr val="bg2">
                    <a:lumMod val="25000"/>
                  </a:schemeClr>
                </a:solidFill>
              </a:rPr>
              <a:t>. </a:t>
            </a:r>
            <a:r>
              <a:rPr lang="en-US" sz="1100" dirty="0" err="1">
                <a:solidFill>
                  <a:schemeClr val="bg2">
                    <a:lumMod val="25000"/>
                  </a:schemeClr>
                </a:solidFill>
              </a:rPr>
              <a:t>Aenean</a:t>
            </a:r>
            <a:r>
              <a:rPr lang="en-US" sz="1100" dirty="0">
                <a:solidFill>
                  <a:schemeClr val="bg2">
                    <a:lumMod val="25000"/>
                  </a:schemeClr>
                </a:solidFill>
              </a:rPr>
              <a:t> </a:t>
            </a:r>
            <a:r>
              <a:rPr lang="en-US" sz="1100" dirty="0" err="1">
                <a:solidFill>
                  <a:schemeClr val="bg2">
                    <a:lumMod val="25000"/>
                  </a:schemeClr>
                </a:solidFill>
              </a:rPr>
              <a:t>fusce</a:t>
            </a:r>
            <a:r>
              <a:rPr lang="en-US" sz="1100" dirty="0">
                <a:solidFill>
                  <a:schemeClr val="bg2">
                    <a:lumMod val="25000"/>
                  </a:schemeClr>
                </a:solidFill>
              </a:rPr>
              <a:t> </a:t>
            </a:r>
            <a:r>
              <a:rPr lang="en-US" sz="1100" dirty="0" err="1">
                <a:solidFill>
                  <a:schemeClr val="bg2">
                    <a:lumMod val="25000"/>
                  </a:schemeClr>
                </a:solidFill>
              </a:rPr>
              <a:t>donec</a:t>
            </a:r>
            <a:r>
              <a:rPr lang="en-US" sz="1100" dirty="0">
                <a:solidFill>
                  <a:schemeClr val="bg2">
                    <a:lumMod val="25000"/>
                  </a:schemeClr>
                </a:solidFill>
              </a:rPr>
              <a:t>, </a:t>
            </a:r>
            <a:r>
              <a:rPr lang="en-US" sz="1100" dirty="0" err="1">
                <a:solidFill>
                  <a:schemeClr val="bg2">
                    <a:lumMod val="25000"/>
                  </a:schemeClr>
                </a:solidFill>
              </a:rPr>
              <a:t>arcu</a:t>
            </a:r>
            <a:r>
              <a:rPr lang="en-US" sz="1100" dirty="0">
                <a:solidFill>
                  <a:schemeClr val="bg2">
                    <a:lumMod val="25000"/>
                  </a:schemeClr>
                </a:solidFill>
              </a:rPr>
              <a:t> </a:t>
            </a:r>
            <a:r>
              <a:rPr lang="en-US" sz="1100" dirty="0" err="1">
                <a:solidFill>
                  <a:schemeClr val="bg2">
                    <a:lumMod val="25000"/>
                  </a:schemeClr>
                </a:solidFill>
              </a:rPr>
              <a:t>elit</a:t>
            </a:r>
            <a:r>
              <a:rPr lang="en-US" sz="1100" dirty="0">
                <a:solidFill>
                  <a:schemeClr val="bg2">
                    <a:lumMod val="25000"/>
                  </a:schemeClr>
                </a:solidFill>
              </a:rPr>
              <a:t>, </a:t>
            </a:r>
            <a:r>
              <a:rPr lang="en-US" sz="1100" dirty="0" err="1">
                <a:solidFill>
                  <a:schemeClr val="bg2">
                    <a:lumMod val="25000"/>
                  </a:schemeClr>
                </a:solidFill>
              </a:rPr>
              <a:t>placerat</a:t>
            </a:r>
            <a:r>
              <a:rPr lang="en-US" sz="1100" dirty="0">
                <a:solidFill>
                  <a:schemeClr val="bg2">
                    <a:lumMod val="25000"/>
                  </a:schemeClr>
                </a:solidFill>
              </a:rPr>
              <a:t> </a:t>
            </a:r>
            <a:r>
              <a:rPr lang="en-US" sz="1100" dirty="0" err="1">
                <a:solidFill>
                  <a:schemeClr val="bg2">
                    <a:lumMod val="25000"/>
                  </a:schemeClr>
                </a:solidFill>
              </a:rPr>
              <a:t>arcu</a:t>
            </a:r>
            <a:r>
              <a:rPr lang="en-US" sz="1100" dirty="0">
                <a:solidFill>
                  <a:schemeClr val="bg2">
                    <a:lumMod val="25000"/>
                  </a:schemeClr>
                </a:solidFill>
              </a:rPr>
              <a:t>.</a:t>
            </a:r>
            <a:br>
              <a:rPr lang="en-US" sz="1100" dirty="0">
                <a:solidFill>
                  <a:schemeClr val="bg2">
                    <a:lumMod val="25000"/>
                  </a:schemeClr>
                </a:solidFill>
              </a:rPr>
            </a:br>
            <a:endParaRPr lang="en-US" sz="1100" dirty="0">
              <a:solidFill>
                <a:schemeClr val="bg2">
                  <a:lumMod val="25000"/>
                </a:schemeClr>
              </a:solidFill>
            </a:endParaRPr>
          </a:p>
        </p:txBody>
      </p:sp>
      <p:sp>
        <p:nvSpPr>
          <p:cNvPr id="17" name="Rectangle 16"/>
          <p:cNvSpPr/>
          <p:nvPr/>
        </p:nvSpPr>
        <p:spPr>
          <a:xfrm>
            <a:off x="6600044" y="1487987"/>
            <a:ext cx="3374054" cy="61752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lstStyle/>
          <a:p>
            <a:r>
              <a:rPr lang="en-US" dirty="0">
                <a:solidFill>
                  <a:srgbClr val="0070C0"/>
                </a:solidFill>
              </a:rPr>
              <a:t>Header</a:t>
            </a:r>
          </a:p>
        </p:txBody>
      </p:sp>
      <p:sp>
        <p:nvSpPr>
          <p:cNvPr id="20" name="Rectangle 19"/>
          <p:cNvSpPr/>
          <p:nvPr/>
        </p:nvSpPr>
        <p:spPr>
          <a:xfrm>
            <a:off x="6528586" y="3565175"/>
            <a:ext cx="3520387" cy="2095976"/>
          </a:xfrm>
          <a:prstGeom prst="rect">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400" dirty="0">
                <a:solidFill>
                  <a:srgbClr val="0070C0"/>
                </a:solidFill>
              </a:rPr>
              <a:t>Article</a:t>
            </a:r>
            <a:endParaRPr lang="en-US" dirty="0">
              <a:solidFill>
                <a:srgbClr val="0070C0"/>
              </a:solidFill>
            </a:endParaRPr>
          </a:p>
        </p:txBody>
      </p:sp>
      <p:sp>
        <p:nvSpPr>
          <p:cNvPr id="21" name="Rectangle 20"/>
          <p:cNvSpPr/>
          <p:nvPr/>
        </p:nvSpPr>
        <p:spPr>
          <a:xfrm>
            <a:off x="6594082" y="4373013"/>
            <a:ext cx="3380016" cy="1156162"/>
          </a:xfrm>
          <a:prstGeom prst="rect">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100" dirty="0">
                <a:solidFill>
                  <a:schemeClr val="bg2">
                    <a:lumMod val="25000"/>
                  </a:schemeClr>
                </a:solidFill>
              </a:rPr>
              <a:t>Lorem ipsum dolor sit </a:t>
            </a:r>
            <a:r>
              <a:rPr lang="en-US" sz="1100" dirty="0" err="1">
                <a:solidFill>
                  <a:schemeClr val="bg2">
                    <a:lumMod val="25000"/>
                  </a:schemeClr>
                </a:solidFill>
              </a:rPr>
              <a:t>amet</a:t>
            </a:r>
            <a:r>
              <a:rPr lang="en-US" sz="1100" dirty="0">
                <a:solidFill>
                  <a:schemeClr val="bg2">
                    <a:lumMod val="25000"/>
                  </a:schemeClr>
                </a:solidFill>
              </a:rPr>
              <a:t>, gravida </a:t>
            </a:r>
            <a:r>
              <a:rPr lang="en-US" sz="1100" dirty="0" err="1">
                <a:solidFill>
                  <a:schemeClr val="bg2">
                    <a:lumMod val="25000"/>
                  </a:schemeClr>
                </a:solidFill>
              </a:rPr>
              <a:t>facilisi</a:t>
            </a:r>
            <a:r>
              <a:rPr lang="en-US" sz="1100" dirty="0">
                <a:solidFill>
                  <a:schemeClr val="bg2">
                    <a:lumMod val="25000"/>
                  </a:schemeClr>
                </a:solidFill>
              </a:rPr>
              <a:t> </a:t>
            </a:r>
            <a:r>
              <a:rPr lang="en-US" sz="1100" dirty="0" err="1">
                <a:solidFill>
                  <a:schemeClr val="bg2">
                    <a:lumMod val="25000"/>
                  </a:schemeClr>
                </a:solidFill>
              </a:rPr>
              <a:t>orci</a:t>
            </a:r>
            <a:r>
              <a:rPr lang="en-US" sz="1100" dirty="0">
                <a:solidFill>
                  <a:schemeClr val="bg2">
                    <a:lumMod val="25000"/>
                  </a:schemeClr>
                </a:solidFill>
              </a:rPr>
              <a:t> </a:t>
            </a:r>
            <a:r>
              <a:rPr lang="en-US" sz="1100" dirty="0" err="1">
                <a:solidFill>
                  <a:schemeClr val="bg2">
                    <a:lumMod val="25000"/>
                  </a:schemeClr>
                </a:solidFill>
              </a:rPr>
              <a:t>nulla</a:t>
            </a:r>
            <a:r>
              <a:rPr lang="en-US" sz="1100" dirty="0">
                <a:solidFill>
                  <a:schemeClr val="bg2">
                    <a:lumMod val="25000"/>
                  </a:schemeClr>
                </a:solidFill>
              </a:rPr>
              <a:t>. </a:t>
            </a:r>
            <a:r>
              <a:rPr lang="en-US" sz="1100" dirty="0" err="1">
                <a:solidFill>
                  <a:schemeClr val="bg2">
                    <a:lumMod val="25000"/>
                  </a:schemeClr>
                </a:solidFill>
              </a:rPr>
              <a:t>Erat</a:t>
            </a:r>
            <a:r>
              <a:rPr lang="en-US" sz="1100" dirty="0">
                <a:solidFill>
                  <a:schemeClr val="bg2">
                    <a:lumMod val="25000"/>
                  </a:schemeClr>
                </a:solidFill>
              </a:rPr>
              <a:t> dolor, </a:t>
            </a:r>
            <a:r>
              <a:rPr lang="en-US" sz="1100" dirty="0" err="1">
                <a:solidFill>
                  <a:schemeClr val="bg2">
                    <a:lumMod val="25000"/>
                  </a:schemeClr>
                </a:solidFill>
              </a:rPr>
              <a:t>sagittis</a:t>
            </a:r>
            <a:r>
              <a:rPr lang="en-US" sz="1100" dirty="0">
                <a:solidFill>
                  <a:schemeClr val="bg2">
                    <a:lumMod val="25000"/>
                  </a:schemeClr>
                </a:solidFill>
              </a:rPr>
              <a:t> </a:t>
            </a:r>
            <a:r>
              <a:rPr lang="en-US" sz="1100" dirty="0" err="1">
                <a:solidFill>
                  <a:schemeClr val="bg2">
                    <a:lumMod val="25000"/>
                  </a:schemeClr>
                </a:solidFill>
              </a:rPr>
              <a:t>blandit</a:t>
            </a:r>
            <a:r>
              <a:rPr lang="en-US" sz="1100" dirty="0">
                <a:solidFill>
                  <a:schemeClr val="bg2">
                    <a:lumMod val="25000"/>
                  </a:schemeClr>
                </a:solidFill>
              </a:rPr>
              <a:t>, </a:t>
            </a:r>
            <a:r>
              <a:rPr lang="en-US" sz="1100" dirty="0" err="1">
                <a:solidFill>
                  <a:schemeClr val="bg2">
                    <a:lumMod val="25000"/>
                  </a:schemeClr>
                </a:solidFill>
              </a:rPr>
              <a:t>maecenas</a:t>
            </a:r>
            <a:r>
              <a:rPr lang="en-US" sz="1100" dirty="0">
                <a:solidFill>
                  <a:schemeClr val="bg2">
                    <a:lumMod val="25000"/>
                  </a:schemeClr>
                </a:solidFill>
              </a:rPr>
              <a:t> </a:t>
            </a:r>
            <a:r>
              <a:rPr lang="en-US" sz="1100" dirty="0" err="1">
                <a:solidFill>
                  <a:schemeClr val="bg2">
                    <a:lumMod val="25000"/>
                  </a:schemeClr>
                </a:solidFill>
              </a:rPr>
              <a:t>quis</a:t>
            </a:r>
            <a:r>
              <a:rPr lang="en-US" sz="1100" dirty="0">
                <a:solidFill>
                  <a:schemeClr val="bg2">
                    <a:lumMod val="25000"/>
                  </a:schemeClr>
                </a:solidFill>
              </a:rPr>
              <a:t> mi </a:t>
            </a:r>
            <a:r>
              <a:rPr lang="en-US" sz="1100" dirty="0" err="1">
                <a:solidFill>
                  <a:schemeClr val="bg2">
                    <a:lumMod val="25000"/>
                  </a:schemeClr>
                </a:solidFill>
              </a:rPr>
              <a:t>suscipit</a:t>
            </a:r>
            <a:r>
              <a:rPr lang="en-US" sz="1100" dirty="0">
                <a:solidFill>
                  <a:schemeClr val="bg2">
                    <a:lumMod val="25000"/>
                  </a:schemeClr>
                </a:solidFill>
              </a:rPr>
              <a:t>, </a:t>
            </a:r>
            <a:r>
              <a:rPr lang="en-US" sz="1100" dirty="0" err="1">
                <a:solidFill>
                  <a:schemeClr val="bg2">
                    <a:lumMod val="25000"/>
                  </a:schemeClr>
                </a:solidFill>
              </a:rPr>
              <a:t>risus</a:t>
            </a:r>
            <a:r>
              <a:rPr lang="en-US" sz="1100" dirty="0">
                <a:solidFill>
                  <a:schemeClr val="bg2">
                    <a:lumMod val="25000"/>
                  </a:schemeClr>
                </a:solidFill>
              </a:rPr>
              <a:t> </a:t>
            </a:r>
            <a:r>
              <a:rPr lang="en-US" sz="1100" dirty="0" err="1">
                <a:solidFill>
                  <a:schemeClr val="bg2">
                    <a:lumMod val="25000"/>
                  </a:schemeClr>
                </a:solidFill>
              </a:rPr>
              <a:t>enim</a:t>
            </a:r>
            <a:r>
              <a:rPr lang="en-US" sz="1100" dirty="0">
                <a:solidFill>
                  <a:schemeClr val="bg2">
                    <a:lumMod val="25000"/>
                  </a:schemeClr>
                </a:solidFill>
              </a:rPr>
              <a:t> </a:t>
            </a:r>
            <a:r>
              <a:rPr lang="en-US" sz="1100" dirty="0" err="1">
                <a:solidFill>
                  <a:schemeClr val="bg2">
                    <a:lumMod val="25000"/>
                  </a:schemeClr>
                </a:solidFill>
              </a:rPr>
              <a:t>tincidunt</a:t>
            </a:r>
            <a:r>
              <a:rPr lang="en-US" sz="1100" dirty="0">
                <a:solidFill>
                  <a:schemeClr val="bg2">
                    <a:lumMod val="25000"/>
                  </a:schemeClr>
                </a:solidFill>
              </a:rPr>
              <a:t> </a:t>
            </a:r>
            <a:r>
              <a:rPr lang="en-US" sz="1100" dirty="0" err="1">
                <a:solidFill>
                  <a:schemeClr val="bg2">
                    <a:lumMod val="25000"/>
                  </a:schemeClr>
                </a:solidFill>
              </a:rPr>
              <a:t>erat</a:t>
            </a:r>
            <a:r>
              <a:rPr lang="en-US" sz="1100" dirty="0">
                <a:solidFill>
                  <a:schemeClr val="bg2">
                    <a:lumMod val="25000"/>
                  </a:schemeClr>
                </a:solidFill>
              </a:rPr>
              <a:t>. </a:t>
            </a:r>
            <a:r>
              <a:rPr lang="en-US" sz="1100" dirty="0" err="1">
                <a:solidFill>
                  <a:schemeClr val="bg2">
                    <a:lumMod val="25000"/>
                  </a:schemeClr>
                </a:solidFill>
              </a:rPr>
              <a:t>Eu</a:t>
            </a:r>
            <a:r>
              <a:rPr lang="en-US" sz="1100" dirty="0">
                <a:solidFill>
                  <a:schemeClr val="bg2">
                    <a:lumMod val="25000"/>
                  </a:schemeClr>
                </a:solidFill>
              </a:rPr>
              <a:t> </a:t>
            </a:r>
            <a:r>
              <a:rPr lang="en-US" sz="1100" dirty="0" err="1">
                <a:solidFill>
                  <a:schemeClr val="bg2">
                    <a:lumMod val="25000"/>
                  </a:schemeClr>
                </a:solidFill>
              </a:rPr>
              <a:t>justo</a:t>
            </a:r>
            <a:r>
              <a:rPr lang="en-US" sz="1100" dirty="0">
                <a:solidFill>
                  <a:schemeClr val="bg2">
                    <a:lumMod val="25000"/>
                  </a:schemeClr>
                </a:solidFill>
              </a:rPr>
              <a:t>, </a:t>
            </a:r>
            <a:r>
              <a:rPr lang="en-US" sz="1100" dirty="0" err="1">
                <a:solidFill>
                  <a:schemeClr val="bg2">
                    <a:lumMod val="25000"/>
                  </a:schemeClr>
                </a:solidFill>
              </a:rPr>
              <a:t>senectus</a:t>
            </a:r>
            <a:r>
              <a:rPr lang="en-US" sz="1100" dirty="0">
                <a:solidFill>
                  <a:schemeClr val="bg2">
                    <a:lumMod val="25000"/>
                  </a:schemeClr>
                </a:solidFill>
              </a:rPr>
              <a:t> </a:t>
            </a:r>
            <a:r>
              <a:rPr lang="en-US" sz="1100" dirty="0" err="1">
                <a:solidFill>
                  <a:schemeClr val="bg2">
                    <a:lumMod val="25000"/>
                  </a:schemeClr>
                </a:solidFill>
              </a:rPr>
              <a:t>ut</a:t>
            </a:r>
            <a:r>
              <a:rPr lang="en-US" sz="1100" dirty="0">
                <a:solidFill>
                  <a:schemeClr val="bg2">
                    <a:lumMod val="25000"/>
                  </a:schemeClr>
                </a:solidFill>
              </a:rPr>
              <a:t> </a:t>
            </a:r>
            <a:r>
              <a:rPr lang="en-US" sz="1100" dirty="0" err="1">
                <a:solidFill>
                  <a:schemeClr val="bg2">
                    <a:lumMod val="25000"/>
                  </a:schemeClr>
                </a:solidFill>
              </a:rPr>
              <a:t>mattis</a:t>
            </a:r>
            <a:r>
              <a:rPr lang="en-US" sz="1100" dirty="0">
                <a:solidFill>
                  <a:schemeClr val="bg2">
                    <a:lumMod val="25000"/>
                  </a:schemeClr>
                </a:solidFill>
              </a:rPr>
              <a:t> </a:t>
            </a:r>
            <a:r>
              <a:rPr lang="en-US" sz="1100" dirty="0" err="1">
                <a:solidFill>
                  <a:schemeClr val="bg2">
                    <a:lumMod val="25000"/>
                  </a:schemeClr>
                </a:solidFill>
              </a:rPr>
              <a:t>laoreet</a:t>
            </a:r>
            <a:r>
              <a:rPr lang="en-US" sz="1100" dirty="0">
                <a:solidFill>
                  <a:schemeClr val="bg2">
                    <a:lumMod val="25000"/>
                  </a:schemeClr>
                </a:solidFill>
              </a:rPr>
              <a:t> et. </a:t>
            </a:r>
            <a:r>
              <a:rPr lang="en-US" sz="1100" dirty="0" err="1">
                <a:solidFill>
                  <a:schemeClr val="bg2">
                    <a:lumMod val="25000"/>
                  </a:schemeClr>
                </a:solidFill>
              </a:rPr>
              <a:t>Nec</a:t>
            </a:r>
            <a:r>
              <a:rPr lang="en-US" sz="1100" dirty="0">
                <a:solidFill>
                  <a:schemeClr val="bg2">
                    <a:lumMod val="25000"/>
                  </a:schemeClr>
                </a:solidFill>
              </a:rPr>
              <a:t> </a:t>
            </a:r>
            <a:r>
              <a:rPr lang="en-US" sz="1100" dirty="0" err="1">
                <a:solidFill>
                  <a:schemeClr val="bg2">
                    <a:lumMod val="25000"/>
                  </a:schemeClr>
                </a:solidFill>
              </a:rPr>
              <a:t>ultricies</a:t>
            </a:r>
            <a:r>
              <a:rPr lang="en-US" sz="1100" dirty="0">
                <a:solidFill>
                  <a:schemeClr val="bg2">
                    <a:lumMod val="25000"/>
                  </a:schemeClr>
                </a:solidFill>
              </a:rPr>
              <a:t> </a:t>
            </a:r>
            <a:r>
              <a:rPr lang="en-US" sz="1100" dirty="0" err="1">
                <a:solidFill>
                  <a:schemeClr val="bg2">
                    <a:lumMod val="25000"/>
                  </a:schemeClr>
                </a:solidFill>
              </a:rPr>
              <a:t>ultrices</a:t>
            </a:r>
            <a:r>
              <a:rPr lang="en-US" sz="1100" dirty="0">
                <a:solidFill>
                  <a:schemeClr val="bg2">
                    <a:lumMod val="25000"/>
                  </a:schemeClr>
                </a:solidFill>
              </a:rPr>
              <a:t> </a:t>
            </a:r>
            <a:r>
              <a:rPr lang="en-US" sz="1100" dirty="0" err="1">
                <a:solidFill>
                  <a:schemeClr val="bg2">
                    <a:lumMod val="25000"/>
                  </a:schemeClr>
                </a:solidFill>
              </a:rPr>
              <a:t>iaculis</a:t>
            </a:r>
            <a:r>
              <a:rPr lang="en-US" sz="1100" dirty="0">
                <a:solidFill>
                  <a:schemeClr val="bg2">
                    <a:lumMod val="25000"/>
                  </a:schemeClr>
                </a:solidFill>
              </a:rPr>
              <a:t> </a:t>
            </a:r>
            <a:r>
              <a:rPr lang="en-US" sz="1100" dirty="0">
                <a:solidFill>
                  <a:srgbClr val="0070C0"/>
                </a:solidFill>
              </a:rPr>
              <a:t>non </a:t>
            </a:r>
            <a:r>
              <a:rPr lang="en-US" sz="1100" dirty="0" err="1">
                <a:solidFill>
                  <a:srgbClr val="0070C0"/>
                </a:solidFill>
              </a:rPr>
              <a:t>asperiores</a:t>
            </a:r>
            <a:r>
              <a:rPr lang="en-US" sz="1100" dirty="0">
                <a:solidFill>
                  <a:srgbClr val="0070C0"/>
                </a:solidFill>
              </a:rPr>
              <a:t> </a:t>
            </a:r>
            <a:r>
              <a:rPr lang="en-US" sz="1100" dirty="0" err="1">
                <a:solidFill>
                  <a:schemeClr val="bg2">
                    <a:lumMod val="25000"/>
                  </a:schemeClr>
                </a:solidFill>
              </a:rPr>
              <a:t>urna</a:t>
            </a:r>
            <a:r>
              <a:rPr lang="en-US" sz="1100" dirty="0">
                <a:solidFill>
                  <a:schemeClr val="bg2">
                    <a:lumMod val="25000"/>
                  </a:schemeClr>
                </a:solidFill>
              </a:rPr>
              <a:t>, </a:t>
            </a:r>
            <a:r>
              <a:rPr lang="en-US" sz="1100" dirty="0" err="1">
                <a:solidFill>
                  <a:schemeClr val="bg2">
                    <a:lumMod val="25000"/>
                  </a:schemeClr>
                </a:solidFill>
              </a:rPr>
              <a:t>nec</a:t>
            </a:r>
            <a:r>
              <a:rPr lang="en-US" sz="1100" dirty="0">
                <a:solidFill>
                  <a:schemeClr val="bg2">
                    <a:lumMod val="25000"/>
                  </a:schemeClr>
                </a:solidFill>
              </a:rPr>
              <a:t> </a:t>
            </a:r>
            <a:r>
              <a:rPr lang="en-US" sz="1100" dirty="0" err="1">
                <a:solidFill>
                  <a:schemeClr val="bg2">
                    <a:lumMod val="25000"/>
                  </a:schemeClr>
                </a:solidFill>
              </a:rPr>
              <a:t>ut</a:t>
            </a:r>
            <a:r>
              <a:rPr lang="en-US" sz="1100" dirty="0">
                <a:solidFill>
                  <a:schemeClr val="bg2">
                    <a:lumMod val="25000"/>
                  </a:schemeClr>
                </a:solidFill>
              </a:rPr>
              <a:t> dolor </a:t>
            </a:r>
            <a:r>
              <a:rPr lang="en-US" sz="1100" dirty="0" err="1">
                <a:solidFill>
                  <a:schemeClr val="bg2">
                    <a:lumMod val="25000"/>
                  </a:schemeClr>
                </a:solidFill>
              </a:rPr>
              <a:t>dignissim</a:t>
            </a:r>
            <a:r>
              <a:rPr lang="en-US" sz="1100" dirty="0">
                <a:solidFill>
                  <a:schemeClr val="bg2">
                    <a:lumMod val="25000"/>
                  </a:schemeClr>
                </a:solidFill>
              </a:rPr>
              <a:t>, </a:t>
            </a:r>
            <a:r>
              <a:rPr lang="en-US" sz="1100" dirty="0" err="1">
                <a:solidFill>
                  <a:schemeClr val="bg2">
                    <a:lumMod val="25000"/>
                  </a:schemeClr>
                </a:solidFill>
              </a:rPr>
              <a:t>sodales</a:t>
            </a:r>
            <a:r>
              <a:rPr lang="en-US" sz="1100" dirty="0">
                <a:solidFill>
                  <a:schemeClr val="bg2">
                    <a:lumMod val="25000"/>
                  </a:schemeClr>
                </a:solidFill>
              </a:rPr>
              <a:t> </a:t>
            </a:r>
            <a:r>
              <a:rPr lang="en-US" sz="1100" dirty="0" err="1">
                <a:solidFill>
                  <a:schemeClr val="bg2">
                    <a:lumMod val="25000"/>
                  </a:schemeClr>
                </a:solidFill>
              </a:rPr>
              <a:t>purus</a:t>
            </a:r>
            <a:r>
              <a:rPr lang="en-US" sz="1100" dirty="0">
                <a:solidFill>
                  <a:schemeClr val="bg2">
                    <a:lumMod val="25000"/>
                  </a:schemeClr>
                </a:solidFill>
              </a:rPr>
              <a:t> </a:t>
            </a:r>
            <a:r>
              <a:rPr lang="en-US" sz="1100" dirty="0" err="1">
                <a:solidFill>
                  <a:schemeClr val="bg2">
                    <a:lumMod val="25000"/>
                  </a:schemeClr>
                </a:solidFill>
              </a:rPr>
              <a:t>pretium</a:t>
            </a:r>
            <a:r>
              <a:rPr lang="en-US" sz="1100" dirty="0">
                <a:solidFill>
                  <a:schemeClr val="bg2">
                    <a:lumMod val="25000"/>
                  </a:schemeClr>
                </a:solidFill>
              </a:rPr>
              <a:t> </a:t>
            </a:r>
            <a:br>
              <a:rPr lang="en-US" sz="1100" dirty="0">
                <a:solidFill>
                  <a:schemeClr val="bg2">
                    <a:lumMod val="25000"/>
                  </a:schemeClr>
                </a:solidFill>
              </a:rPr>
            </a:br>
            <a:r>
              <a:rPr lang="en-US" sz="1100" dirty="0" err="1">
                <a:solidFill>
                  <a:schemeClr val="bg2">
                    <a:lumMod val="25000"/>
                  </a:schemeClr>
                </a:solidFill>
              </a:rPr>
              <a:t>eget</a:t>
            </a:r>
            <a:r>
              <a:rPr lang="en-US" sz="1100" dirty="0">
                <a:solidFill>
                  <a:schemeClr val="bg2">
                    <a:lumMod val="25000"/>
                  </a:schemeClr>
                </a:solidFill>
              </a:rPr>
              <a:t>, </a:t>
            </a:r>
            <a:r>
              <a:rPr lang="en-US" sz="1100" dirty="0" err="1">
                <a:solidFill>
                  <a:schemeClr val="bg2">
                    <a:lumMod val="25000"/>
                  </a:schemeClr>
                </a:solidFill>
              </a:rPr>
              <a:t>wisi</a:t>
            </a:r>
            <a:r>
              <a:rPr lang="en-US" sz="1100" dirty="0">
                <a:solidFill>
                  <a:schemeClr val="bg2">
                    <a:lumMod val="25000"/>
                  </a:schemeClr>
                </a:solidFill>
              </a:rPr>
              <a:t> integer </a:t>
            </a:r>
            <a:r>
              <a:rPr lang="en-US" sz="1100" dirty="0" err="1">
                <a:solidFill>
                  <a:schemeClr val="bg2">
                    <a:lumMod val="25000"/>
                  </a:schemeClr>
                </a:solidFill>
              </a:rPr>
              <a:t>molestie</a:t>
            </a:r>
            <a:r>
              <a:rPr lang="en-US" sz="1100" dirty="0">
                <a:solidFill>
                  <a:schemeClr val="bg2">
                    <a:lumMod val="25000"/>
                  </a:schemeClr>
                </a:solidFill>
              </a:rPr>
              <a:t> </a:t>
            </a:r>
            <a:r>
              <a:rPr lang="en-US" sz="1100" dirty="0" err="1">
                <a:solidFill>
                  <a:schemeClr val="bg2">
                    <a:lumMod val="25000"/>
                  </a:schemeClr>
                </a:solidFill>
              </a:rPr>
              <a:t>arcu</a:t>
            </a:r>
            <a:r>
              <a:rPr lang="en-US" sz="1100" dirty="0">
                <a:solidFill>
                  <a:schemeClr val="bg2">
                    <a:lumMod val="25000"/>
                  </a:schemeClr>
                </a:solidFill>
              </a:rPr>
              <a:t> </a:t>
            </a:r>
            <a:r>
              <a:rPr lang="en-US" sz="1100" dirty="0" err="1">
                <a:solidFill>
                  <a:schemeClr val="bg2">
                    <a:lumMod val="25000"/>
                  </a:schemeClr>
                </a:solidFill>
              </a:rPr>
              <a:t>platea</a:t>
            </a:r>
            <a:r>
              <a:rPr lang="en-US" sz="1100" dirty="0">
                <a:solidFill>
                  <a:schemeClr val="bg2">
                    <a:lumMod val="25000"/>
                  </a:schemeClr>
                </a:solidFill>
              </a:rPr>
              <a:t>, </a:t>
            </a:r>
            <a:r>
              <a:rPr lang="en-US" sz="1100" dirty="0" err="1">
                <a:solidFill>
                  <a:schemeClr val="bg2">
                    <a:lumMod val="25000"/>
                  </a:schemeClr>
                </a:solidFill>
              </a:rPr>
              <a:t>urna</a:t>
            </a:r>
            <a:r>
              <a:rPr lang="en-US" sz="1100" dirty="0">
                <a:solidFill>
                  <a:schemeClr val="bg2">
                    <a:lumMod val="25000"/>
                  </a:schemeClr>
                </a:solidFill>
              </a:rPr>
              <a:t> </a:t>
            </a:r>
            <a:r>
              <a:rPr lang="en-US" sz="1100" dirty="0" err="1">
                <a:solidFill>
                  <a:schemeClr val="bg2">
                    <a:lumMod val="25000"/>
                  </a:schemeClr>
                </a:solidFill>
              </a:rPr>
              <a:t>ut</a:t>
            </a:r>
            <a:r>
              <a:rPr lang="en-US" sz="1100" dirty="0">
                <a:solidFill>
                  <a:schemeClr val="bg2">
                    <a:lumMod val="25000"/>
                  </a:schemeClr>
                </a:solidFill>
              </a:rPr>
              <a:t> in</a:t>
            </a:r>
          </a:p>
        </p:txBody>
      </p:sp>
      <p:sp>
        <p:nvSpPr>
          <p:cNvPr id="22" name="Rectangle 21"/>
          <p:cNvSpPr/>
          <p:nvPr/>
        </p:nvSpPr>
        <p:spPr>
          <a:xfrm>
            <a:off x="6594082" y="3593455"/>
            <a:ext cx="3380016" cy="70688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lstStyle/>
          <a:p>
            <a:r>
              <a:rPr lang="en-US" dirty="0">
                <a:solidFill>
                  <a:srgbClr val="0070C0"/>
                </a:solidFill>
              </a:rPr>
              <a:t>Header</a:t>
            </a:r>
          </a:p>
        </p:txBody>
      </p:sp>
      <p:pic>
        <p:nvPicPr>
          <p:cNvPr id="19" name="Picture 2" descr="http://freevectorlogo.net/wp-content/uploads/2013/06/world-of-warcraft-horde-vector-logo.png"/>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16238" r="20941"/>
          <a:stretch/>
        </p:blipFill>
        <p:spPr bwMode="auto">
          <a:xfrm>
            <a:off x="9418678" y="3632964"/>
            <a:ext cx="452486" cy="720274"/>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2" descr="http://i.imgur.com/ZGGxVA3.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429831" y="1555815"/>
            <a:ext cx="430181" cy="528262"/>
          </a:xfrm>
          <a:prstGeom prst="rect">
            <a:avLst/>
          </a:prstGeom>
          <a:noFill/>
          <a:extLst>
            <a:ext uri="{909E8E84-426E-40DD-AFC4-6F175D3DCCD1}">
              <a14:hiddenFill xmlns:a14="http://schemas.microsoft.com/office/drawing/2010/main">
                <a:solidFill>
                  <a:srgbClr val="FFFFFF"/>
                </a:solidFill>
              </a14:hiddenFill>
            </a:ext>
          </a:extLst>
        </p:spPr>
      </p:pic>
      <p:sp>
        <p:nvSpPr>
          <p:cNvPr id="24" name="Rectangle 23"/>
          <p:cNvSpPr/>
          <p:nvPr/>
        </p:nvSpPr>
        <p:spPr>
          <a:xfrm>
            <a:off x="10113810" y="1439319"/>
            <a:ext cx="1268997" cy="4221832"/>
          </a:xfrm>
          <a:prstGeom prst="rect">
            <a:avLst/>
          </a:prstGeom>
          <a:solidFill>
            <a:schemeClr val="accent4">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400" dirty="0">
                <a:solidFill>
                  <a:srgbClr val="0070C0"/>
                </a:solidFill>
              </a:rPr>
              <a:t>Aside</a:t>
            </a:r>
            <a:endParaRPr lang="en-US" dirty="0">
              <a:solidFill>
                <a:srgbClr val="0070C0"/>
              </a:solidFill>
            </a:endParaRPr>
          </a:p>
        </p:txBody>
      </p:sp>
      <p:sp>
        <p:nvSpPr>
          <p:cNvPr id="25" name="Rectangle 24"/>
          <p:cNvSpPr/>
          <p:nvPr/>
        </p:nvSpPr>
        <p:spPr>
          <a:xfrm>
            <a:off x="10158029" y="1783214"/>
            <a:ext cx="1176918" cy="30086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400" dirty="0">
                <a:solidFill>
                  <a:srgbClr val="0070C0"/>
                </a:solidFill>
              </a:rPr>
              <a:t>Search</a:t>
            </a:r>
            <a:endParaRPr lang="en-US" dirty="0">
              <a:solidFill>
                <a:srgbClr val="0070C0"/>
              </a:solidFill>
            </a:endParaRPr>
          </a:p>
        </p:txBody>
      </p:sp>
      <p:sp>
        <p:nvSpPr>
          <p:cNvPr id="26" name="Rectangle 25"/>
          <p:cNvSpPr/>
          <p:nvPr/>
        </p:nvSpPr>
        <p:spPr>
          <a:xfrm>
            <a:off x="10158029" y="2156860"/>
            <a:ext cx="1176918" cy="916277"/>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400" dirty="0">
                <a:solidFill>
                  <a:srgbClr val="0070C0"/>
                </a:solidFill>
              </a:rPr>
              <a:t>Calendar</a:t>
            </a:r>
          </a:p>
        </p:txBody>
      </p:sp>
      <p:sp>
        <p:nvSpPr>
          <p:cNvPr id="27" name="Rectangle 26"/>
          <p:cNvSpPr/>
          <p:nvPr/>
        </p:nvSpPr>
        <p:spPr>
          <a:xfrm>
            <a:off x="10158029" y="3157497"/>
            <a:ext cx="1176918" cy="2371678"/>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400" dirty="0">
                <a:solidFill>
                  <a:srgbClr val="0070C0"/>
                </a:solidFill>
              </a:rPr>
              <a:t>RSS Feed`</a:t>
            </a:r>
          </a:p>
        </p:txBody>
      </p:sp>
    </p:spTree>
    <p:extLst>
      <p:ext uri="{BB962C8B-B14F-4D97-AF65-F5344CB8AC3E}">
        <p14:creationId xmlns:p14="http://schemas.microsoft.com/office/powerpoint/2010/main" val="239597752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Footer</a:t>
            </a:r>
          </a:p>
        </p:txBody>
      </p:sp>
      <p:sp>
        <p:nvSpPr>
          <p:cNvPr id="3" name="Content Placeholder 2"/>
          <p:cNvSpPr>
            <a:spLocks noGrp="1"/>
          </p:cNvSpPr>
          <p:nvPr>
            <p:ph idx="1"/>
          </p:nvPr>
        </p:nvSpPr>
        <p:spPr/>
        <p:txBody>
          <a:bodyPr/>
          <a:lstStyle/>
          <a:p>
            <a:pPr marL="0" indent="0">
              <a:spcAft>
                <a:spcPts val="1200"/>
              </a:spcAft>
              <a:buNone/>
            </a:pPr>
            <a:r>
              <a:rPr lang="en-US" dirty="0"/>
              <a:t>The &lt;footer&gt; element specifies a footer for a document or section</a:t>
            </a:r>
          </a:p>
          <a:p>
            <a:pPr marL="0" indent="0">
              <a:spcAft>
                <a:spcPts val="1200"/>
              </a:spcAft>
              <a:buNone/>
            </a:pPr>
            <a:r>
              <a:rPr lang="en-US" dirty="0"/>
              <a:t>A &lt;footer&gt; element should contain information about its containing element</a:t>
            </a:r>
          </a:p>
          <a:p>
            <a:pPr marL="0" indent="0">
              <a:spcAft>
                <a:spcPts val="1200"/>
              </a:spcAft>
              <a:buNone/>
            </a:pPr>
            <a:r>
              <a:rPr lang="en-US" dirty="0"/>
              <a:t>A footer typically contains the author of the document, copyright information, links to terms of use, contact information, etc</a:t>
            </a:r>
          </a:p>
          <a:p>
            <a:pPr marL="0" indent="0">
              <a:spcAft>
                <a:spcPts val="1200"/>
              </a:spcAft>
              <a:buNone/>
            </a:pPr>
            <a:r>
              <a:rPr lang="en-US" dirty="0"/>
              <a:t>You can have several &lt;footer&gt; elements in one document</a:t>
            </a:r>
          </a:p>
          <a:p>
            <a:endParaRPr lang="en-US" dirty="0"/>
          </a:p>
        </p:txBody>
      </p:sp>
    </p:spTree>
    <p:extLst>
      <p:ext uri="{BB962C8B-B14F-4D97-AF65-F5344CB8AC3E}">
        <p14:creationId xmlns:p14="http://schemas.microsoft.com/office/powerpoint/2010/main" val="389571966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Figure Captions</a:t>
            </a:r>
          </a:p>
        </p:txBody>
      </p:sp>
      <p:sp>
        <p:nvSpPr>
          <p:cNvPr id="3" name="Content Placeholder 2"/>
          <p:cNvSpPr>
            <a:spLocks noGrp="1"/>
          </p:cNvSpPr>
          <p:nvPr>
            <p:ph idx="1"/>
          </p:nvPr>
        </p:nvSpPr>
        <p:spPr>
          <a:xfrm>
            <a:off x="838200" y="1690688"/>
            <a:ext cx="10515600" cy="4351338"/>
          </a:xfrm>
        </p:spPr>
        <p:txBody>
          <a:bodyPr/>
          <a:lstStyle/>
          <a:p>
            <a:pPr marL="0" indent="0">
              <a:buNone/>
            </a:pPr>
            <a:r>
              <a:rPr lang="en-US" dirty="0"/>
              <a:t>In books and newspapers, it is common to have captions with images</a:t>
            </a:r>
          </a:p>
          <a:p>
            <a:pPr marL="0" indent="0">
              <a:buNone/>
            </a:pPr>
            <a:r>
              <a:rPr lang="en-US" dirty="0"/>
              <a:t>The purpose of a caption is to add a visual explanation to an image</a:t>
            </a:r>
          </a:p>
          <a:p>
            <a:pPr marL="0" indent="0">
              <a:buNone/>
            </a:pPr>
            <a:r>
              <a:rPr lang="en-US" dirty="0"/>
              <a:t>With HTML5, images and captions can be grouped together in </a:t>
            </a:r>
            <a:r>
              <a:rPr lang="en-US" b="1" dirty="0"/>
              <a:t>&lt;figure&gt;</a:t>
            </a:r>
            <a:r>
              <a:rPr lang="en-US" dirty="0"/>
              <a:t>elements:</a:t>
            </a:r>
          </a:p>
          <a:p>
            <a:pPr marL="1381125" indent="0">
              <a:buNone/>
            </a:pPr>
            <a:r>
              <a:rPr lang="en-US" sz="2400" dirty="0"/>
              <a:t>&lt;figure&gt;</a:t>
            </a:r>
          </a:p>
          <a:p>
            <a:pPr marL="1381125" indent="0">
              <a:buNone/>
            </a:pPr>
            <a:r>
              <a:rPr lang="en-US" sz="2400" dirty="0"/>
              <a:t>	&lt;img src=“images/ic.jpg” alt=“Integrated Circuit” /&gt;</a:t>
            </a:r>
          </a:p>
          <a:p>
            <a:pPr marL="1381125" indent="0">
              <a:buNone/>
            </a:pPr>
            <a:r>
              <a:rPr lang="en-US" sz="2400" dirty="0"/>
              <a:t>	&lt;figcaption&gt;Fig. 1 – An integrated circuit chip&lt;/figcaption&gt;</a:t>
            </a:r>
          </a:p>
          <a:p>
            <a:pPr marL="1381125" indent="0">
              <a:buNone/>
            </a:pPr>
            <a:r>
              <a:rPr lang="en-US" sz="2400" dirty="0"/>
              <a:t>&lt;/figure&gt;</a:t>
            </a:r>
          </a:p>
        </p:txBody>
      </p:sp>
    </p:spTree>
    <p:extLst>
      <p:ext uri="{BB962C8B-B14F-4D97-AF65-F5344CB8AC3E}">
        <p14:creationId xmlns:p14="http://schemas.microsoft.com/office/powerpoint/2010/main" val="309382024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Nesting Semantic Elements</a:t>
            </a:r>
          </a:p>
        </p:txBody>
      </p:sp>
      <p:sp>
        <p:nvSpPr>
          <p:cNvPr id="3" name="Content Placeholder 2"/>
          <p:cNvSpPr>
            <a:spLocks noGrp="1"/>
          </p:cNvSpPr>
          <p:nvPr>
            <p:ph idx="1"/>
          </p:nvPr>
        </p:nvSpPr>
        <p:spPr>
          <a:xfrm>
            <a:off x="838200" y="1690688"/>
            <a:ext cx="10515600" cy="4351338"/>
          </a:xfrm>
        </p:spPr>
        <p:txBody>
          <a:bodyPr>
            <a:normAutofit/>
          </a:bodyPr>
          <a:lstStyle/>
          <a:p>
            <a:pPr marL="0" indent="0">
              <a:spcAft>
                <a:spcPts val="1200"/>
              </a:spcAft>
              <a:buNone/>
            </a:pPr>
            <a:r>
              <a:rPr lang="en-US" dirty="0"/>
              <a:t>In the HTML5 standard, the &lt;article&gt; element defines a complete, self-contained block of related elements</a:t>
            </a:r>
          </a:p>
          <a:p>
            <a:pPr marL="0" indent="0">
              <a:spcAft>
                <a:spcPts val="1200"/>
              </a:spcAft>
              <a:buNone/>
            </a:pPr>
            <a:r>
              <a:rPr lang="en-US" dirty="0"/>
              <a:t>The &lt;section&gt; element is defined as a block of related elements</a:t>
            </a:r>
          </a:p>
          <a:p>
            <a:pPr marL="0" indent="0">
              <a:spcAft>
                <a:spcPts val="1200"/>
              </a:spcAft>
              <a:buNone/>
            </a:pPr>
            <a:r>
              <a:rPr lang="en-US" dirty="0"/>
              <a:t>Can we use the definitions to decide how to nest elements? No, we cannot!</a:t>
            </a:r>
          </a:p>
        </p:txBody>
      </p:sp>
    </p:spTree>
    <p:extLst>
      <p:ext uri="{BB962C8B-B14F-4D97-AF65-F5344CB8AC3E}">
        <p14:creationId xmlns:p14="http://schemas.microsoft.com/office/powerpoint/2010/main" val="19315854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Nesting Semantic Elements</a:t>
            </a:r>
          </a:p>
        </p:txBody>
      </p:sp>
      <p:sp>
        <p:nvSpPr>
          <p:cNvPr id="3" name="Content Placeholder 2"/>
          <p:cNvSpPr>
            <a:spLocks noGrp="1"/>
          </p:cNvSpPr>
          <p:nvPr>
            <p:ph idx="1"/>
          </p:nvPr>
        </p:nvSpPr>
        <p:spPr>
          <a:xfrm>
            <a:off x="838200" y="1690688"/>
            <a:ext cx="10515600" cy="4351338"/>
          </a:xfrm>
        </p:spPr>
        <p:txBody>
          <a:bodyPr>
            <a:normAutofit/>
          </a:bodyPr>
          <a:lstStyle/>
          <a:p>
            <a:pPr marL="0" indent="0">
              <a:spcAft>
                <a:spcPts val="1200"/>
              </a:spcAft>
              <a:buNone/>
            </a:pPr>
            <a:r>
              <a:rPr lang="en-US" dirty="0"/>
              <a:t>On the Internet, you will find HTML pages with &lt;section&gt; elements containing &lt;article&gt; elements, and &lt;article&gt; elements containing &lt;section&gt; elements</a:t>
            </a:r>
          </a:p>
          <a:p>
            <a:pPr marL="0" indent="0">
              <a:spcAft>
                <a:spcPts val="1200"/>
              </a:spcAft>
              <a:buNone/>
            </a:pPr>
            <a:r>
              <a:rPr lang="en-US" dirty="0"/>
              <a:t>You will also find pages with &lt;section&gt; elements containing &lt;section&gt; elements, and &lt;article&gt; elements containing &lt;article&gt; elements</a:t>
            </a:r>
          </a:p>
          <a:p>
            <a:pPr marL="0" indent="0">
              <a:buNone/>
            </a:pPr>
            <a:r>
              <a:rPr lang="en-US" dirty="0"/>
              <a:t>As a designer, you should pick what structure / nesting scheme best fits your content and be consistent in using it</a:t>
            </a:r>
          </a:p>
        </p:txBody>
      </p:sp>
    </p:spTree>
    <p:extLst>
      <p:ext uri="{BB962C8B-B14F-4D97-AF65-F5344CB8AC3E}">
        <p14:creationId xmlns:p14="http://schemas.microsoft.com/office/powerpoint/2010/main" val="203878999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Nesting Semantic Elements</a:t>
            </a:r>
          </a:p>
        </p:txBody>
      </p:sp>
      <p:sp>
        <p:nvSpPr>
          <p:cNvPr id="3" name="Content Placeholder 2"/>
          <p:cNvSpPr>
            <a:spLocks noGrp="1"/>
          </p:cNvSpPr>
          <p:nvPr>
            <p:ph idx="1"/>
          </p:nvPr>
        </p:nvSpPr>
        <p:spPr>
          <a:xfrm>
            <a:off x="838200" y="1690688"/>
            <a:ext cx="10515600" cy="4351338"/>
          </a:xfrm>
        </p:spPr>
        <p:txBody>
          <a:bodyPr>
            <a:normAutofit/>
          </a:bodyPr>
          <a:lstStyle/>
          <a:p>
            <a:pPr marL="0" indent="0">
              <a:spcAft>
                <a:spcPts val="1200"/>
              </a:spcAft>
              <a:buNone/>
            </a:pPr>
            <a:r>
              <a:rPr lang="en-US" dirty="0"/>
              <a:t>Newspaper vs. Academic Journal</a:t>
            </a:r>
          </a:p>
          <a:p>
            <a:pPr marL="0" indent="0">
              <a:spcAft>
                <a:spcPts val="1200"/>
              </a:spcAft>
              <a:buNone/>
            </a:pPr>
            <a:r>
              <a:rPr lang="en-US" sz="2400" dirty="0"/>
              <a:t>Newspaper: Several sections (i.e., Headline, Sports, Local, Entertainment, etc.), </a:t>
            </a:r>
          </a:p>
          <a:p>
            <a:pPr marL="0" indent="0">
              <a:spcAft>
                <a:spcPts val="1200"/>
              </a:spcAft>
              <a:buNone/>
            </a:pPr>
            <a:r>
              <a:rPr lang="en-US" sz="2400" dirty="0"/>
              <a:t>Each section has several articles about its topic. </a:t>
            </a:r>
          </a:p>
          <a:p>
            <a:pPr marL="0" indent="0">
              <a:spcAft>
                <a:spcPts val="1200"/>
              </a:spcAft>
              <a:buNone/>
            </a:pPr>
            <a:r>
              <a:rPr lang="en-US" sz="2400" dirty="0"/>
              <a:t>Articles typically include content such as headings/headers, text, images, tables, even (sometimes) asides</a:t>
            </a:r>
          </a:p>
          <a:p>
            <a:pPr marL="0" indent="0">
              <a:spcAft>
                <a:spcPts val="1200"/>
              </a:spcAft>
              <a:buNone/>
            </a:pPr>
            <a:endParaRPr lang="en-US" dirty="0"/>
          </a:p>
        </p:txBody>
      </p:sp>
    </p:spTree>
    <p:extLst>
      <p:ext uri="{BB962C8B-B14F-4D97-AF65-F5344CB8AC3E}">
        <p14:creationId xmlns:p14="http://schemas.microsoft.com/office/powerpoint/2010/main" val="28806370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Nesting Semantic Elements</a:t>
            </a:r>
          </a:p>
        </p:txBody>
      </p:sp>
      <p:sp>
        <p:nvSpPr>
          <p:cNvPr id="3" name="Content Placeholder 2"/>
          <p:cNvSpPr>
            <a:spLocks noGrp="1"/>
          </p:cNvSpPr>
          <p:nvPr>
            <p:ph idx="1"/>
          </p:nvPr>
        </p:nvSpPr>
        <p:spPr>
          <a:xfrm>
            <a:off x="838200" y="1690688"/>
            <a:ext cx="10515600" cy="4351338"/>
          </a:xfrm>
        </p:spPr>
        <p:txBody>
          <a:bodyPr>
            <a:normAutofit/>
          </a:bodyPr>
          <a:lstStyle/>
          <a:p>
            <a:pPr marL="0" indent="0">
              <a:spcAft>
                <a:spcPts val="1200"/>
              </a:spcAft>
              <a:buNone/>
            </a:pPr>
            <a:r>
              <a:rPr lang="en-US" dirty="0"/>
              <a:t>Newspaper vs. Academic Journal</a:t>
            </a:r>
          </a:p>
          <a:p>
            <a:pPr marL="0" indent="0">
              <a:spcBef>
                <a:spcPts val="0"/>
              </a:spcBef>
              <a:spcAft>
                <a:spcPts val="1200"/>
              </a:spcAft>
              <a:buNone/>
            </a:pPr>
            <a:r>
              <a:rPr lang="en-US" sz="2400" dirty="0"/>
              <a:t>Academic Journal: A single publication with a number of articles about a given area of interest</a:t>
            </a:r>
          </a:p>
          <a:p>
            <a:pPr marL="0" indent="0">
              <a:spcBef>
                <a:spcPts val="0"/>
              </a:spcBef>
              <a:spcAft>
                <a:spcPts val="1200"/>
              </a:spcAft>
              <a:buNone/>
            </a:pPr>
            <a:r>
              <a:rPr lang="en-US" sz="2400" dirty="0"/>
              <a:t>Each article can be (tends to be) rather lengthy</a:t>
            </a:r>
          </a:p>
          <a:p>
            <a:pPr marL="0" indent="0">
              <a:spcBef>
                <a:spcPts val="0"/>
              </a:spcBef>
              <a:spcAft>
                <a:spcPts val="1200"/>
              </a:spcAft>
              <a:buNone/>
            </a:pPr>
            <a:r>
              <a:rPr lang="en-US" sz="2400" dirty="0"/>
              <a:t>Often broken up into sections: Abstract, Introduction, Literature Review, Hypothesis, Methodology, Results, Conclusion, Bibliography</a:t>
            </a:r>
          </a:p>
          <a:p>
            <a:pPr marL="0" indent="0">
              <a:spcBef>
                <a:spcPts val="0"/>
              </a:spcBef>
              <a:spcAft>
                <a:spcPts val="1200"/>
              </a:spcAft>
              <a:buNone/>
            </a:pPr>
            <a:r>
              <a:rPr lang="en-US" sz="2400"/>
              <a:t>Each article </a:t>
            </a:r>
            <a:r>
              <a:rPr lang="en-US" sz="2400" dirty="0"/>
              <a:t>includes text (content), images, tables, figures, lists, etc.</a:t>
            </a:r>
          </a:p>
          <a:p>
            <a:pPr marL="0" indent="0">
              <a:spcAft>
                <a:spcPts val="1200"/>
              </a:spcAft>
              <a:buNone/>
            </a:pPr>
            <a:endParaRPr lang="en-US" dirty="0"/>
          </a:p>
        </p:txBody>
      </p:sp>
    </p:spTree>
    <p:extLst>
      <p:ext uri="{BB962C8B-B14F-4D97-AF65-F5344CB8AC3E}">
        <p14:creationId xmlns:p14="http://schemas.microsoft.com/office/powerpoint/2010/main" val="37964837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6" name="Group 25"/>
          <p:cNvGrpSpPr/>
          <p:nvPr/>
        </p:nvGrpSpPr>
        <p:grpSpPr>
          <a:xfrm>
            <a:off x="700409" y="690566"/>
            <a:ext cx="6089072" cy="4571130"/>
            <a:chOff x="135082" y="104779"/>
            <a:chExt cx="6089072" cy="4571130"/>
          </a:xfrm>
        </p:grpSpPr>
        <p:sp>
          <p:nvSpPr>
            <p:cNvPr id="2" name="Rectangle 1"/>
            <p:cNvSpPr/>
            <p:nvPr/>
          </p:nvSpPr>
          <p:spPr>
            <a:xfrm>
              <a:off x="135082" y="104779"/>
              <a:ext cx="6089072" cy="457113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600" dirty="0">
                  <a:solidFill>
                    <a:schemeClr val="tx1"/>
                  </a:solidFill>
                </a:rPr>
                <a:t>&lt;body&gt;</a:t>
              </a:r>
            </a:p>
          </p:txBody>
        </p:sp>
        <p:sp>
          <p:nvSpPr>
            <p:cNvPr id="3" name="Rectangle 2"/>
            <p:cNvSpPr/>
            <p:nvPr/>
          </p:nvSpPr>
          <p:spPr>
            <a:xfrm>
              <a:off x="267657" y="406116"/>
              <a:ext cx="5880738" cy="384463"/>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600" dirty="0">
                  <a:solidFill>
                    <a:schemeClr val="tx1"/>
                  </a:solidFill>
                </a:rPr>
                <a:t>&lt;header&gt;		(Page Header)</a:t>
              </a:r>
            </a:p>
          </p:txBody>
        </p:sp>
        <p:sp>
          <p:nvSpPr>
            <p:cNvPr id="4" name="Rectangle 3"/>
            <p:cNvSpPr/>
            <p:nvPr/>
          </p:nvSpPr>
          <p:spPr>
            <a:xfrm>
              <a:off x="267657" y="1247781"/>
              <a:ext cx="4337163" cy="2788223"/>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600" dirty="0">
                  <a:solidFill>
                    <a:schemeClr val="tx1"/>
                  </a:solidFill>
                </a:rPr>
                <a:t>&lt;section&gt;</a:t>
              </a:r>
            </a:p>
          </p:txBody>
        </p:sp>
        <p:sp>
          <p:nvSpPr>
            <p:cNvPr id="5" name="Rectangle 4"/>
            <p:cNvSpPr/>
            <p:nvPr/>
          </p:nvSpPr>
          <p:spPr>
            <a:xfrm>
              <a:off x="387609" y="1625319"/>
              <a:ext cx="4037286" cy="297872"/>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defTabSz="857250"/>
              <a:r>
                <a:rPr lang="en-US" sz="1600" dirty="0">
                  <a:solidFill>
                    <a:schemeClr val="tx1"/>
                  </a:solidFill>
                </a:rPr>
                <a:t>&lt;header&gt;		(Article Header)</a:t>
              </a:r>
            </a:p>
          </p:txBody>
        </p:sp>
        <p:sp>
          <p:nvSpPr>
            <p:cNvPr id="6" name="Rectangle 5"/>
            <p:cNvSpPr/>
            <p:nvPr/>
          </p:nvSpPr>
          <p:spPr>
            <a:xfrm>
              <a:off x="387609" y="2002854"/>
              <a:ext cx="4037286" cy="678871"/>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600" dirty="0">
                  <a:solidFill>
                    <a:schemeClr val="tx1"/>
                  </a:solidFill>
                </a:rPr>
                <a:t>&lt;article&gt;</a:t>
              </a:r>
            </a:p>
          </p:txBody>
        </p:sp>
        <p:sp>
          <p:nvSpPr>
            <p:cNvPr id="11" name="Rectangle 10"/>
            <p:cNvSpPr/>
            <p:nvPr/>
          </p:nvSpPr>
          <p:spPr>
            <a:xfrm>
              <a:off x="267657" y="4223044"/>
              <a:ext cx="5880738" cy="31519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600" dirty="0">
                  <a:solidFill>
                    <a:schemeClr val="tx1"/>
                  </a:solidFill>
                </a:rPr>
                <a:t>&lt;footer&gt;		(Page Footer)</a:t>
              </a:r>
            </a:p>
          </p:txBody>
        </p:sp>
        <p:sp>
          <p:nvSpPr>
            <p:cNvPr id="12" name="Rectangle 11"/>
            <p:cNvSpPr/>
            <p:nvPr/>
          </p:nvSpPr>
          <p:spPr>
            <a:xfrm>
              <a:off x="4661637" y="1247781"/>
              <a:ext cx="1486758" cy="2788223"/>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600" dirty="0">
                  <a:solidFill>
                    <a:schemeClr val="tx1"/>
                  </a:solidFill>
                </a:rPr>
                <a:t>&lt;aside&gt;</a:t>
              </a:r>
            </a:p>
          </p:txBody>
        </p:sp>
        <p:sp>
          <p:nvSpPr>
            <p:cNvPr id="13" name="Rectangle 12"/>
            <p:cNvSpPr/>
            <p:nvPr/>
          </p:nvSpPr>
          <p:spPr>
            <a:xfrm>
              <a:off x="267657" y="863313"/>
              <a:ext cx="5880738" cy="277093"/>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600" dirty="0">
                  <a:solidFill>
                    <a:schemeClr val="tx1"/>
                  </a:solidFill>
                </a:rPr>
                <a:t>&lt;</a:t>
              </a:r>
              <a:r>
                <a:rPr lang="en-US" sz="1600" dirty="0" err="1">
                  <a:solidFill>
                    <a:schemeClr val="tx1"/>
                  </a:solidFill>
                </a:rPr>
                <a:t>nav</a:t>
              </a:r>
              <a:r>
                <a:rPr lang="en-US" sz="1600" dirty="0">
                  <a:solidFill>
                    <a:schemeClr val="tx1"/>
                  </a:solidFill>
                </a:rPr>
                <a:t>&gt;    		(Main Navigation)</a:t>
              </a:r>
            </a:p>
          </p:txBody>
        </p:sp>
        <p:sp>
          <p:nvSpPr>
            <p:cNvPr id="15" name="Rectangle 14"/>
            <p:cNvSpPr/>
            <p:nvPr/>
          </p:nvSpPr>
          <p:spPr>
            <a:xfrm>
              <a:off x="379716" y="2789100"/>
              <a:ext cx="4037286" cy="297872"/>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defTabSz="857250"/>
              <a:r>
                <a:rPr lang="en-US" sz="1600" dirty="0">
                  <a:solidFill>
                    <a:schemeClr val="tx1"/>
                  </a:solidFill>
                </a:rPr>
                <a:t>&lt;header&gt;		(Article Header)</a:t>
              </a:r>
            </a:p>
          </p:txBody>
        </p:sp>
        <p:sp>
          <p:nvSpPr>
            <p:cNvPr id="16" name="Rectangle 15"/>
            <p:cNvSpPr/>
            <p:nvPr/>
          </p:nvSpPr>
          <p:spPr>
            <a:xfrm>
              <a:off x="379716" y="3166635"/>
              <a:ext cx="4037286" cy="678871"/>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600" dirty="0">
                  <a:solidFill>
                    <a:schemeClr val="tx1"/>
                  </a:solidFill>
                </a:rPr>
                <a:t>&lt;article&gt;</a:t>
              </a:r>
            </a:p>
          </p:txBody>
        </p:sp>
      </p:grpSp>
      <p:grpSp>
        <p:nvGrpSpPr>
          <p:cNvPr id="24" name="Group 23"/>
          <p:cNvGrpSpPr/>
          <p:nvPr/>
        </p:nvGrpSpPr>
        <p:grpSpPr>
          <a:xfrm>
            <a:off x="7526482" y="863313"/>
            <a:ext cx="4429991" cy="4225637"/>
            <a:chOff x="335972" y="1042554"/>
            <a:chExt cx="4429991" cy="4225637"/>
          </a:xfrm>
        </p:grpSpPr>
        <p:sp>
          <p:nvSpPr>
            <p:cNvPr id="17" name="Rectangle 16"/>
            <p:cNvSpPr/>
            <p:nvPr/>
          </p:nvSpPr>
          <p:spPr>
            <a:xfrm>
              <a:off x="335972" y="1042554"/>
              <a:ext cx="4429991" cy="4225637"/>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600" dirty="0">
                  <a:solidFill>
                    <a:schemeClr val="tx1"/>
                  </a:solidFill>
                </a:rPr>
                <a:t>&lt;article&gt;</a:t>
              </a:r>
            </a:p>
          </p:txBody>
        </p:sp>
        <p:sp>
          <p:nvSpPr>
            <p:cNvPr id="18" name="Rectangle 17"/>
            <p:cNvSpPr/>
            <p:nvPr/>
          </p:nvSpPr>
          <p:spPr>
            <a:xfrm>
              <a:off x="405245" y="1368140"/>
              <a:ext cx="4260273" cy="384463"/>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600" dirty="0">
                  <a:solidFill>
                    <a:schemeClr val="tx1"/>
                  </a:solidFill>
                </a:rPr>
                <a:t>&lt;header&gt;		(Article Header)</a:t>
              </a:r>
            </a:p>
          </p:txBody>
        </p:sp>
        <p:sp>
          <p:nvSpPr>
            <p:cNvPr id="19" name="Rectangle 18"/>
            <p:cNvSpPr/>
            <p:nvPr/>
          </p:nvSpPr>
          <p:spPr>
            <a:xfrm>
              <a:off x="420830" y="1885957"/>
              <a:ext cx="4260273" cy="384463"/>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600" dirty="0">
                  <a:solidFill>
                    <a:schemeClr val="tx1"/>
                  </a:solidFill>
                </a:rPr>
                <a:t>&lt;h1&gt;		(Heading)</a:t>
              </a:r>
            </a:p>
          </p:txBody>
        </p:sp>
        <p:sp>
          <p:nvSpPr>
            <p:cNvPr id="20" name="Rectangle 19"/>
            <p:cNvSpPr/>
            <p:nvPr/>
          </p:nvSpPr>
          <p:spPr>
            <a:xfrm>
              <a:off x="420829" y="2382983"/>
              <a:ext cx="4260273" cy="82434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600" dirty="0">
                  <a:solidFill>
                    <a:schemeClr val="tx1"/>
                  </a:solidFill>
                </a:rPr>
                <a:t>&lt;p&gt;		(Article Content)</a:t>
              </a:r>
            </a:p>
          </p:txBody>
        </p:sp>
        <p:sp>
          <p:nvSpPr>
            <p:cNvPr id="21" name="Rectangle 20"/>
            <p:cNvSpPr/>
            <p:nvPr/>
          </p:nvSpPr>
          <p:spPr>
            <a:xfrm>
              <a:off x="420829" y="3354539"/>
              <a:ext cx="4260273" cy="384463"/>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600" dirty="0">
                  <a:solidFill>
                    <a:schemeClr val="tx1"/>
                  </a:solidFill>
                </a:rPr>
                <a:t>&lt;h1&gt;		(Heading)</a:t>
              </a:r>
            </a:p>
          </p:txBody>
        </p:sp>
        <p:sp>
          <p:nvSpPr>
            <p:cNvPr id="22" name="Rectangle 21"/>
            <p:cNvSpPr/>
            <p:nvPr/>
          </p:nvSpPr>
          <p:spPr>
            <a:xfrm>
              <a:off x="420828" y="3851565"/>
              <a:ext cx="4260273" cy="82434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600" dirty="0">
                  <a:solidFill>
                    <a:schemeClr val="tx1"/>
                  </a:solidFill>
                </a:rPr>
                <a:t>&lt;p&gt;		(Article Content)</a:t>
              </a:r>
            </a:p>
          </p:txBody>
        </p:sp>
        <p:sp>
          <p:nvSpPr>
            <p:cNvPr id="23" name="Rectangle 22"/>
            <p:cNvSpPr/>
            <p:nvPr/>
          </p:nvSpPr>
          <p:spPr>
            <a:xfrm>
              <a:off x="420828" y="4765102"/>
              <a:ext cx="4260273" cy="384463"/>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600" dirty="0">
                  <a:solidFill>
                    <a:schemeClr val="tx1"/>
                  </a:solidFill>
                </a:rPr>
                <a:t>&lt;footer&gt;		(Article Footer)</a:t>
              </a:r>
            </a:p>
          </p:txBody>
        </p:sp>
      </p:grpSp>
      <p:sp>
        <p:nvSpPr>
          <p:cNvPr id="27" name="TextBox 26"/>
          <p:cNvSpPr txBox="1"/>
          <p:nvPr/>
        </p:nvSpPr>
        <p:spPr>
          <a:xfrm>
            <a:off x="0" y="1445561"/>
            <a:ext cx="615553" cy="2226763"/>
          </a:xfrm>
          <a:prstGeom prst="rect">
            <a:avLst/>
          </a:prstGeom>
          <a:noFill/>
        </p:spPr>
        <p:txBody>
          <a:bodyPr vert="vert270" wrap="none" rtlCol="0">
            <a:spAutoFit/>
          </a:bodyPr>
          <a:lstStyle/>
          <a:p>
            <a:r>
              <a:rPr lang="en-US" sz="2800" dirty="0"/>
              <a:t>One Possibility</a:t>
            </a:r>
          </a:p>
        </p:txBody>
      </p:sp>
      <p:cxnSp>
        <p:nvCxnSpPr>
          <p:cNvPr id="30" name="Straight Arrow Connector 29"/>
          <p:cNvCxnSpPr/>
          <p:nvPr/>
        </p:nvCxnSpPr>
        <p:spPr>
          <a:xfrm flipV="1">
            <a:off x="4990222" y="863313"/>
            <a:ext cx="2536260" cy="172532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p:cNvCxnSpPr/>
          <p:nvPr/>
        </p:nvCxnSpPr>
        <p:spPr>
          <a:xfrm>
            <a:off x="4982329" y="3267513"/>
            <a:ext cx="2528565" cy="1810186"/>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117092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wipe(down)">
                                      <p:cBhvr>
                                        <p:cTn id="7" dur="500"/>
                                        <p:tgtEl>
                                          <p:spTgt spid="27"/>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26"/>
                                        </p:tgtEl>
                                        <p:attrNameLst>
                                          <p:attrName>style.visibility</p:attrName>
                                        </p:attrNameLst>
                                      </p:cBhvr>
                                      <p:to>
                                        <p:strVal val="visible"/>
                                      </p:to>
                                    </p:set>
                                    <p:animEffect transition="in" filter="fade">
                                      <p:cBhvr>
                                        <p:cTn id="11" dur="500"/>
                                        <p:tgtEl>
                                          <p:spTgt spid="26"/>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31"/>
                                        </p:tgtEl>
                                        <p:attrNameLst>
                                          <p:attrName>style.visibility</p:attrName>
                                        </p:attrNameLst>
                                      </p:cBhvr>
                                      <p:to>
                                        <p:strVal val="visible"/>
                                      </p:to>
                                    </p:set>
                                    <p:animEffect transition="in" filter="wipe(left)">
                                      <p:cBhvr>
                                        <p:cTn id="16" dur="500"/>
                                        <p:tgtEl>
                                          <p:spTgt spid="31"/>
                                        </p:tgtEl>
                                      </p:cBhvr>
                                    </p:animEffect>
                                  </p:childTnLst>
                                </p:cTn>
                              </p:par>
                              <p:par>
                                <p:cTn id="17" presetID="22" presetClass="entr" presetSubtype="8" fill="hold" nodeType="withEffect">
                                  <p:stCondLst>
                                    <p:cond delay="0"/>
                                  </p:stCondLst>
                                  <p:childTnLst>
                                    <p:set>
                                      <p:cBhvr>
                                        <p:cTn id="18" dur="1" fill="hold">
                                          <p:stCondLst>
                                            <p:cond delay="0"/>
                                          </p:stCondLst>
                                        </p:cTn>
                                        <p:tgtEl>
                                          <p:spTgt spid="30"/>
                                        </p:tgtEl>
                                        <p:attrNameLst>
                                          <p:attrName>style.visibility</p:attrName>
                                        </p:attrNameLst>
                                      </p:cBhvr>
                                      <p:to>
                                        <p:strVal val="visible"/>
                                      </p:to>
                                    </p:set>
                                    <p:animEffect transition="in" filter="wipe(left)">
                                      <p:cBhvr>
                                        <p:cTn id="19" dur="500"/>
                                        <p:tgtEl>
                                          <p:spTgt spid="30"/>
                                        </p:tgtEl>
                                      </p:cBhvr>
                                    </p:animEffect>
                                  </p:childTnLst>
                                </p:cTn>
                              </p:par>
                            </p:childTnLst>
                          </p:cTn>
                        </p:par>
                        <p:par>
                          <p:cTn id="20" fill="hold">
                            <p:stCondLst>
                              <p:cond delay="500"/>
                            </p:stCondLst>
                            <p:childTnLst>
                              <p:par>
                                <p:cTn id="21" presetID="10" presetClass="entr" presetSubtype="0" fill="hold" nodeType="after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5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6" name="Group 25"/>
          <p:cNvGrpSpPr/>
          <p:nvPr/>
        </p:nvGrpSpPr>
        <p:grpSpPr>
          <a:xfrm>
            <a:off x="700409" y="690566"/>
            <a:ext cx="6089072" cy="4571130"/>
            <a:chOff x="135082" y="104779"/>
            <a:chExt cx="6089072" cy="4571130"/>
          </a:xfrm>
        </p:grpSpPr>
        <p:sp>
          <p:nvSpPr>
            <p:cNvPr id="2" name="Rectangle 1"/>
            <p:cNvSpPr/>
            <p:nvPr/>
          </p:nvSpPr>
          <p:spPr>
            <a:xfrm>
              <a:off x="135082" y="104779"/>
              <a:ext cx="6089072" cy="457113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600" dirty="0">
                  <a:solidFill>
                    <a:schemeClr val="tx1"/>
                  </a:solidFill>
                </a:rPr>
                <a:t>&lt;body&gt;</a:t>
              </a:r>
            </a:p>
          </p:txBody>
        </p:sp>
        <p:sp>
          <p:nvSpPr>
            <p:cNvPr id="3" name="Rectangle 2"/>
            <p:cNvSpPr/>
            <p:nvPr/>
          </p:nvSpPr>
          <p:spPr>
            <a:xfrm>
              <a:off x="267657" y="406116"/>
              <a:ext cx="5880738" cy="384463"/>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600" dirty="0">
                  <a:solidFill>
                    <a:schemeClr val="tx1"/>
                  </a:solidFill>
                </a:rPr>
                <a:t>&lt;header&gt;		(Page Header)</a:t>
              </a:r>
            </a:p>
          </p:txBody>
        </p:sp>
        <p:sp>
          <p:nvSpPr>
            <p:cNvPr id="4" name="Rectangle 3"/>
            <p:cNvSpPr/>
            <p:nvPr/>
          </p:nvSpPr>
          <p:spPr>
            <a:xfrm>
              <a:off x="267657" y="1247781"/>
              <a:ext cx="4337163" cy="2788223"/>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600" dirty="0">
                  <a:solidFill>
                    <a:schemeClr val="tx1"/>
                  </a:solidFill>
                </a:rPr>
                <a:t>&lt;article&gt;</a:t>
              </a:r>
            </a:p>
          </p:txBody>
        </p:sp>
        <p:sp>
          <p:nvSpPr>
            <p:cNvPr id="5" name="Rectangle 4"/>
            <p:cNvSpPr/>
            <p:nvPr/>
          </p:nvSpPr>
          <p:spPr>
            <a:xfrm>
              <a:off x="387609" y="1625319"/>
              <a:ext cx="4037286" cy="297872"/>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defTabSz="857250"/>
              <a:r>
                <a:rPr lang="en-US" sz="1600" dirty="0">
                  <a:solidFill>
                    <a:schemeClr val="tx1"/>
                  </a:solidFill>
                </a:rPr>
                <a:t>&lt;header&gt;		(Section Header)</a:t>
              </a:r>
            </a:p>
          </p:txBody>
        </p:sp>
        <p:sp>
          <p:nvSpPr>
            <p:cNvPr id="6" name="Rectangle 5"/>
            <p:cNvSpPr/>
            <p:nvPr/>
          </p:nvSpPr>
          <p:spPr>
            <a:xfrm>
              <a:off x="387609" y="2002854"/>
              <a:ext cx="4037286" cy="678871"/>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600" dirty="0">
                  <a:solidFill>
                    <a:schemeClr val="tx1"/>
                  </a:solidFill>
                </a:rPr>
                <a:t>&lt;section&gt;</a:t>
              </a:r>
            </a:p>
          </p:txBody>
        </p:sp>
        <p:sp>
          <p:nvSpPr>
            <p:cNvPr id="11" name="Rectangle 10"/>
            <p:cNvSpPr/>
            <p:nvPr/>
          </p:nvSpPr>
          <p:spPr>
            <a:xfrm>
              <a:off x="267657" y="4223044"/>
              <a:ext cx="5880738" cy="31519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600" dirty="0">
                  <a:solidFill>
                    <a:schemeClr val="tx1"/>
                  </a:solidFill>
                </a:rPr>
                <a:t>&lt;footer&gt;		(Page Footer)</a:t>
              </a:r>
            </a:p>
          </p:txBody>
        </p:sp>
        <p:sp>
          <p:nvSpPr>
            <p:cNvPr id="12" name="Rectangle 11"/>
            <p:cNvSpPr/>
            <p:nvPr/>
          </p:nvSpPr>
          <p:spPr>
            <a:xfrm>
              <a:off x="4661637" y="1247781"/>
              <a:ext cx="1486758" cy="2788223"/>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600" dirty="0">
                  <a:solidFill>
                    <a:schemeClr val="tx1"/>
                  </a:solidFill>
                </a:rPr>
                <a:t>&lt;aside&gt;</a:t>
              </a:r>
            </a:p>
          </p:txBody>
        </p:sp>
        <p:sp>
          <p:nvSpPr>
            <p:cNvPr id="13" name="Rectangle 12"/>
            <p:cNvSpPr/>
            <p:nvPr/>
          </p:nvSpPr>
          <p:spPr>
            <a:xfrm>
              <a:off x="267657" y="863313"/>
              <a:ext cx="5880738" cy="277093"/>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600" dirty="0">
                  <a:solidFill>
                    <a:schemeClr val="tx1"/>
                  </a:solidFill>
                </a:rPr>
                <a:t>&lt;</a:t>
              </a:r>
              <a:r>
                <a:rPr lang="en-US" sz="1600" dirty="0" err="1">
                  <a:solidFill>
                    <a:schemeClr val="tx1"/>
                  </a:solidFill>
                </a:rPr>
                <a:t>nav</a:t>
              </a:r>
              <a:r>
                <a:rPr lang="en-US" sz="1600" dirty="0">
                  <a:solidFill>
                    <a:schemeClr val="tx1"/>
                  </a:solidFill>
                </a:rPr>
                <a:t>&gt;    		(Main Navigation)</a:t>
              </a:r>
            </a:p>
          </p:txBody>
        </p:sp>
        <p:sp>
          <p:nvSpPr>
            <p:cNvPr id="15" name="Rectangle 14"/>
            <p:cNvSpPr/>
            <p:nvPr/>
          </p:nvSpPr>
          <p:spPr>
            <a:xfrm>
              <a:off x="379716" y="2789100"/>
              <a:ext cx="4037286" cy="297872"/>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defTabSz="857250"/>
              <a:r>
                <a:rPr lang="en-US" sz="1600" dirty="0">
                  <a:solidFill>
                    <a:schemeClr val="tx1"/>
                  </a:solidFill>
                </a:rPr>
                <a:t>&lt;header&gt;		(</a:t>
              </a:r>
              <a:r>
                <a:rPr lang="en-US" sz="1600" dirty="0" err="1">
                  <a:solidFill>
                    <a:schemeClr val="tx1"/>
                  </a:solidFill>
                </a:rPr>
                <a:t>SectionHeader</a:t>
              </a:r>
              <a:r>
                <a:rPr lang="en-US" sz="1600" dirty="0">
                  <a:solidFill>
                    <a:schemeClr val="tx1"/>
                  </a:solidFill>
                </a:rPr>
                <a:t>)</a:t>
              </a:r>
            </a:p>
          </p:txBody>
        </p:sp>
        <p:sp>
          <p:nvSpPr>
            <p:cNvPr id="16" name="Rectangle 15"/>
            <p:cNvSpPr/>
            <p:nvPr/>
          </p:nvSpPr>
          <p:spPr>
            <a:xfrm>
              <a:off x="379716" y="3166635"/>
              <a:ext cx="4037286" cy="678871"/>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600" dirty="0">
                  <a:solidFill>
                    <a:schemeClr val="tx1"/>
                  </a:solidFill>
                </a:rPr>
                <a:t>&lt;section&gt;</a:t>
              </a:r>
            </a:p>
          </p:txBody>
        </p:sp>
      </p:grpSp>
      <p:grpSp>
        <p:nvGrpSpPr>
          <p:cNvPr id="24" name="Group 23"/>
          <p:cNvGrpSpPr/>
          <p:nvPr/>
        </p:nvGrpSpPr>
        <p:grpSpPr>
          <a:xfrm>
            <a:off x="7526482" y="863313"/>
            <a:ext cx="4429991" cy="4225637"/>
            <a:chOff x="335972" y="1042554"/>
            <a:chExt cx="4429991" cy="4225637"/>
          </a:xfrm>
        </p:grpSpPr>
        <p:sp>
          <p:nvSpPr>
            <p:cNvPr id="17" name="Rectangle 16"/>
            <p:cNvSpPr/>
            <p:nvPr/>
          </p:nvSpPr>
          <p:spPr>
            <a:xfrm>
              <a:off x="335972" y="1042554"/>
              <a:ext cx="4429991" cy="4225637"/>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600" dirty="0">
                  <a:solidFill>
                    <a:schemeClr val="tx1"/>
                  </a:solidFill>
                </a:rPr>
                <a:t>&lt;section&gt;</a:t>
              </a:r>
            </a:p>
          </p:txBody>
        </p:sp>
        <p:sp>
          <p:nvSpPr>
            <p:cNvPr id="18" name="Rectangle 17"/>
            <p:cNvSpPr/>
            <p:nvPr/>
          </p:nvSpPr>
          <p:spPr>
            <a:xfrm>
              <a:off x="405245" y="1368140"/>
              <a:ext cx="4260273" cy="384463"/>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600" dirty="0">
                  <a:solidFill>
                    <a:schemeClr val="tx1"/>
                  </a:solidFill>
                </a:rPr>
                <a:t>&lt;header&gt;		(Section Header)</a:t>
              </a:r>
            </a:p>
          </p:txBody>
        </p:sp>
        <p:sp>
          <p:nvSpPr>
            <p:cNvPr id="19" name="Rectangle 18"/>
            <p:cNvSpPr/>
            <p:nvPr/>
          </p:nvSpPr>
          <p:spPr>
            <a:xfrm>
              <a:off x="420830" y="1885957"/>
              <a:ext cx="4260273" cy="384463"/>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600" dirty="0">
                  <a:solidFill>
                    <a:schemeClr val="tx1"/>
                  </a:solidFill>
                </a:rPr>
                <a:t>&lt;h1&gt;		(Heading)</a:t>
              </a:r>
            </a:p>
          </p:txBody>
        </p:sp>
        <p:sp>
          <p:nvSpPr>
            <p:cNvPr id="20" name="Rectangle 19"/>
            <p:cNvSpPr/>
            <p:nvPr/>
          </p:nvSpPr>
          <p:spPr>
            <a:xfrm>
              <a:off x="420829" y="2382983"/>
              <a:ext cx="4260273" cy="82434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600" dirty="0">
                  <a:solidFill>
                    <a:schemeClr val="tx1"/>
                  </a:solidFill>
                </a:rPr>
                <a:t>&lt;p&gt;		(Section Content)</a:t>
              </a:r>
            </a:p>
          </p:txBody>
        </p:sp>
        <p:sp>
          <p:nvSpPr>
            <p:cNvPr id="21" name="Rectangle 20"/>
            <p:cNvSpPr/>
            <p:nvPr/>
          </p:nvSpPr>
          <p:spPr>
            <a:xfrm>
              <a:off x="420829" y="3354539"/>
              <a:ext cx="4260273" cy="384463"/>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600" dirty="0">
                  <a:solidFill>
                    <a:schemeClr val="tx1"/>
                  </a:solidFill>
                </a:rPr>
                <a:t>&lt;h1&gt;		(Heading)</a:t>
              </a:r>
            </a:p>
          </p:txBody>
        </p:sp>
        <p:sp>
          <p:nvSpPr>
            <p:cNvPr id="22" name="Rectangle 21"/>
            <p:cNvSpPr/>
            <p:nvPr/>
          </p:nvSpPr>
          <p:spPr>
            <a:xfrm>
              <a:off x="420828" y="3851565"/>
              <a:ext cx="4260273" cy="82434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600" dirty="0">
                  <a:solidFill>
                    <a:schemeClr val="tx1"/>
                  </a:solidFill>
                </a:rPr>
                <a:t>&lt;p&gt;		(Section Content)</a:t>
              </a:r>
            </a:p>
          </p:txBody>
        </p:sp>
        <p:sp>
          <p:nvSpPr>
            <p:cNvPr id="23" name="Rectangle 22"/>
            <p:cNvSpPr/>
            <p:nvPr/>
          </p:nvSpPr>
          <p:spPr>
            <a:xfrm>
              <a:off x="420828" y="4765102"/>
              <a:ext cx="4260273" cy="384463"/>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sz="1600" dirty="0">
                  <a:solidFill>
                    <a:schemeClr val="tx1"/>
                  </a:solidFill>
                </a:rPr>
                <a:t>&lt;footer&gt;		(Section Footer)</a:t>
              </a:r>
            </a:p>
          </p:txBody>
        </p:sp>
      </p:grpSp>
      <p:sp>
        <p:nvSpPr>
          <p:cNvPr id="27" name="TextBox 26"/>
          <p:cNvSpPr txBox="1"/>
          <p:nvPr/>
        </p:nvSpPr>
        <p:spPr>
          <a:xfrm>
            <a:off x="-2704" y="1205176"/>
            <a:ext cx="615553" cy="2821478"/>
          </a:xfrm>
          <a:prstGeom prst="rect">
            <a:avLst/>
          </a:prstGeom>
          <a:noFill/>
        </p:spPr>
        <p:txBody>
          <a:bodyPr vert="vert270" wrap="none" rtlCol="0">
            <a:spAutoFit/>
          </a:bodyPr>
          <a:lstStyle/>
          <a:p>
            <a:r>
              <a:rPr lang="en-US" sz="2800" dirty="0"/>
              <a:t>Another Possibility</a:t>
            </a:r>
          </a:p>
        </p:txBody>
      </p:sp>
      <p:cxnSp>
        <p:nvCxnSpPr>
          <p:cNvPr id="30" name="Straight Arrow Connector 29"/>
          <p:cNvCxnSpPr/>
          <p:nvPr/>
        </p:nvCxnSpPr>
        <p:spPr>
          <a:xfrm flipV="1">
            <a:off x="4990222" y="863313"/>
            <a:ext cx="2536260" cy="172532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p:cNvCxnSpPr/>
          <p:nvPr/>
        </p:nvCxnSpPr>
        <p:spPr>
          <a:xfrm>
            <a:off x="4982329" y="3267513"/>
            <a:ext cx="2528565" cy="1810186"/>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089156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wipe(down)">
                                      <p:cBhvr>
                                        <p:cTn id="7" dur="500"/>
                                        <p:tgtEl>
                                          <p:spTgt spid="27"/>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26"/>
                                        </p:tgtEl>
                                        <p:attrNameLst>
                                          <p:attrName>style.visibility</p:attrName>
                                        </p:attrNameLst>
                                      </p:cBhvr>
                                      <p:to>
                                        <p:strVal val="visible"/>
                                      </p:to>
                                    </p:set>
                                    <p:animEffect transition="in" filter="fade">
                                      <p:cBhvr>
                                        <p:cTn id="11" dur="500"/>
                                        <p:tgtEl>
                                          <p:spTgt spid="26"/>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31"/>
                                        </p:tgtEl>
                                        <p:attrNameLst>
                                          <p:attrName>style.visibility</p:attrName>
                                        </p:attrNameLst>
                                      </p:cBhvr>
                                      <p:to>
                                        <p:strVal val="visible"/>
                                      </p:to>
                                    </p:set>
                                    <p:animEffect transition="in" filter="wipe(left)">
                                      <p:cBhvr>
                                        <p:cTn id="16" dur="500"/>
                                        <p:tgtEl>
                                          <p:spTgt spid="31"/>
                                        </p:tgtEl>
                                      </p:cBhvr>
                                    </p:animEffect>
                                  </p:childTnLst>
                                </p:cTn>
                              </p:par>
                              <p:par>
                                <p:cTn id="17" presetID="22" presetClass="entr" presetSubtype="8" fill="hold" nodeType="withEffect">
                                  <p:stCondLst>
                                    <p:cond delay="0"/>
                                  </p:stCondLst>
                                  <p:childTnLst>
                                    <p:set>
                                      <p:cBhvr>
                                        <p:cTn id="18" dur="1" fill="hold">
                                          <p:stCondLst>
                                            <p:cond delay="0"/>
                                          </p:stCondLst>
                                        </p:cTn>
                                        <p:tgtEl>
                                          <p:spTgt spid="30"/>
                                        </p:tgtEl>
                                        <p:attrNameLst>
                                          <p:attrName>style.visibility</p:attrName>
                                        </p:attrNameLst>
                                      </p:cBhvr>
                                      <p:to>
                                        <p:strVal val="visible"/>
                                      </p:to>
                                    </p:set>
                                    <p:animEffect transition="in" filter="wipe(left)">
                                      <p:cBhvr>
                                        <p:cTn id="19" dur="500"/>
                                        <p:tgtEl>
                                          <p:spTgt spid="30"/>
                                        </p:tgtEl>
                                      </p:cBhvr>
                                    </p:animEffect>
                                  </p:childTnLst>
                                </p:cTn>
                              </p:par>
                            </p:childTnLst>
                          </p:cTn>
                        </p:par>
                        <p:par>
                          <p:cTn id="20" fill="hold">
                            <p:stCondLst>
                              <p:cond delay="500"/>
                            </p:stCondLst>
                            <p:childTnLst>
                              <p:par>
                                <p:cTn id="21" presetID="10" presetClass="entr" presetSubtype="0" fill="hold" nodeType="after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5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Why Semantic HTML5 Elements?</a:t>
            </a:r>
          </a:p>
        </p:txBody>
      </p:sp>
      <p:sp>
        <p:nvSpPr>
          <p:cNvPr id="3" name="Content Placeholder 2"/>
          <p:cNvSpPr>
            <a:spLocks noGrp="1"/>
          </p:cNvSpPr>
          <p:nvPr>
            <p:ph idx="1"/>
          </p:nvPr>
        </p:nvSpPr>
        <p:spPr>
          <a:xfrm>
            <a:off x="838200" y="1690688"/>
            <a:ext cx="10515600" cy="4351338"/>
          </a:xfrm>
        </p:spPr>
        <p:txBody>
          <a:bodyPr>
            <a:normAutofit/>
          </a:bodyPr>
          <a:lstStyle/>
          <a:p>
            <a:pPr marL="0" indent="0">
              <a:spcAft>
                <a:spcPts val="600"/>
              </a:spcAft>
              <a:buNone/>
            </a:pPr>
            <a:r>
              <a:rPr lang="en-US" dirty="0"/>
              <a:t>With HTML4, developers used their own favorite attribute names to style page elements:</a:t>
            </a:r>
          </a:p>
          <a:p>
            <a:pPr marL="457200" lvl="1" indent="0">
              <a:spcAft>
                <a:spcPts val="600"/>
              </a:spcAft>
              <a:buNone/>
            </a:pPr>
            <a:r>
              <a:rPr lang="en-US" dirty="0"/>
              <a:t>header, top, bottom, footer, menu, navigation, main, container, content, article, sidebar, topnav, ...</a:t>
            </a:r>
          </a:p>
          <a:p>
            <a:pPr marL="0" indent="0">
              <a:spcAft>
                <a:spcPts val="600"/>
              </a:spcAft>
              <a:buNone/>
            </a:pPr>
            <a:r>
              <a:rPr lang="en-US" dirty="0"/>
              <a:t>This made it impossible for search engines to identify the correct web page content</a:t>
            </a:r>
          </a:p>
          <a:p>
            <a:pPr marL="0" indent="0">
              <a:spcAft>
                <a:spcPts val="600"/>
              </a:spcAft>
              <a:buNone/>
            </a:pPr>
            <a:r>
              <a:rPr lang="en-US" dirty="0"/>
              <a:t>With HTML5 elements like: &lt;header&gt; &lt;footer&gt; &lt;nav&gt; &lt;section&gt; &lt;article&gt;, this will become easier</a:t>
            </a:r>
          </a:p>
        </p:txBody>
      </p:sp>
    </p:spTree>
    <p:extLst>
      <p:ext uri="{BB962C8B-B14F-4D97-AF65-F5344CB8AC3E}">
        <p14:creationId xmlns:p14="http://schemas.microsoft.com/office/powerpoint/2010/main" val="51312403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Why Semantic HTML5 Elements?</a:t>
            </a:r>
          </a:p>
        </p:txBody>
      </p:sp>
      <p:sp>
        <p:nvSpPr>
          <p:cNvPr id="3" name="Content Placeholder 2"/>
          <p:cNvSpPr>
            <a:spLocks noGrp="1"/>
          </p:cNvSpPr>
          <p:nvPr>
            <p:ph idx="1"/>
          </p:nvPr>
        </p:nvSpPr>
        <p:spPr>
          <a:xfrm>
            <a:off x="1580880" y="1690688"/>
            <a:ext cx="8260704" cy="3282403"/>
          </a:xfrm>
        </p:spPr>
        <p:txBody>
          <a:bodyPr>
            <a:normAutofit/>
          </a:bodyPr>
          <a:lstStyle/>
          <a:p>
            <a:pPr marL="0" indent="0">
              <a:buNone/>
            </a:pPr>
            <a:r>
              <a:rPr lang="en-US" dirty="0"/>
              <a:t>According to the W3C, a Semantic Web:</a:t>
            </a:r>
          </a:p>
          <a:p>
            <a:pPr marL="0" indent="0">
              <a:buNone/>
            </a:pPr>
            <a:endParaRPr lang="en-US" dirty="0"/>
          </a:p>
          <a:p>
            <a:pPr marL="1260475" indent="0">
              <a:buNone/>
            </a:pPr>
            <a:r>
              <a:rPr lang="en-US" i="1" dirty="0">
                <a:latin typeface="Book Antiqua" panose="02040602050305030304" pitchFamily="18" charset="0"/>
              </a:rPr>
              <a:t>"Allows data to be shared and reused across applications, enterprises, and communities."</a:t>
            </a:r>
          </a:p>
        </p:txBody>
      </p:sp>
    </p:spTree>
    <p:extLst>
      <p:ext uri="{BB962C8B-B14F-4D97-AF65-F5344CB8AC3E}">
        <p14:creationId xmlns:p14="http://schemas.microsoft.com/office/powerpoint/2010/main" val="291886747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HTML5 Semantic Tags</a:t>
            </a:r>
          </a:p>
        </p:txBody>
      </p:sp>
      <p:sp>
        <p:nvSpPr>
          <p:cNvPr id="3" name="Content Placeholder 2"/>
          <p:cNvSpPr>
            <a:spLocks noGrp="1"/>
          </p:cNvSpPr>
          <p:nvPr>
            <p:ph idx="1"/>
          </p:nvPr>
        </p:nvSpPr>
        <p:spPr>
          <a:xfrm>
            <a:off x="838200" y="1685336"/>
            <a:ext cx="11281023" cy="5172664"/>
          </a:xfrm>
        </p:spPr>
        <p:txBody>
          <a:bodyPr>
            <a:normAutofit/>
          </a:bodyPr>
          <a:lstStyle/>
          <a:p>
            <a:pPr marL="0" indent="0">
              <a:spcAft>
                <a:spcPts val="600"/>
              </a:spcAft>
              <a:buNone/>
            </a:pPr>
            <a:r>
              <a:rPr lang="en-US" dirty="0"/>
              <a:t>IE8 (and below) does not play nice with the new HTML5 elements.  In order to use them you need to:</a:t>
            </a:r>
          </a:p>
          <a:p>
            <a:pPr marL="457200" lvl="1" indent="0">
              <a:spcAft>
                <a:spcPts val="600"/>
              </a:spcAft>
              <a:buNone/>
            </a:pPr>
            <a:r>
              <a:rPr lang="en-US" dirty="0"/>
              <a:t>Download the html5shiv.js (JavaScript file)</a:t>
            </a:r>
          </a:p>
          <a:p>
            <a:pPr marL="914400" lvl="2" indent="0">
              <a:spcAft>
                <a:spcPts val="600"/>
              </a:spcAft>
              <a:buNone/>
            </a:pPr>
            <a:r>
              <a:rPr lang="en-US" dirty="0"/>
              <a:t>http://code.google.com/p/html5shiv/</a:t>
            </a:r>
          </a:p>
          <a:p>
            <a:pPr marL="457200" lvl="1" indent="0">
              <a:spcAft>
                <a:spcPts val="600"/>
              </a:spcAft>
              <a:buNone/>
            </a:pPr>
            <a:r>
              <a:rPr lang="en-US" dirty="0"/>
              <a:t>Add the following lines of code to the&lt;head&gt; element:</a:t>
            </a:r>
          </a:p>
          <a:p>
            <a:pPr marL="3657600" lvl="8" indent="0">
              <a:spcAft>
                <a:spcPts val="600"/>
              </a:spcAft>
              <a:buNone/>
            </a:pPr>
            <a:r>
              <a:rPr lang="en-US" sz="800" dirty="0"/>
              <a:t> </a:t>
            </a:r>
            <a:br>
              <a:rPr lang="en-US" dirty="0"/>
            </a:br>
            <a:r>
              <a:rPr lang="en-US" sz="2800" dirty="0">
                <a:solidFill>
                  <a:schemeClr val="accent6"/>
                </a:solidFill>
              </a:rPr>
              <a:t>&lt;!--[if lt IE 9]&gt;</a:t>
            </a:r>
            <a:br>
              <a:rPr lang="en-US" sz="2800" dirty="0">
                <a:solidFill>
                  <a:schemeClr val="accent6"/>
                </a:solidFill>
              </a:rPr>
            </a:br>
            <a:r>
              <a:rPr lang="en-US" sz="2800" dirty="0">
                <a:solidFill>
                  <a:schemeClr val="accent6"/>
                </a:solidFill>
              </a:rPr>
              <a:t>     &lt;script src="html5shiv.js"&gt;&lt;/script&gt;</a:t>
            </a:r>
            <a:br>
              <a:rPr lang="en-US" sz="2800" dirty="0">
                <a:solidFill>
                  <a:schemeClr val="accent6"/>
                </a:solidFill>
              </a:rPr>
            </a:br>
            <a:r>
              <a:rPr lang="en-US" sz="2800" dirty="0">
                <a:solidFill>
                  <a:schemeClr val="accent6"/>
                </a:solidFill>
              </a:rPr>
              <a:t>&lt;![endif]--&gt;</a:t>
            </a:r>
          </a:p>
        </p:txBody>
      </p:sp>
    </p:spTree>
    <p:extLst>
      <p:ext uri="{BB962C8B-B14F-4D97-AF65-F5344CB8AC3E}">
        <p14:creationId xmlns:p14="http://schemas.microsoft.com/office/powerpoint/2010/main" val="424434456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HTML5 Semantic Tags</a:t>
            </a:r>
          </a:p>
        </p:txBody>
      </p:sp>
      <p:sp>
        <p:nvSpPr>
          <p:cNvPr id="5" name="TextBox 4"/>
          <p:cNvSpPr txBox="1"/>
          <p:nvPr/>
        </p:nvSpPr>
        <p:spPr>
          <a:xfrm>
            <a:off x="291446" y="4580542"/>
            <a:ext cx="11280775" cy="707886"/>
          </a:xfrm>
          <a:prstGeom prst="rect">
            <a:avLst/>
          </a:prstGeom>
          <a:noFill/>
        </p:spPr>
        <p:txBody>
          <a:bodyPr wrap="square" rtlCol="0">
            <a:spAutoFit/>
          </a:bodyPr>
          <a:lstStyle/>
          <a:p>
            <a:r>
              <a:rPr lang="en-US" sz="2000" dirty="0"/>
              <a:t>* From Bootstrap Framework head element. Enables use of the shiv without having to download it – cdn=Content Delivery Network</a:t>
            </a:r>
          </a:p>
        </p:txBody>
      </p:sp>
      <p:pic>
        <p:nvPicPr>
          <p:cNvPr id="8" name="Picture 7">
            <a:extLst>
              <a:ext uri="{FF2B5EF4-FFF2-40B4-BE49-F238E27FC236}">
                <a16:creationId xmlns:a16="http://schemas.microsoft.com/office/drawing/2014/main" id="{C6A78278-781C-4FEF-89A0-7003AA4E0553}"/>
              </a:ext>
            </a:extLst>
          </p:cNvPr>
          <p:cNvPicPr>
            <a:picLocks noChangeAspect="1"/>
          </p:cNvPicPr>
          <p:nvPr/>
        </p:nvPicPr>
        <p:blipFill>
          <a:blip r:embed="rId2"/>
          <a:stretch>
            <a:fillRect/>
          </a:stretch>
        </p:blipFill>
        <p:spPr>
          <a:xfrm>
            <a:off x="609170" y="1919698"/>
            <a:ext cx="10973659" cy="1602829"/>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272451688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HTML5 Semantic Tags</a:t>
            </a:r>
          </a:p>
        </p:txBody>
      </p:sp>
      <p:sp>
        <p:nvSpPr>
          <p:cNvPr id="3" name="Content Placeholder 2"/>
          <p:cNvSpPr>
            <a:spLocks noGrp="1"/>
          </p:cNvSpPr>
          <p:nvPr>
            <p:ph idx="1"/>
          </p:nvPr>
        </p:nvSpPr>
        <p:spPr>
          <a:xfrm>
            <a:off x="838200" y="1685336"/>
            <a:ext cx="11281023" cy="5172664"/>
          </a:xfrm>
        </p:spPr>
        <p:txBody>
          <a:bodyPr>
            <a:normAutofit/>
          </a:bodyPr>
          <a:lstStyle/>
          <a:p>
            <a:pPr marL="0" indent="0">
              <a:buNone/>
            </a:pPr>
            <a:r>
              <a:rPr lang="en-US" dirty="0"/>
              <a:t>Older browsers may not recognize the new elements as block level container elements. Will need to add the following to your CSS:</a:t>
            </a:r>
          </a:p>
          <a:p>
            <a:endParaRPr lang="en-US" dirty="0"/>
          </a:p>
          <a:p>
            <a:pPr marL="2116138" indent="0">
              <a:buNone/>
            </a:pPr>
            <a:r>
              <a:rPr lang="en-US" dirty="0"/>
              <a:t>header, section, footer, aside, nav, article { </a:t>
            </a:r>
            <a:br>
              <a:rPr lang="en-US" dirty="0"/>
            </a:br>
            <a:r>
              <a:rPr lang="en-US" dirty="0"/>
              <a:t>		display: block; </a:t>
            </a:r>
            <a:br>
              <a:rPr lang="en-US" dirty="0"/>
            </a:br>
            <a:r>
              <a:rPr lang="en-US" dirty="0"/>
              <a:t>}</a:t>
            </a:r>
          </a:p>
        </p:txBody>
      </p:sp>
    </p:spTree>
    <p:extLst>
      <p:ext uri="{BB962C8B-B14F-4D97-AF65-F5344CB8AC3E}">
        <p14:creationId xmlns:p14="http://schemas.microsoft.com/office/powerpoint/2010/main" val="256351243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HTML5 Semantic Tags</a:t>
            </a:r>
          </a:p>
        </p:txBody>
      </p:sp>
      <p:sp>
        <p:nvSpPr>
          <p:cNvPr id="5" name="TextBox 4"/>
          <p:cNvSpPr txBox="1"/>
          <p:nvPr/>
        </p:nvSpPr>
        <p:spPr>
          <a:xfrm>
            <a:off x="1224717" y="4837813"/>
            <a:ext cx="5232971" cy="523220"/>
          </a:xfrm>
          <a:prstGeom prst="rect">
            <a:avLst/>
          </a:prstGeom>
          <a:noFill/>
        </p:spPr>
        <p:txBody>
          <a:bodyPr wrap="none" rtlCol="0">
            <a:spAutoFit/>
          </a:bodyPr>
          <a:lstStyle/>
          <a:p>
            <a:r>
              <a:rPr lang="en-US" sz="2800" dirty="0"/>
              <a:t>* From the Bootstrap main CSS file</a:t>
            </a:r>
          </a:p>
        </p:txBody>
      </p:sp>
      <p:pic>
        <p:nvPicPr>
          <p:cNvPr id="8" name="Content Placeholder 7">
            <a:extLst>
              <a:ext uri="{FF2B5EF4-FFF2-40B4-BE49-F238E27FC236}">
                <a16:creationId xmlns:a16="http://schemas.microsoft.com/office/drawing/2014/main" id="{C64EADA2-8CE2-4DD3-B900-748E3CD26EE7}"/>
              </a:ext>
            </a:extLst>
          </p:cNvPr>
          <p:cNvPicPr>
            <a:picLocks noGrp="1" noChangeAspect="1"/>
          </p:cNvPicPr>
          <p:nvPr>
            <p:ph idx="1"/>
          </p:nvPr>
        </p:nvPicPr>
        <p:blipFill>
          <a:blip r:embed="rId2"/>
          <a:stretch>
            <a:fillRect/>
          </a:stretch>
        </p:blipFill>
        <p:spPr>
          <a:xfrm>
            <a:off x="7797209" y="141047"/>
            <a:ext cx="3079898" cy="5779135"/>
          </a:xfrm>
        </p:spPr>
      </p:pic>
    </p:spTree>
    <p:extLst>
      <p:ext uri="{BB962C8B-B14F-4D97-AF65-F5344CB8AC3E}">
        <p14:creationId xmlns:p14="http://schemas.microsoft.com/office/powerpoint/2010/main" val="37825534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804CAF-655E-F839-74EA-FDA7F4C00567}"/>
              </a:ext>
            </a:extLst>
          </p:cNvPr>
          <p:cNvSpPr>
            <a:spLocks noGrp="1"/>
          </p:cNvSpPr>
          <p:nvPr>
            <p:ph type="title"/>
          </p:nvPr>
        </p:nvSpPr>
        <p:spPr>
          <a:xfrm>
            <a:off x="838200" y="1551801"/>
            <a:ext cx="10515600" cy="2043112"/>
          </a:xfrm>
        </p:spPr>
        <p:txBody>
          <a:bodyPr/>
          <a:lstStyle/>
          <a:p>
            <a:r>
              <a:rPr lang="en-US" dirty="0"/>
              <a:t>Information Architecture &amp; Site Navigation</a:t>
            </a:r>
          </a:p>
        </p:txBody>
      </p:sp>
    </p:spTree>
    <p:extLst>
      <p:ext uri="{BB962C8B-B14F-4D97-AF65-F5344CB8AC3E}">
        <p14:creationId xmlns:p14="http://schemas.microsoft.com/office/powerpoint/2010/main" val="269356121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8788" y="274638"/>
            <a:ext cx="11274552" cy="1143000"/>
          </a:xfrm>
        </p:spPr>
        <p:txBody>
          <a:bodyPr vert="horz" lIns="0" tIns="45720" rIns="10" bIns="45720" rtlCol="0" anchor="ctr">
            <a:noAutofit/>
          </a:bodyPr>
          <a:lstStyle/>
          <a:p>
            <a:pPr algn="l"/>
            <a:r>
              <a:rPr dirty="0"/>
              <a:t>Information Architecture (IA)</a:t>
            </a:r>
          </a:p>
        </p:txBody>
      </p:sp>
      <p:sp>
        <p:nvSpPr>
          <p:cNvPr id="3" name="Content Placeholder 2"/>
          <p:cNvSpPr>
            <a:spLocks noGrp="1"/>
          </p:cNvSpPr>
          <p:nvPr>
            <p:ph idx="1"/>
          </p:nvPr>
        </p:nvSpPr>
        <p:spPr>
          <a:xfrm>
            <a:off x="1010093" y="1626781"/>
            <a:ext cx="10723247" cy="4956580"/>
          </a:xfrm>
        </p:spPr>
        <p:txBody>
          <a:bodyPr vert="horz" wrap="square" lIns="0" tIns="45720" rIns="10" bIns="45720" rtlCol="0">
            <a:noAutofit/>
          </a:bodyPr>
          <a:lstStyle/>
          <a:p>
            <a:pPr marL="0" indent="0">
              <a:buNone/>
            </a:pPr>
            <a:r>
              <a:rPr b="1" dirty="0"/>
              <a:t>What is IA?</a:t>
            </a:r>
          </a:p>
          <a:p>
            <a:pPr marL="0" indent="0">
              <a:buNone/>
            </a:pPr>
            <a:r>
              <a:rPr i="1" dirty="0">
                <a:solidFill>
                  <a:schemeClr val="accent5">
                    <a:lumMod val="75000"/>
                  </a:schemeClr>
                </a:solidFill>
              </a:rPr>
              <a:t>A design practice that focuses on defining the structure of digital information</a:t>
            </a:r>
            <a:r>
              <a:rPr lang="en-US" i="1" dirty="0">
                <a:solidFill>
                  <a:schemeClr val="accent5">
                    <a:lumMod val="75000"/>
                  </a:schemeClr>
                </a:solidFill>
              </a:rPr>
              <a:t> </a:t>
            </a:r>
            <a:r>
              <a:rPr i="1" dirty="0">
                <a:solidFill>
                  <a:schemeClr val="accent5">
                    <a:lumMod val="75000"/>
                  </a:schemeClr>
                </a:solidFill>
              </a:rPr>
              <a:t>spaces—for example, Web sites, intranets, social-networking communities on the Web, and</a:t>
            </a:r>
            <a:r>
              <a:rPr lang="en-US" i="1" dirty="0">
                <a:solidFill>
                  <a:schemeClr val="accent5">
                    <a:lumMod val="75000"/>
                  </a:schemeClr>
                </a:solidFill>
              </a:rPr>
              <a:t> </a:t>
            </a:r>
            <a:r>
              <a:rPr i="1" dirty="0">
                <a:solidFill>
                  <a:schemeClr val="accent5">
                    <a:lumMod val="75000"/>
                  </a:schemeClr>
                </a:solidFill>
              </a:rPr>
              <a:t>information-rich digital products such as the Web and mobile applications—by organizing</a:t>
            </a:r>
            <a:r>
              <a:rPr lang="en-US" i="1" dirty="0">
                <a:solidFill>
                  <a:schemeClr val="accent5">
                    <a:lumMod val="75000"/>
                  </a:schemeClr>
                </a:solidFill>
              </a:rPr>
              <a:t> </a:t>
            </a:r>
            <a:r>
              <a:rPr i="1" dirty="0">
                <a:solidFill>
                  <a:schemeClr val="accent5">
                    <a:lumMod val="75000"/>
                  </a:schemeClr>
                </a:solidFill>
              </a:rPr>
              <a:t>information and supporting findability and usability through well designed labeling, navigation,</a:t>
            </a:r>
            <a:r>
              <a:rPr lang="en-US" i="1" dirty="0">
                <a:solidFill>
                  <a:schemeClr val="accent5">
                    <a:lumMod val="75000"/>
                  </a:schemeClr>
                </a:solidFill>
              </a:rPr>
              <a:t> </a:t>
            </a:r>
            <a:r>
              <a:rPr i="1" dirty="0">
                <a:solidFill>
                  <a:schemeClr val="accent5">
                    <a:lumMod val="75000"/>
                  </a:schemeClr>
                </a:solidFill>
              </a:rPr>
              <a:t>and search systems.</a:t>
            </a:r>
          </a:p>
          <a:p>
            <a:pPr marL="0" indent="0">
              <a:buNone/>
            </a:pPr>
            <a:r>
              <a:rPr sz="1600" dirty="0"/>
              <a:t>Gabriel-Petit, P. (2025). Chapter 1: What is Information Architecture?. In </a:t>
            </a:r>
            <a:r>
              <a:rPr sz="1600" i="1" dirty="0"/>
              <a:t>Designing Information Architecture</a:t>
            </a:r>
            <a:r>
              <a:rPr lang="en-US" sz="1600" dirty="0"/>
              <a:t>. </a:t>
            </a:r>
            <a:r>
              <a:rPr sz="1600" dirty="0" err="1"/>
              <a:t>Packt</a:t>
            </a:r>
            <a:r>
              <a:rPr sz="1600" dirty="0"/>
              <a:t> Publishing.</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2EB258-24C2-7F05-4670-99DEFD209AC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C26519E-67FB-0AA5-3D31-5D25237DEFC8}"/>
              </a:ext>
            </a:extLst>
          </p:cNvPr>
          <p:cNvSpPr>
            <a:spLocks noGrp="1"/>
          </p:cNvSpPr>
          <p:nvPr>
            <p:ph type="title"/>
          </p:nvPr>
        </p:nvSpPr>
        <p:spPr>
          <a:xfrm>
            <a:off x="458788" y="274638"/>
            <a:ext cx="11274552" cy="1143000"/>
          </a:xfrm>
        </p:spPr>
        <p:txBody>
          <a:bodyPr vert="horz" lIns="0" tIns="45720" rIns="10" bIns="45720" rtlCol="0" anchor="ctr">
            <a:noAutofit/>
          </a:bodyPr>
          <a:lstStyle/>
          <a:p>
            <a:pPr algn="l"/>
            <a:r>
              <a:rPr dirty="0"/>
              <a:t>Information Architecture (IA)</a:t>
            </a:r>
          </a:p>
        </p:txBody>
      </p:sp>
      <p:sp>
        <p:nvSpPr>
          <p:cNvPr id="3" name="Content Placeholder 2">
            <a:extLst>
              <a:ext uri="{FF2B5EF4-FFF2-40B4-BE49-F238E27FC236}">
                <a16:creationId xmlns:a16="http://schemas.microsoft.com/office/drawing/2014/main" id="{F10C2E73-3D04-8A30-EB18-4BBA77CD00C5}"/>
              </a:ext>
            </a:extLst>
          </p:cNvPr>
          <p:cNvSpPr>
            <a:spLocks noGrp="1"/>
          </p:cNvSpPr>
          <p:nvPr>
            <p:ph idx="1"/>
          </p:nvPr>
        </p:nvSpPr>
        <p:spPr>
          <a:xfrm>
            <a:off x="1010093" y="1626781"/>
            <a:ext cx="10723247" cy="4956580"/>
          </a:xfrm>
        </p:spPr>
        <p:txBody>
          <a:bodyPr vert="horz" wrap="square" lIns="0" tIns="45720" rIns="10" bIns="45720" rtlCol="0">
            <a:noAutofit/>
          </a:bodyPr>
          <a:lstStyle/>
          <a:p>
            <a:pPr marL="0" indent="0">
              <a:buNone/>
            </a:pPr>
            <a:r>
              <a:rPr lang="en-US" b="1" dirty="0"/>
              <a:t>Why Is IA?</a:t>
            </a:r>
          </a:p>
          <a:p>
            <a:pPr marL="0" indent="0">
              <a:buNone/>
            </a:pPr>
            <a:r>
              <a:rPr lang="en-US" sz="2900" dirty="0"/>
              <a:t>Besides wanting to give users a pleasant experience or wanting to make money (we can have both… I think? 🤔</a:t>
            </a:r>
            <a:r>
              <a:rPr lang="en-US" sz="2900" dirty="0">
                <a:sym typeface="Wingdings" panose="05000000000000000000" pitchFamily="2" charset="2"/>
              </a:rPr>
              <a:t>) we get to work less!*</a:t>
            </a:r>
          </a:p>
          <a:p>
            <a:pPr marL="0" indent="0">
              <a:buNone/>
            </a:pPr>
            <a:r>
              <a:rPr lang="en-US" sz="2900" dirty="0">
                <a:sym typeface="Wingdings" panose="05000000000000000000" pitchFamily="2" charset="2"/>
              </a:rPr>
              <a:t>The more we get right initially, the less rework we will have.</a:t>
            </a:r>
          </a:p>
          <a:p>
            <a:pPr lvl="1"/>
            <a:r>
              <a:rPr lang="en-US" dirty="0">
                <a:sym typeface="Wingdings" panose="05000000000000000000" pitchFamily="2" charset="2"/>
              </a:rPr>
              <a:t>Must decide how information should be organized &gt; requires creating a taxonomy/labeling system</a:t>
            </a:r>
          </a:p>
          <a:p>
            <a:pPr lvl="1"/>
            <a:r>
              <a:rPr lang="en-US" dirty="0">
                <a:sym typeface="Wingdings" panose="05000000000000000000" pitchFamily="2" charset="2"/>
              </a:rPr>
              <a:t>Information grows &amp; changes over time. Good IA is built for content libraries and site navigations to grow.</a:t>
            </a:r>
          </a:p>
          <a:p>
            <a:pPr marL="0" indent="0">
              <a:buNone/>
            </a:pPr>
            <a:r>
              <a:rPr lang="en-US" sz="1600" i="1" dirty="0">
                <a:sym typeface="Wingdings" panose="05000000000000000000" pitchFamily="2" charset="2"/>
              </a:rPr>
              <a:t>* By working more up-front</a:t>
            </a:r>
            <a:endParaRPr sz="1600" i="1" dirty="0"/>
          </a:p>
        </p:txBody>
      </p:sp>
    </p:spTree>
    <p:extLst>
      <p:ext uri="{BB962C8B-B14F-4D97-AF65-F5344CB8AC3E}">
        <p14:creationId xmlns:p14="http://schemas.microsoft.com/office/powerpoint/2010/main" val="16364010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8788" y="274638"/>
            <a:ext cx="11274552" cy="1143000"/>
          </a:xfrm>
        </p:spPr>
        <p:txBody>
          <a:bodyPr vert="horz" lIns="0" tIns="45720" rIns="10" bIns="45720" rtlCol="0" anchor="ctr">
            <a:noAutofit/>
          </a:bodyPr>
          <a:lstStyle/>
          <a:p>
            <a:pPr algn="l"/>
            <a:r>
              <a:rPr dirty="0"/>
              <a:t>The Goals of IA</a:t>
            </a:r>
          </a:p>
        </p:txBody>
      </p:sp>
      <p:sp>
        <p:nvSpPr>
          <p:cNvPr id="3" name="Content Placeholder 2"/>
          <p:cNvSpPr>
            <a:spLocks noGrp="1"/>
          </p:cNvSpPr>
          <p:nvPr>
            <p:ph idx="1"/>
          </p:nvPr>
        </p:nvSpPr>
        <p:spPr>
          <a:xfrm>
            <a:off x="458788" y="1600201"/>
            <a:ext cx="11274552" cy="728329"/>
          </a:xfrm>
        </p:spPr>
        <p:txBody>
          <a:bodyPr vert="horz" wrap="square" lIns="0" tIns="45720" rIns="10" bIns="45720" rtlCol="0">
            <a:noAutofit/>
          </a:bodyPr>
          <a:lstStyle/>
          <a:p>
            <a:pPr marL="0" indent="0">
              <a:buNone/>
            </a:pPr>
            <a:r>
              <a:rPr dirty="0"/>
              <a:t>Again, straight from Gabriel-Petit's first chapter:</a:t>
            </a:r>
          </a:p>
        </p:txBody>
      </p:sp>
      <p:sp>
        <p:nvSpPr>
          <p:cNvPr id="5" name="TextBox 4">
            <a:extLst>
              <a:ext uri="{FF2B5EF4-FFF2-40B4-BE49-F238E27FC236}">
                <a16:creationId xmlns:a16="http://schemas.microsoft.com/office/drawing/2014/main" id="{92514191-B1E1-1658-52B0-99C5A33650C1}"/>
              </a:ext>
            </a:extLst>
          </p:cNvPr>
          <p:cNvSpPr txBox="1"/>
          <p:nvPr/>
        </p:nvSpPr>
        <p:spPr>
          <a:xfrm>
            <a:off x="5986130" y="2511093"/>
            <a:ext cx="5176652" cy="1446550"/>
          </a:xfrm>
          <a:prstGeom prst="rect">
            <a:avLst/>
          </a:prstGeom>
          <a:noFill/>
        </p:spPr>
        <p:txBody>
          <a:bodyPr wrap="square">
            <a:spAutoFit/>
          </a:bodyPr>
          <a:lstStyle/>
          <a:p>
            <a:pPr marL="457200" marR="0" lvl="0" indent="-457200"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2600" b="0" i="0" u="none" strike="noStrike" kern="1200" cap="none" spc="0" normalizeH="0" baseline="0" noProof="0" dirty="0">
                <a:ln>
                  <a:noFill/>
                </a:ln>
                <a:solidFill>
                  <a:prstClr val="black"/>
                </a:solidFill>
                <a:effectLst/>
                <a:uLnTx/>
                <a:uFillTx/>
                <a:latin typeface="Avenir"/>
                <a:ea typeface="+mn-ea"/>
                <a:cs typeface="+mn-cs"/>
              </a:rPr>
              <a:t>Creating a sense of place</a:t>
            </a:r>
          </a:p>
          <a:p>
            <a:pPr marL="457200" marR="0" lvl="0" indent="-457200"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2600" b="0" i="0" u="none" strike="noStrike" kern="1200" cap="none" spc="0" normalizeH="0" baseline="0" noProof="0" dirty="0">
                <a:ln>
                  <a:noFill/>
                </a:ln>
                <a:solidFill>
                  <a:prstClr val="black"/>
                </a:solidFill>
                <a:effectLst/>
                <a:uLnTx/>
                <a:uFillTx/>
                <a:latin typeface="Avenir"/>
                <a:ea typeface="+mn-ea"/>
                <a:cs typeface="+mn-cs"/>
              </a:rPr>
              <a:t>Making content easy to consume</a:t>
            </a:r>
          </a:p>
          <a:p>
            <a:pPr marL="457200" marR="0" lvl="0" indent="-457200"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2600" b="0" i="0" u="none" strike="noStrike" kern="1200" cap="none" spc="0" normalizeH="0" baseline="0" noProof="0" dirty="0">
                <a:ln>
                  <a:noFill/>
                </a:ln>
                <a:solidFill>
                  <a:prstClr val="black"/>
                </a:solidFill>
                <a:effectLst/>
                <a:uLnTx/>
                <a:uFillTx/>
                <a:latin typeface="Avenir"/>
                <a:ea typeface="+mn-ea"/>
                <a:cs typeface="+mn-cs"/>
              </a:rPr>
              <a:t>Combatting information overload</a:t>
            </a:r>
          </a:p>
        </p:txBody>
      </p:sp>
      <p:sp>
        <p:nvSpPr>
          <p:cNvPr id="7" name="TextBox 6">
            <a:extLst>
              <a:ext uri="{FF2B5EF4-FFF2-40B4-BE49-F238E27FC236}">
                <a16:creationId xmlns:a16="http://schemas.microsoft.com/office/drawing/2014/main" id="{B3149821-4622-ED61-40D7-901586F267F7}"/>
              </a:ext>
            </a:extLst>
          </p:cNvPr>
          <p:cNvSpPr txBox="1"/>
          <p:nvPr/>
        </p:nvSpPr>
        <p:spPr>
          <a:xfrm>
            <a:off x="458788" y="2511093"/>
            <a:ext cx="5527342" cy="1923604"/>
          </a:xfrm>
          <a:prstGeom prst="rect">
            <a:avLst/>
          </a:prstGeom>
          <a:noFill/>
        </p:spPr>
        <p:txBody>
          <a:bodyPr wrap="square">
            <a:spAutoFit/>
          </a:bodyPr>
          <a:lstStyle/>
          <a:p>
            <a:pPr marL="457200" marR="0" lvl="0" indent="-457200"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2600" b="0" i="0" u="none" strike="noStrike" kern="1200" cap="none" spc="0" normalizeH="0" baseline="0" noProof="0" dirty="0">
                <a:ln>
                  <a:noFill/>
                </a:ln>
                <a:solidFill>
                  <a:prstClr val="black"/>
                </a:solidFill>
                <a:effectLst/>
                <a:uLnTx/>
                <a:uFillTx/>
                <a:latin typeface="Avenir"/>
                <a:ea typeface="+mn-ea"/>
                <a:cs typeface="+mn-cs"/>
              </a:rPr>
              <a:t>Making information easy to find</a:t>
            </a:r>
          </a:p>
          <a:p>
            <a:pPr marL="457200" marR="0" lvl="0" indent="-457200"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2600" b="0" i="0" u="none" strike="noStrike" kern="1200" cap="none" spc="0" normalizeH="0" baseline="0" noProof="0" dirty="0">
                <a:ln>
                  <a:noFill/>
                </a:ln>
                <a:solidFill>
                  <a:prstClr val="black"/>
                </a:solidFill>
                <a:effectLst/>
                <a:uLnTx/>
                <a:uFillTx/>
                <a:latin typeface="Avenir"/>
                <a:ea typeface="+mn-ea"/>
                <a:cs typeface="+mn-cs"/>
              </a:rPr>
              <a:t>Providing information scent</a:t>
            </a:r>
          </a:p>
          <a:p>
            <a:pPr marL="457200" marR="0" lvl="0" indent="-457200"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2600" b="0" i="0" u="none" strike="noStrike" kern="1200" cap="none" spc="0" normalizeH="0" baseline="0" noProof="0" dirty="0">
                <a:ln>
                  <a:noFill/>
                </a:ln>
                <a:solidFill>
                  <a:prstClr val="black"/>
                </a:solidFill>
                <a:effectLst/>
                <a:uLnTx/>
                <a:uFillTx/>
                <a:latin typeface="Avenir"/>
                <a:ea typeface="+mn-ea"/>
                <a:cs typeface="+mn-cs"/>
              </a:rPr>
              <a:t>Supporting browsing</a:t>
            </a:r>
          </a:p>
          <a:p>
            <a:pPr marL="457200" marR="0" lvl="0" indent="-457200"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kumimoji="0" lang="en-US" sz="2600" b="0" i="0" u="none" strike="noStrike" kern="1200" cap="none" spc="0" normalizeH="0" baseline="0" noProof="0" dirty="0">
                <a:ln>
                  <a:noFill/>
                </a:ln>
                <a:solidFill>
                  <a:prstClr val="black"/>
                </a:solidFill>
                <a:effectLst/>
                <a:uLnTx/>
                <a:uFillTx/>
                <a:latin typeface="Avenir"/>
                <a:ea typeface="+mn-ea"/>
                <a:cs typeface="+mn-cs"/>
              </a:rPr>
              <a:t>Supporting search</a:t>
            </a:r>
          </a:p>
        </p:txBody>
      </p:sp>
      <p:sp>
        <p:nvSpPr>
          <p:cNvPr id="9" name="TextBox 8">
            <a:extLst>
              <a:ext uri="{FF2B5EF4-FFF2-40B4-BE49-F238E27FC236}">
                <a16:creationId xmlns:a16="http://schemas.microsoft.com/office/drawing/2014/main" id="{2F12B868-B281-4A5A-7965-1AD60484537E}"/>
              </a:ext>
            </a:extLst>
          </p:cNvPr>
          <p:cNvSpPr txBox="1"/>
          <p:nvPr/>
        </p:nvSpPr>
        <p:spPr>
          <a:xfrm>
            <a:off x="458788" y="4840544"/>
            <a:ext cx="10875519" cy="338554"/>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Avenir"/>
                <a:ea typeface="+mn-ea"/>
                <a:cs typeface="+mn-cs"/>
              </a:rPr>
              <a:t>Gabriel-Petit, P. (2025). Chapter 1: What is Information Architecture?. In </a:t>
            </a:r>
            <a:r>
              <a:rPr kumimoji="0" lang="en-US" sz="1600" b="0" i="1" u="none" strike="noStrike" kern="1200" cap="none" spc="0" normalizeH="0" baseline="0" noProof="0" dirty="0">
                <a:ln>
                  <a:noFill/>
                </a:ln>
                <a:solidFill>
                  <a:prstClr val="black"/>
                </a:solidFill>
                <a:effectLst/>
                <a:uLnTx/>
                <a:uFillTx/>
                <a:latin typeface="Avenir"/>
                <a:ea typeface="+mn-ea"/>
                <a:cs typeface="+mn-cs"/>
              </a:rPr>
              <a:t>Designing Information Architecture</a:t>
            </a:r>
            <a:r>
              <a:rPr kumimoji="0" lang="en-US" sz="1600" b="0" i="0" u="none" strike="noStrike" kern="1200" cap="none" spc="0" normalizeH="0" baseline="0" noProof="0" dirty="0">
                <a:ln>
                  <a:noFill/>
                </a:ln>
                <a:solidFill>
                  <a:prstClr val="black"/>
                </a:solidFill>
                <a:effectLst/>
                <a:uLnTx/>
                <a:uFillTx/>
                <a:latin typeface="Avenir"/>
                <a:ea typeface="+mn-ea"/>
                <a:cs typeface="+mn-cs"/>
              </a:rPr>
              <a:t>. </a:t>
            </a:r>
            <a:r>
              <a:rPr kumimoji="0" lang="en-US" sz="1600" b="0" i="0" u="none" strike="noStrike" kern="1200" cap="none" spc="0" normalizeH="0" baseline="0" noProof="0" dirty="0" err="1">
                <a:ln>
                  <a:noFill/>
                </a:ln>
                <a:solidFill>
                  <a:prstClr val="black"/>
                </a:solidFill>
                <a:effectLst/>
                <a:uLnTx/>
                <a:uFillTx/>
                <a:latin typeface="Avenir"/>
                <a:ea typeface="+mn-ea"/>
                <a:cs typeface="+mn-cs"/>
              </a:rPr>
              <a:t>Packt</a:t>
            </a:r>
            <a:r>
              <a:rPr kumimoji="0" lang="en-US" sz="1600" b="0" i="0" u="none" strike="noStrike" kern="1200" cap="none" spc="0" normalizeH="0" baseline="0" noProof="0" dirty="0">
                <a:ln>
                  <a:noFill/>
                </a:ln>
                <a:solidFill>
                  <a:prstClr val="black"/>
                </a:solidFill>
                <a:effectLst/>
                <a:uLnTx/>
                <a:uFillTx/>
                <a:latin typeface="Avenir"/>
                <a:ea typeface="+mn-ea"/>
                <a:cs typeface="+mn-cs"/>
              </a:rPr>
              <a:t> Publishing.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33.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CDA0977F-03EB-B954-BF3D-DD2433A69A5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ECD060E-D3D4-E98A-9E19-696B824550E1}"/>
              </a:ext>
            </a:extLst>
          </p:cNvPr>
          <p:cNvSpPr>
            <a:spLocks noGrp="1"/>
          </p:cNvSpPr>
          <p:nvPr>
            <p:ph type="title"/>
          </p:nvPr>
        </p:nvSpPr>
        <p:spPr>
          <a:xfrm>
            <a:off x="458788" y="274638"/>
            <a:ext cx="11274552" cy="1143000"/>
          </a:xfrm>
        </p:spPr>
        <p:txBody>
          <a:bodyPr vert="horz" lIns="0" tIns="45720" rIns="10" bIns="45720" rtlCol="0" anchor="ctr">
            <a:noAutofit/>
          </a:bodyPr>
          <a:lstStyle/>
          <a:p>
            <a:pPr algn="l"/>
            <a:r>
              <a:rPr lang="en-US" dirty="0"/>
              <a:t>IA: Information “ scent” ?</a:t>
            </a:r>
            <a:endParaRPr dirty="0"/>
          </a:p>
        </p:txBody>
      </p:sp>
      <p:sp>
        <p:nvSpPr>
          <p:cNvPr id="9" name="TextBox 8">
            <a:extLst>
              <a:ext uri="{FF2B5EF4-FFF2-40B4-BE49-F238E27FC236}">
                <a16:creationId xmlns:a16="http://schemas.microsoft.com/office/drawing/2014/main" id="{FD474100-1451-4C14-E5AD-760E88A029EA}"/>
              </a:ext>
            </a:extLst>
          </p:cNvPr>
          <p:cNvSpPr txBox="1"/>
          <p:nvPr/>
        </p:nvSpPr>
        <p:spPr>
          <a:xfrm>
            <a:off x="856233" y="5364126"/>
            <a:ext cx="10875519" cy="58477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Avenir"/>
                <a:ea typeface="+mn-ea"/>
                <a:cs typeface="+mn-cs"/>
              </a:rPr>
              <a:t>1. Pirolli, P., &amp; Card, S. (1999). Information foraging theory. </a:t>
            </a:r>
            <a:r>
              <a:rPr kumimoji="0" lang="en-US" sz="1600" b="0" i="1" u="none" strike="noStrike" kern="1200" cap="none" spc="0" normalizeH="0" baseline="0" noProof="0" dirty="0">
                <a:ln>
                  <a:noFill/>
                </a:ln>
                <a:solidFill>
                  <a:prstClr val="black"/>
                </a:solidFill>
                <a:effectLst/>
                <a:uLnTx/>
                <a:uFillTx/>
                <a:latin typeface="Avenir"/>
                <a:ea typeface="+mn-ea"/>
                <a:cs typeface="+mn-cs"/>
              </a:rPr>
              <a:t>Psychological Review, 106</a:t>
            </a:r>
            <a:r>
              <a:rPr kumimoji="0" lang="en-US" sz="1600" b="0" i="0" u="none" strike="noStrike" kern="1200" cap="none" spc="0" normalizeH="0" baseline="0" noProof="0" dirty="0">
                <a:ln>
                  <a:noFill/>
                </a:ln>
                <a:solidFill>
                  <a:prstClr val="black"/>
                </a:solidFill>
                <a:effectLst/>
                <a:uLnTx/>
                <a:uFillTx/>
                <a:latin typeface="Avenir"/>
                <a:ea typeface="+mn-ea"/>
                <a:cs typeface="+mn-cs"/>
              </a:rPr>
              <a:t>(4)</a:t>
            </a:r>
            <a:r>
              <a:rPr kumimoji="0" lang="en-US" sz="1600" b="0" i="1" u="none" strike="noStrike" kern="1200" cap="none" spc="0" normalizeH="0" baseline="0" noProof="0" dirty="0">
                <a:ln>
                  <a:noFill/>
                </a:ln>
                <a:solidFill>
                  <a:prstClr val="black"/>
                </a:solidFill>
                <a:effectLst/>
                <a:uLnTx/>
                <a:uFillTx/>
                <a:latin typeface="Avenir"/>
                <a:ea typeface="+mn-ea"/>
                <a:cs typeface="+mn-cs"/>
              </a:rPr>
              <a:t>, </a:t>
            </a:r>
            <a:r>
              <a:rPr kumimoji="0" lang="en-US" sz="1600" b="0" i="0" u="none" strike="noStrike" kern="1200" cap="none" spc="0" normalizeH="0" baseline="0" noProof="0" dirty="0">
                <a:ln>
                  <a:noFill/>
                </a:ln>
                <a:solidFill>
                  <a:prstClr val="black"/>
                </a:solidFill>
                <a:effectLst/>
                <a:uLnTx/>
                <a:uFillTx/>
                <a:latin typeface="Avenir"/>
                <a:ea typeface="+mn-ea"/>
                <a:cs typeface="+mn-cs"/>
              </a:rPr>
              <a:t>643‑675. </a:t>
            </a:r>
            <a:r>
              <a:rPr kumimoji="0" lang="en-US" sz="1600" b="0" i="0" u="sng" strike="noStrike" kern="1200" cap="none" spc="0" normalizeH="0" baseline="0" noProof="0" dirty="0">
                <a:ln>
                  <a:noFill/>
                </a:ln>
                <a:solidFill>
                  <a:prstClr val="black"/>
                </a:solidFill>
                <a:effectLst/>
                <a:uLnTx/>
                <a:uFillTx/>
                <a:latin typeface="Avenir"/>
                <a:ea typeface="+mn-ea"/>
                <a:cs typeface="+mn-cs"/>
                <a:hlinkClick r:id="rId4"/>
              </a:rPr>
              <a:t>https://doi.org/10.1037/0033-295x.106.4.643</a:t>
            </a:r>
            <a:endParaRPr kumimoji="0" lang="en-US" sz="1600" b="0" i="0" u="none" strike="noStrike" kern="1200" cap="none" spc="0" normalizeH="0" baseline="0" noProof="0" dirty="0">
              <a:ln>
                <a:noFill/>
              </a:ln>
              <a:solidFill>
                <a:prstClr val="black"/>
              </a:solidFill>
              <a:effectLst/>
              <a:uLnTx/>
              <a:uFillTx/>
              <a:latin typeface="Avenir"/>
              <a:ea typeface="+mn-ea"/>
              <a:cs typeface="+mn-cs"/>
            </a:endParaRPr>
          </a:p>
        </p:txBody>
      </p:sp>
      <p:sp>
        <p:nvSpPr>
          <p:cNvPr id="8" name="Content Placeholder 2">
            <a:extLst>
              <a:ext uri="{FF2B5EF4-FFF2-40B4-BE49-F238E27FC236}">
                <a16:creationId xmlns:a16="http://schemas.microsoft.com/office/drawing/2014/main" id="{18D40261-68EA-9417-72F3-943DB6FAAC36}"/>
              </a:ext>
            </a:extLst>
          </p:cNvPr>
          <p:cNvSpPr>
            <a:spLocks noGrp="1"/>
          </p:cNvSpPr>
          <p:nvPr>
            <p:ph idx="1"/>
          </p:nvPr>
        </p:nvSpPr>
        <p:spPr>
          <a:xfrm>
            <a:off x="457200" y="1493874"/>
            <a:ext cx="11274552" cy="3772739"/>
          </a:xfrm>
        </p:spPr>
        <p:txBody>
          <a:bodyPr wrap="square" lIns="0" rIns="10">
            <a:noAutofit/>
          </a:bodyPr>
          <a:lstStyle/>
          <a:p>
            <a:r>
              <a:rPr sz="2700" dirty="0"/>
              <a:t>A concept from Peter Pirolli's and Stuart Card's information foraging theory.</a:t>
            </a:r>
          </a:p>
          <a:p>
            <a:r>
              <a:rPr sz="2700" dirty="0"/>
              <a:t>In short, IF theory offers a more nuanced model of how user's interact with information environments to search for, access, and interpret information from documents than the crude information retrieval and decision science models before it.</a:t>
            </a:r>
          </a:p>
          <a:p>
            <a:r>
              <a:rPr sz="2700" dirty="0"/>
              <a:t>Information scent is the perceived "trail" or "hints" that a user d</a:t>
            </a:r>
            <a:r>
              <a:rPr lang="en-US" sz="2700" dirty="0"/>
              <a:t>e</a:t>
            </a:r>
            <a:r>
              <a:rPr sz="2700" dirty="0"/>
              <a:t>tects as they scan an information element (link, title, snippet, thumbnail) that indicates the likelihood of their reaching useful content.</a:t>
            </a:r>
            <a:r>
              <a:rPr lang="en-US" sz="2700" dirty="0"/>
              <a:t> [1]</a:t>
            </a:r>
            <a:endParaRPr sz="2700" dirty="0"/>
          </a:p>
        </p:txBody>
      </p:sp>
    </p:spTree>
    <p:extLst>
      <p:ext uri="{BB962C8B-B14F-4D97-AF65-F5344CB8AC3E}">
        <p14:creationId xmlns:p14="http://schemas.microsoft.com/office/powerpoint/2010/main" val="12114448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83611999-D2D9-806B-69FB-912BE2877C3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D9640C9-FC9B-4DCE-0DDA-64E54F06143C}"/>
              </a:ext>
            </a:extLst>
          </p:cNvPr>
          <p:cNvSpPr>
            <a:spLocks noGrp="1"/>
          </p:cNvSpPr>
          <p:nvPr>
            <p:ph type="title"/>
          </p:nvPr>
        </p:nvSpPr>
        <p:spPr>
          <a:xfrm>
            <a:off x="458788" y="274638"/>
            <a:ext cx="11274552" cy="1143000"/>
          </a:xfrm>
        </p:spPr>
        <p:txBody>
          <a:bodyPr vert="horz" lIns="0" tIns="45720" rIns="10" bIns="45720" rtlCol="0" anchor="ctr">
            <a:noAutofit/>
          </a:bodyPr>
          <a:lstStyle/>
          <a:p>
            <a:pPr algn="l"/>
            <a:r>
              <a:rPr lang="en-US" dirty="0"/>
              <a:t>IA: Information “ scent” , cont’d</a:t>
            </a:r>
            <a:endParaRPr dirty="0"/>
          </a:p>
        </p:txBody>
      </p:sp>
      <p:sp>
        <p:nvSpPr>
          <p:cNvPr id="9" name="TextBox 8">
            <a:extLst>
              <a:ext uri="{FF2B5EF4-FFF2-40B4-BE49-F238E27FC236}">
                <a16:creationId xmlns:a16="http://schemas.microsoft.com/office/drawing/2014/main" id="{AC932364-2CAB-6800-7767-3E116206D7EE}"/>
              </a:ext>
            </a:extLst>
          </p:cNvPr>
          <p:cNvSpPr txBox="1"/>
          <p:nvPr/>
        </p:nvSpPr>
        <p:spPr>
          <a:xfrm>
            <a:off x="457200" y="4704923"/>
            <a:ext cx="10875519" cy="58477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Avenir"/>
                <a:ea typeface="+mn-ea"/>
                <a:cs typeface="+mn-cs"/>
              </a:rPr>
              <a:t>Pirolli, P., &amp; Card, S. (1999). Information foraging theory. </a:t>
            </a:r>
            <a:r>
              <a:rPr kumimoji="0" lang="en-US" sz="1600" b="0" i="1" u="none" strike="noStrike" kern="1200" cap="none" spc="0" normalizeH="0" baseline="0" noProof="0" dirty="0">
                <a:ln>
                  <a:noFill/>
                </a:ln>
                <a:solidFill>
                  <a:prstClr val="black"/>
                </a:solidFill>
                <a:effectLst/>
                <a:uLnTx/>
                <a:uFillTx/>
                <a:latin typeface="Avenir"/>
                <a:ea typeface="+mn-ea"/>
                <a:cs typeface="+mn-cs"/>
              </a:rPr>
              <a:t>Psychological Review, 106</a:t>
            </a:r>
            <a:r>
              <a:rPr kumimoji="0" lang="en-US" sz="1600" b="0" i="0" u="none" strike="noStrike" kern="1200" cap="none" spc="0" normalizeH="0" baseline="0" noProof="0" dirty="0">
                <a:ln>
                  <a:noFill/>
                </a:ln>
                <a:solidFill>
                  <a:prstClr val="black"/>
                </a:solidFill>
                <a:effectLst/>
                <a:uLnTx/>
                <a:uFillTx/>
                <a:latin typeface="Avenir"/>
                <a:ea typeface="+mn-ea"/>
                <a:cs typeface="+mn-cs"/>
              </a:rPr>
              <a:t>(4)</a:t>
            </a:r>
            <a:r>
              <a:rPr kumimoji="0" lang="en-US" sz="1600" b="0" i="1" u="none" strike="noStrike" kern="1200" cap="none" spc="0" normalizeH="0" baseline="0" noProof="0" dirty="0">
                <a:ln>
                  <a:noFill/>
                </a:ln>
                <a:solidFill>
                  <a:prstClr val="black"/>
                </a:solidFill>
                <a:effectLst/>
                <a:uLnTx/>
                <a:uFillTx/>
                <a:latin typeface="Avenir"/>
                <a:ea typeface="+mn-ea"/>
                <a:cs typeface="+mn-cs"/>
              </a:rPr>
              <a:t>, </a:t>
            </a:r>
            <a:r>
              <a:rPr kumimoji="0" lang="en-US" sz="1600" b="0" i="0" u="none" strike="noStrike" kern="1200" cap="none" spc="0" normalizeH="0" baseline="0" noProof="0" dirty="0">
                <a:ln>
                  <a:noFill/>
                </a:ln>
                <a:solidFill>
                  <a:prstClr val="black"/>
                </a:solidFill>
                <a:effectLst/>
                <a:uLnTx/>
                <a:uFillTx/>
                <a:latin typeface="Avenir"/>
                <a:ea typeface="+mn-ea"/>
                <a:cs typeface="+mn-cs"/>
              </a:rPr>
              <a:t>643‑675. </a:t>
            </a:r>
            <a:r>
              <a:rPr kumimoji="0" lang="en-US" sz="1600" b="0" i="0" u="sng" strike="noStrike" kern="1200" cap="none" spc="0" normalizeH="0" baseline="0" noProof="0" dirty="0">
                <a:ln>
                  <a:noFill/>
                </a:ln>
                <a:solidFill>
                  <a:prstClr val="black"/>
                </a:solidFill>
                <a:effectLst/>
                <a:uLnTx/>
                <a:uFillTx/>
                <a:latin typeface="Avenir"/>
                <a:ea typeface="+mn-ea"/>
                <a:cs typeface="+mn-cs"/>
                <a:hlinkClick r:id="rId4"/>
              </a:rPr>
              <a:t>https://doi.org/10.1037/0033-295x.106.4.643</a:t>
            </a:r>
            <a:endParaRPr kumimoji="0" lang="en-US" sz="1600" b="0" i="0" u="none" strike="noStrike" kern="1200" cap="none" spc="0" normalizeH="0" baseline="0" noProof="0" dirty="0">
              <a:ln>
                <a:noFill/>
              </a:ln>
              <a:solidFill>
                <a:prstClr val="black"/>
              </a:solidFill>
              <a:effectLst/>
              <a:uLnTx/>
              <a:uFillTx/>
              <a:latin typeface="Avenir"/>
              <a:ea typeface="+mn-ea"/>
              <a:cs typeface="+mn-cs"/>
            </a:endParaRPr>
          </a:p>
        </p:txBody>
      </p:sp>
      <p:sp>
        <p:nvSpPr>
          <p:cNvPr id="8" name="Content Placeholder 2">
            <a:extLst>
              <a:ext uri="{FF2B5EF4-FFF2-40B4-BE49-F238E27FC236}">
                <a16:creationId xmlns:a16="http://schemas.microsoft.com/office/drawing/2014/main" id="{A3C4BD6C-CF10-19E2-9803-0548D2B509F0}"/>
              </a:ext>
            </a:extLst>
          </p:cNvPr>
          <p:cNvSpPr>
            <a:spLocks noGrp="1"/>
          </p:cNvSpPr>
          <p:nvPr>
            <p:ph idx="1"/>
          </p:nvPr>
        </p:nvSpPr>
        <p:spPr>
          <a:xfrm>
            <a:off x="457200" y="1493874"/>
            <a:ext cx="11274552" cy="2610293"/>
          </a:xfrm>
        </p:spPr>
        <p:txBody>
          <a:bodyPr wrap="square" lIns="0" rIns="10">
            <a:noAutofit/>
          </a:bodyPr>
          <a:lstStyle/>
          <a:p>
            <a:r>
              <a:rPr lang="en-US" sz="2800" dirty="0"/>
              <a:t>Stronger scent signals increase the user's estimate of the probability that following a cue will lead to their goal-relevant "prey" (i.e., the information they need).</a:t>
            </a:r>
          </a:p>
          <a:p>
            <a:r>
              <a:rPr lang="en-US" sz="2800" dirty="0"/>
              <a:t>Hence, if we do a good job at providing information scent, users will be motivated to follow through the path of clicks, taps, searches, etc., that they need to access information that helps them achieve their goal.</a:t>
            </a:r>
          </a:p>
          <a:p>
            <a:pPr marL="0" indent="0">
              <a:buNone/>
            </a:pPr>
            <a:endParaRPr sz="2700" dirty="0"/>
          </a:p>
        </p:txBody>
      </p:sp>
    </p:spTree>
    <p:extLst>
      <p:ext uri="{BB962C8B-B14F-4D97-AF65-F5344CB8AC3E}">
        <p14:creationId xmlns:p14="http://schemas.microsoft.com/office/powerpoint/2010/main" val="41994985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274706-1F9A-BC3B-A074-2DF1F55568BC}"/>
            </a:ext>
          </a:extLst>
        </p:cNvPr>
        <p:cNvGrpSpPr/>
        <p:nvPr/>
      </p:nvGrpSpPr>
      <p:grpSpPr>
        <a:xfrm>
          <a:off x="0" y="0"/>
          <a:ext cx="0" cy="0"/>
          <a:chOff x="0" y="0"/>
          <a:chExt cx="0" cy="0"/>
        </a:xfrm>
      </p:grpSpPr>
      <p:sp>
        <p:nvSpPr>
          <p:cNvPr id="4098" name="Rectangle 2">
            <a:extLst>
              <a:ext uri="{FF2B5EF4-FFF2-40B4-BE49-F238E27FC236}">
                <a16:creationId xmlns:a16="http://schemas.microsoft.com/office/drawing/2014/main" id="{B338A1E6-0A1B-F6FC-91EF-5432AD450C7A}"/>
              </a:ext>
            </a:extLst>
          </p:cNvPr>
          <p:cNvSpPr>
            <a:spLocks noGrp="1" noChangeArrowheads="1"/>
          </p:cNvSpPr>
          <p:nvPr>
            <p:ph type="title" idx="4294967295"/>
          </p:nvPr>
        </p:nvSpPr>
        <p:spPr>
          <a:xfrm>
            <a:off x="1282700" y="568325"/>
            <a:ext cx="9321800" cy="768350"/>
          </a:xfrm>
        </p:spPr>
        <p:txBody>
          <a:bodyPr>
            <a:normAutofit/>
          </a:bodyPr>
          <a:lstStyle/>
          <a:p>
            <a:pPr>
              <a:defRPr/>
            </a:pPr>
            <a:r>
              <a:rPr lang="en-US" sz="4000" b="1" dirty="0"/>
              <a:t>Types of Information Seeking</a:t>
            </a:r>
          </a:p>
        </p:txBody>
      </p:sp>
      <p:graphicFrame>
        <p:nvGraphicFramePr>
          <p:cNvPr id="4112" name="Rectangle 3">
            <a:extLst>
              <a:ext uri="{FF2B5EF4-FFF2-40B4-BE49-F238E27FC236}">
                <a16:creationId xmlns:a16="http://schemas.microsoft.com/office/drawing/2014/main" id="{6E6EE323-A59C-0D2C-D474-260C7680E8E3}"/>
              </a:ext>
            </a:extLst>
          </p:cNvPr>
          <p:cNvGraphicFramePr>
            <a:graphicFrameLocks noGrp="1"/>
          </p:cNvGraphicFramePr>
          <p:nvPr>
            <p:ph idx="4294967295"/>
          </p:nvPr>
        </p:nvGraphicFramePr>
        <p:xfrm>
          <a:off x="1282700" y="1752600"/>
          <a:ext cx="8178800" cy="428942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TextBox 2">
            <a:extLst>
              <a:ext uri="{FF2B5EF4-FFF2-40B4-BE49-F238E27FC236}">
                <a16:creationId xmlns:a16="http://schemas.microsoft.com/office/drawing/2014/main" id="{B57B4B9F-B164-CF85-DB49-CA0BFD142787}"/>
              </a:ext>
            </a:extLst>
          </p:cNvPr>
          <p:cNvSpPr txBox="1"/>
          <p:nvPr/>
        </p:nvSpPr>
        <p:spPr>
          <a:xfrm>
            <a:off x="10065783" y="2743150"/>
            <a:ext cx="1687033" cy="2308324"/>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venir"/>
                <a:ea typeface="+mn-ea"/>
                <a:cs typeface="+mn-cs"/>
              </a:rPr>
              <a:t>*Also: </a:t>
            </a:r>
            <a:r>
              <a:rPr kumimoji="0" lang="en-US" sz="1800" b="1" i="0" u="none" strike="noStrike" kern="1200" cap="none" spc="0" normalizeH="0" baseline="0" noProof="0" dirty="0">
                <a:ln>
                  <a:noFill/>
                </a:ln>
                <a:solidFill>
                  <a:prstClr val="black"/>
                </a:solidFill>
                <a:effectLst/>
                <a:uLnTx/>
                <a:uFillTx/>
                <a:latin typeface="Avenir"/>
                <a:ea typeface="+mn-ea"/>
                <a:cs typeface="+mn-cs"/>
              </a:rPr>
              <a:t>Exhaustive research </a:t>
            </a:r>
            <a:r>
              <a:rPr kumimoji="0" lang="en-US" sz="1800" b="0" i="0" u="none" strike="noStrike" kern="1200" cap="none" spc="0" normalizeH="0" baseline="0" noProof="0" dirty="0">
                <a:ln>
                  <a:noFill/>
                </a:ln>
                <a:solidFill>
                  <a:prstClr val="black"/>
                </a:solidFill>
                <a:effectLst/>
                <a:uLnTx/>
                <a:uFillTx/>
                <a:latin typeface="Avenir"/>
                <a:ea typeface="+mn-ea"/>
                <a:cs typeface="+mn-cs"/>
              </a:rPr>
              <a:t>– Users are performing a deep, systematic investigation</a:t>
            </a:r>
          </a:p>
        </p:txBody>
      </p:sp>
      <p:sp>
        <p:nvSpPr>
          <p:cNvPr id="5" name="TextBox 4">
            <a:extLst>
              <a:ext uri="{FF2B5EF4-FFF2-40B4-BE49-F238E27FC236}">
                <a16:creationId xmlns:a16="http://schemas.microsoft.com/office/drawing/2014/main" id="{FBEBC9F1-816B-2740-5F33-71AC4912A50C}"/>
              </a:ext>
            </a:extLst>
          </p:cNvPr>
          <p:cNvSpPr txBox="1"/>
          <p:nvPr/>
        </p:nvSpPr>
        <p:spPr>
          <a:xfrm>
            <a:off x="1282700" y="6288672"/>
            <a:ext cx="10710826" cy="338554"/>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Avenir"/>
                <a:ea typeface="+mn-ea"/>
                <a:cs typeface="+mn-cs"/>
              </a:rPr>
              <a:t>Gabriel-Petit, P. (2025). Chapter 2: How People Seek Information. In </a:t>
            </a:r>
            <a:r>
              <a:rPr kumimoji="0" lang="en-US" sz="1600" b="0" i="1" u="none" strike="noStrike" kern="1200" cap="none" spc="0" normalizeH="0" baseline="0" noProof="0" dirty="0">
                <a:ln>
                  <a:noFill/>
                </a:ln>
                <a:solidFill>
                  <a:prstClr val="black"/>
                </a:solidFill>
                <a:effectLst/>
                <a:uLnTx/>
                <a:uFillTx/>
                <a:latin typeface="Avenir"/>
                <a:ea typeface="+mn-ea"/>
                <a:cs typeface="+mn-cs"/>
              </a:rPr>
              <a:t>Designing Information Architecture</a:t>
            </a:r>
            <a:r>
              <a:rPr kumimoji="0" lang="en-US" sz="1600" b="0" i="0" u="none" strike="noStrike" kern="1200" cap="none" spc="0" normalizeH="0" baseline="0" noProof="0" dirty="0">
                <a:ln>
                  <a:noFill/>
                </a:ln>
                <a:solidFill>
                  <a:prstClr val="black"/>
                </a:solidFill>
                <a:effectLst/>
                <a:uLnTx/>
                <a:uFillTx/>
                <a:latin typeface="Avenir"/>
                <a:ea typeface="+mn-ea"/>
                <a:cs typeface="+mn-cs"/>
              </a:rPr>
              <a:t>. </a:t>
            </a:r>
            <a:r>
              <a:rPr kumimoji="0" lang="en-US" sz="1600" b="0" i="0" u="none" strike="noStrike" kern="1200" cap="none" spc="0" normalizeH="0" baseline="0" noProof="0" dirty="0" err="1">
                <a:ln>
                  <a:noFill/>
                </a:ln>
                <a:solidFill>
                  <a:prstClr val="black"/>
                </a:solidFill>
                <a:effectLst/>
                <a:uLnTx/>
                <a:uFillTx/>
                <a:latin typeface="Avenir"/>
                <a:ea typeface="+mn-ea"/>
                <a:cs typeface="+mn-cs"/>
              </a:rPr>
              <a:t>Packt</a:t>
            </a:r>
            <a:r>
              <a:rPr kumimoji="0" lang="en-US" sz="1600" b="0" i="0" u="none" strike="noStrike" kern="1200" cap="none" spc="0" normalizeH="0" baseline="0" noProof="0" dirty="0">
                <a:ln>
                  <a:noFill/>
                </a:ln>
                <a:solidFill>
                  <a:prstClr val="black"/>
                </a:solidFill>
                <a:effectLst/>
                <a:uLnTx/>
                <a:uFillTx/>
                <a:latin typeface="Avenir"/>
                <a:ea typeface="+mn-ea"/>
                <a:cs typeface="+mn-cs"/>
              </a:rPr>
              <a:t> Publishing.</a:t>
            </a:r>
          </a:p>
        </p:txBody>
      </p:sp>
    </p:spTree>
    <p:extLst>
      <p:ext uri="{BB962C8B-B14F-4D97-AF65-F5344CB8AC3E}">
        <p14:creationId xmlns:p14="http://schemas.microsoft.com/office/powerpoint/2010/main" val="28011162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282B60-E195-95BF-E099-4DDCFA9ED3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50147AB-26F2-7C79-19E7-28C8BFB73D8D}"/>
              </a:ext>
            </a:extLst>
          </p:cNvPr>
          <p:cNvSpPr>
            <a:spLocks noGrp="1"/>
          </p:cNvSpPr>
          <p:nvPr>
            <p:ph type="title"/>
          </p:nvPr>
        </p:nvSpPr>
        <p:spPr>
          <a:xfrm>
            <a:off x="458788" y="274638"/>
            <a:ext cx="11274552" cy="1143000"/>
          </a:xfrm>
        </p:spPr>
        <p:txBody>
          <a:bodyPr vert="horz" lIns="0" tIns="45720" rIns="10" bIns="45720" rtlCol="0" anchor="ctr">
            <a:noAutofit/>
          </a:bodyPr>
          <a:lstStyle/>
          <a:p>
            <a:pPr algn="l"/>
            <a:r>
              <a:rPr lang="en-US" dirty="0"/>
              <a:t>IA: Information-Seeking Strategies</a:t>
            </a:r>
            <a:endParaRPr dirty="0"/>
          </a:p>
        </p:txBody>
      </p:sp>
      <p:sp>
        <p:nvSpPr>
          <p:cNvPr id="3" name="Content Placeholder 2">
            <a:extLst>
              <a:ext uri="{FF2B5EF4-FFF2-40B4-BE49-F238E27FC236}">
                <a16:creationId xmlns:a16="http://schemas.microsoft.com/office/drawing/2014/main" id="{92375065-80C2-7C87-61D1-60FB741CBFD3}"/>
              </a:ext>
            </a:extLst>
          </p:cNvPr>
          <p:cNvSpPr>
            <a:spLocks noGrp="1"/>
          </p:cNvSpPr>
          <p:nvPr>
            <p:ph idx="1"/>
          </p:nvPr>
        </p:nvSpPr>
        <p:spPr>
          <a:xfrm>
            <a:off x="1052622" y="1417638"/>
            <a:ext cx="7187611" cy="4058129"/>
          </a:xfrm>
        </p:spPr>
        <p:txBody>
          <a:bodyPr vert="horz" wrap="square" lIns="0" tIns="45720" rIns="10" bIns="45720" rtlCol="0">
            <a:noAutofit/>
          </a:bodyPr>
          <a:lstStyle/>
          <a:p>
            <a:pPr marL="0" indent="0">
              <a:buNone/>
            </a:pPr>
            <a:r>
              <a:rPr lang="en-US" b="1" dirty="0"/>
              <a:t>As Gabriel-Petit (2025) puts it:</a:t>
            </a:r>
            <a:endParaRPr b="1" dirty="0"/>
          </a:p>
          <a:p>
            <a:pPr marL="0" indent="0">
              <a:buNone/>
            </a:pPr>
            <a:r>
              <a:rPr lang="en-US" i="1" dirty="0">
                <a:solidFill>
                  <a:schemeClr val="accent5">
                    <a:lumMod val="75000"/>
                  </a:schemeClr>
                </a:solidFill>
              </a:rPr>
              <a:t>Any effective information architecture supports two key information-seeking strategies: browsing and searching. Information-seeking strategies comprise combinations of tactics and behaviors, and there are many variations of these two basic approaches to looking for information.</a:t>
            </a:r>
          </a:p>
        </p:txBody>
      </p:sp>
      <p:grpSp>
        <p:nvGrpSpPr>
          <p:cNvPr id="8" name="Group 7">
            <a:extLst>
              <a:ext uri="{FF2B5EF4-FFF2-40B4-BE49-F238E27FC236}">
                <a16:creationId xmlns:a16="http://schemas.microsoft.com/office/drawing/2014/main" id="{A0903867-2783-782F-FA4E-14705FF3F5DA}"/>
              </a:ext>
            </a:extLst>
          </p:cNvPr>
          <p:cNvGrpSpPr/>
          <p:nvPr/>
        </p:nvGrpSpPr>
        <p:grpSpPr>
          <a:xfrm>
            <a:off x="8368995" y="1190845"/>
            <a:ext cx="3509756" cy="4849197"/>
            <a:chOff x="8368996" y="1339701"/>
            <a:chExt cx="3175876" cy="4849197"/>
          </a:xfrm>
        </p:grpSpPr>
        <p:sp>
          <p:nvSpPr>
            <p:cNvPr id="7" name="Rectangle: Rounded Corners 6">
              <a:extLst>
                <a:ext uri="{FF2B5EF4-FFF2-40B4-BE49-F238E27FC236}">
                  <a16:creationId xmlns:a16="http://schemas.microsoft.com/office/drawing/2014/main" id="{17B7ED79-562F-1244-8911-DCFE2A39EA61}"/>
                </a:ext>
              </a:extLst>
            </p:cNvPr>
            <p:cNvSpPr/>
            <p:nvPr/>
          </p:nvSpPr>
          <p:spPr>
            <a:xfrm>
              <a:off x="8368996" y="1339701"/>
              <a:ext cx="3175876" cy="4748041"/>
            </a:xfrm>
            <a:prstGeom prst="roundRect">
              <a:avLst>
                <a:gd name="adj" fmla="val 7962"/>
              </a:avLst>
            </a:prstGeom>
            <a:solidFill>
              <a:schemeClr val="accent1">
                <a:lumMod val="20000"/>
                <a:lumOff val="80000"/>
              </a:schemeClr>
            </a:solidFill>
            <a:ln>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a:ea typeface="+mn-ea"/>
                <a:cs typeface="+mn-cs"/>
              </a:endParaRPr>
            </a:p>
          </p:txBody>
        </p:sp>
        <p:sp>
          <p:nvSpPr>
            <p:cNvPr id="5" name="TextBox 4">
              <a:extLst>
                <a:ext uri="{FF2B5EF4-FFF2-40B4-BE49-F238E27FC236}">
                  <a16:creationId xmlns:a16="http://schemas.microsoft.com/office/drawing/2014/main" id="{D55AF7A7-CD95-4868-4AA1-DFFDCD7233ED}"/>
                </a:ext>
              </a:extLst>
            </p:cNvPr>
            <p:cNvSpPr txBox="1"/>
            <p:nvPr/>
          </p:nvSpPr>
          <p:spPr>
            <a:xfrm>
              <a:off x="8368996" y="1418361"/>
              <a:ext cx="3175876" cy="4770537"/>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1200"/>
                </a:spcAft>
                <a:buClrTx/>
                <a:buSzTx/>
                <a:buFontTx/>
                <a:buNone/>
                <a:tabLst/>
                <a:defRPr/>
              </a:pPr>
              <a:r>
                <a:rPr kumimoji="0" lang="en-US" sz="2200" b="1" i="0" u="none" strike="noStrike" kern="1200" cap="none" spc="0" normalizeH="0" baseline="0" noProof="0" dirty="0">
                  <a:ln>
                    <a:noFill/>
                  </a:ln>
                  <a:solidFill>
                    <a:srgbClr val="7B9FAB">
                      <a:lumMod val="75000"/>
                    </a:srgbClr>
                  </a:solidFill>
                  <a:effectLst/>
                  <a:uLnTx/>
                  <a:uFillTx/>
                  <a:latin typeface="Avenir"/>
                  <a:ea typeface="+mn-ea"/>
                  <a:cs typeface="+mn-cs"/>
                </a:rPr>
                <a:t>Information Seeking Process</a:t>
              </a:r>
            </a:p>
            <a:p>
              <a:pPr marL="285750" marR="0" lvl="0" indent="-285750" algn="l" defTabSz="914400" rtl="0" eaLnBrk="1" fontAlgn="auto" latinLnBrk="0" hangingPunct="1">
                <a:lnSpc>
                  <a:spcPct val="100000"/>
                </a:lnSpc>
                <a:spcBef>
                  <a:spcPts val="0"/>
                </a:spcBef>
                <a:spcAft>
                  <a:spcPts val="1200"/>
                </a:spcAft>
                <a:buClrTx/>
                <a:buSzTx/>
                <a:buFont typeface="Arial" panose="020B0604020202020204" pitchFamily="34" charset="0"/>
                <a:buChar char="•"/>
                <a:tabLst/>
                <a:defRPr/>
              </a:pPr>
              <a:r>
                <a:rPr kumimoji="0" lang="en-US" sz="2200" b="0" i="0" u="none" strike="noStrike" kern="1200" cap="none" spc="0" normalizeH="0" baseline="0" noProof="0" dirty="0">
                  <a:ln>
                    <a:noFill/>
                  </a:ln>
                  <a:solidFill>
                    <a:prstClr val="black"/>
                  </a:solidFill>
                  <a:effectLst/>
                  <a:uLnTx/>
                  <a:uFillTx/>
                  <a:latin typeface="Avenir"/>
                  <a:ea typeface="+mn-ea"/>
                  <a:cs typeface="+mn-cs"/>
                </a:rPr>
                <a:t>Information-seeking often highly iterative</a:t>
              </a:r>
            </a:p>
            <a:p>
              <a:pPr marL="285750" marR="0" lvl="0" indent="-285750" algn="l" defTabSz="914400" rtl="0" eaLnBrk="1" fontAlgn="auto" latinLnBrk="0" hangingPunct="1">
                <a:lnSpc>
                  <a:spcPct val="100000"/>
                </a:lnSpc>
                <a:spcBef>
                  <a:spcPts val="0"/>
                </a:spcBef>
                <a:spcAft>
                  <a:spcPts val="1200"/>
                </a:spcAft>
                <a:buClrTx/>
                <a:buSzTx/>
                <a:buFont typeface="Arial" panose="020B0604020202020204" pitchFamily="34" charset="0"/>
                <a:buChar char="•"/>
                <a:tabLst/>
                <a:defRPr/>
              </a:pPr>
              <a:r>
                <a:rPr kumimoji="0" lang="en-US" sz="2200" b="0" i="0" u="none" strike="noStrike" kern="1200" cap="none" spc="0" normalizeH="0" baseline="0" noProof="0" dirty="0">
                  <a:ln>
                    <a:noFill/>
                  </a:ln>
                  <a:solidFill>
                    <a:prstClr val="black"/>
                  </a:solidFill>
                  <a:effectLst/>
                  <a:uLnTx/>
                  <a:uFillTx/>
                  <a:latin typeface="Avenir"/>
                  <a:ea typeface="+mn-ea"/>
                  <a:cs typeface="+mn-cs"/>
                </a:rPr>
                <a:t>User's information needs evolve across iterations</a:t>
              </a:r>
            </a:p>
            <a:p>
              <a:pPr marL="285750" marR="0" lvl="0" indent="-285750" algn="l" defTabSz="914400" rtl="0" eaLnBrk="1" fontAlgn="auto" latinLnBrk="0" hangingPunct="1">
                <a:lnSpc>
                  <a:spcPct val="100000"/>
                </a:lnSpc>
                <a:spcBef>
                  <a:spcPts val="0"/>
                </a:spcBef>
                <a:spcAft>
                  <a:spcPts val="1200"/>
                </a:spcAft>
                <a:buClrTx/>
                <a:buSzTx/>
                <a:buFont typeface="Arial" panose="020B0604020202020204" pitchFamily="34" charset="0"/>
                <a:buChar char="•"/>
                <a:tabLst/>
                <a:defRPr/>
              </a:pPr>
              <a:r>
                <a:rPr kumimoji="0" lang="en-US" sz="2200" b="0" i="0" u="none" strike="noStrike" kern="1200" cap="none" spc="0" normalizeH="0" baseline="0" noProof="0" dirty="0">
                  <a:ln>
                    <a:noFill/>
                  </a:ln>
                  <a:solidFill>
                    <a:prstClr val="black"/>
                  </a:solidFill>
                  <a:effectLst/>
                  <a:uLnTx/>
                  <a:uFillTx/>
                  <a:latin typeface="Avenir"/>
                  <a:ea typeface="+mn-ea"/>
                  <a:cs typeface="+mn-cs"/>
                </a:rPr>
                <a:t>User may adopt different I-S strategies, tactics, behaviors.</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200" b="0" i="0" u="none" strike="noStrike" kern="1200" cap="none" spc="0" normalizeH="0" baseline="0" noProof="0" dirty="0">
                  <a:ln>
                    <a:noFill/>
                  </a:ln>
                  <a:solidFill>
                    <a:prstClr val="black"/>
                  </a:solidFill>
                  <a:effectLst/>
                  <a:uLnTx/>
                  <a:uFillTx/>
                  <a:latin typeface="Avenir"/>
                  <a:ea typeface="+mn-ea"/>
                  <a:cs typeface="+mn-cs"/>
                </a:rPr>
                <a:t>Chatbots, especially AI chatbots, support a third common I-S strategy: </a:t>
              </a:r>
              <a:r>
                <a:rPr kumimoji="0" lang="en-US" sz="2200" b="1" i="1" u="none" strike="noStrike" kern="1200" cap="none" spc="0" normalizeH="0" baseline="0" noProof="0" dirty="0">
                  <a:ln>
                    <a:noFill/>
                  </a:ln>
                  <a:solidFill>
                    <a:prstClr val="black"/>
                  </a:solidFill>
                  <a:effectLst/>
                  <a:uLnTx/>
                  <a:uFillTx/>
                  <a:latin typeface="Avenir"/>
                  <a:ea typeface="+mn-ea"/>
                  <a:cs typeface="+mn-cs"/>
                </a:rPr>
                <a:t>asking</a:t>
              </a:r>
              <a:r>
                <a:rPr kumimoji="0" lang="en-US" sz="2200" b="0" i="0" u="none" strike="noStrike" kern="1200" cap="none" spc="0" normalizeH="0" baseline="0" noProof="0" dirty="0">
                  <a:ln>
                    <a:noFill/>
                  </a:ln>
                  <a:solidFill>
                    <a:prstClr val="black"/>
                  </a:solidFill>
                  <a:effectLst/>
                  <a:uLnTx/>
                  <a:uFillTx/>
                  <a:latin typeface="Avenir"/>
                  <a:ea typeface="+mn-ea"/>
                  <a:cs typeface="+mn-cs"/>
                </a:rPr>
                <a:t>.</a:t>
              </a:r>
            </a:p>
          </p:txBody>
        </p:sp>
      </p:grpSp>
      <p:sp>
        <p:nvSpPr>
          <p:cNvPr id="6" name="TextBox 5">
            <a:extLst>
              <a:ext uri="{FF2B5EF4-FFF2-40B4-BE49-F238E27FC236}">
                <a16:creationId xmlns:a16="http://schemas.microsoft.com/office/drawing/2014/main" id="{D8FC68F1-1512-270E-3607-A316A9B2AEE2}"/>
              </a:ext>
            </a:extLst>
          </p:cNvPr>
          <p:cNvSpPr txBox="1"/>
          <p:nvPr/>
        </p:nvSpPr>
        <p:spPr>
          <a:xfrm>
            <a:off x="552894" y="6141199"/>
            <a:ext cx="10710826" cy="338554"/>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Avenir"/>
                <a:ea typeface="+mn-ea"/>
                <a:cs typeface="+mn-cs"/>
              </a:rPr>
              <a:t>Gabriel-Petit, P. (2025). Chapter 2: How People Seek Information. In </a:t>
            </a:r>
            <a:r>
              <a:rPr kumimoji="0" lang="en-US" sz="1600" b="0" i="1" u="none" strike="noStrike" kern="1200" cap="none" spc="0" normalizeH="0" baseline="0" noProof="0" dirty="0">
                <a:ln>
                  <a:noFill/>
                </a:ln>
                <a:solidFill>
                  <a:prstClr val="black"/>
                </a:solidFill>
                <a:effectLst/>
                <a:uLnTx/>
                <a:uFillTx/>
                <a:latin typeface="Avenir"/>
                <a:ea typeface="+mn-ea"/>
                <a:cs typeface="+mn-cs"/>
              </a:rPr>
              <a:t>Designing Information Architecture</a:t>
            </a:r>
            <a:r>
              <a:rPr kumimoji="0" lang="en-US" sz="1600" b="0" i="0" u="none" strike="noStrike" kern="1200" cap="none" spc="0" normalizeH="0" baseline="0" noProof="0" dirty="0">
                <a:ln>
                  <a:noFill/>
                </a:ln>
                <a:solidFill>
                  <a:prstClr val="black"/>
                </a:solidFill>
                <a:effectLst/>
                <a:uLnTx/>
                <a:uFillTx/>
                <a:latin typeface="Avenir"/>
                <a:ea typeface="+mn-ea"/>
                <a:cs typeface="+mn-cs"/>
              </a:rPr>
              <a:t>. </a:t>
            </a:r>
            <a:r>
              <a:rPr kumimoji="0" lang="en-US" sz="1600" b="0" i="0" u="none" strike="noStrike" kern="1200" cap="none" spc="0" normalizeH="0" baseline="0" noProof="0" dirty="0" err="1">
                <a:ln>
                  <a:noFill/>
                </a:ln>
                <a:solidFill>
                  <a:prstClr val="black"/>
                </a:solidFill>
                <a:effectLst/>
                <a:uLnTx/>
                <a:uFillTx/>
                <a:latin typeface="Avenir"/>
                <a:ea typeface="+mn-ea"/>
                <a:cs typeface="+mn-cs"/>
              </a:rPr>
              <a:t>Packt</a:t>
            </a:r>
            <a:r>
              <a:rPr kumimoji="0" lang="en-US" sz="1600" b="0" i="0" u="none" strike="noStrike" kern="1200" cap="none" spc="0" normalizeH="0" baseline="0" noProof="0" dirty="0">
                <a:ln>
                  <a:noFill/>
                </a:ln>
                <a:solidFill>
                  <a:prstClr val="black"/>
                </a:solidFill>
                <a:effectLst/>
                <a:uLnTx/>
                <a:uFillTx/>
                <a:latin typeface="Avenir"/>
                <a:ea typeface="+mn-ea"/>
                <a:cs typeface="+mn-cs"/>
              </a:rPr>
              <a:t> Publishing.</a:t>
            </a:r>
          </a:p>
        </p:txBody>
      </p:sp>
    </p:spTree>
    <p:extLst>
      <p:ext uri="{BB962C8B-B14F-4D97-AF65-F5344CB8AC3E}">
        <p14:creationId xmlns:p14="http://schemas.microsoft.com/office/powerpoint/2010/main" val="14372731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0AD22224-A0E8-F17D-9180-F1DE99FB2AC5}"/>
              </a:ext>
            </a:extLst>
          </p:cNvPr>
          <p:cNvSpPr txBox="1">
            <a:spLocks/>
          </p:cNvSpPr>
          <p:nvPr/>
        </p:nvSpPr>
        <p:spPr>
          <a:xfrm>
            <a:off x="458724" y="278606"/>
            <a:ext cx="11274552" cy="1143000"/>
          </a:xfrm>
          <a:prstGeom prst="rect">
            <a:avLst/>
          </a:prstGeom>
          <a:noFill/>
          <a:ln>
            <a:noFill/>
          </a:ln>
        </p:spPr>
        <p:txBody>
          <a:bodyPr spcFirstLastPara="1" vert="horz" wrap="square" lIns="0" tIns="45720" rIns="10" bIns="45720" rtlCol="0" anchor="ctr" anchorCtr="0">
            <a:noAutofit/>
          </a:bodyPr>
          <a:lstStyle>
            <a:lvl1pPr lvl="0" algn="l" defTabSz="914400" rtl="0" eaLnBrk="1" latinLnBrk="0" hangingPunct="1">
              <a:lnSpc>
                <a:spcPct val="100000"/>
              </a:lnSpc>
              <a:spcBef>
                <a:spcPts val="0"/>
              </a:spcBef>
              <a:spcAft>
                <a:spcPts val="0"/>
              </a:spcAft>
              <a:buClr>
                <a:schemeClr val="dk1"/>
              </a:buClr>
              <a:buSzPts val="1800"/>
              <a:buNone/>
              <a:defRPr sz="4100" b="1" kern="1200">
                <a:solidFill>
                  <a:schemeClr val="tx2"/>
                </a:solidFill>
                <a:latin typeface="Text Me One" pitchFamily="2" charset="0"/>
                <a:ea typeface="+mj-ea"/>
                <a:cs typeface="+mj-cs"/>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pPr marL="0" marR="0" lvl="0" indent="0" algn="l" defTabSz="914400" rtl="0" eaLnBrk="1" fontAlgn="auto" latinLnBrk="0" hangingPunct="1">
              <a:lnSpc>
                <a:spcPct val="100000"/>
              </a:lnSpc>
              <a:spcBef>
                <a:spcPts val="0"/>
              </a:spcBef>
              <a:spcAft>
                <a:spcPts val="0"/>
              </a:spcAft>
              <a:buClr>
                <a:prstClr val="black"/>
              </a:buClr>
              <a:buSzPts val="1800"/>
              <a:buFontTx/>
              <a:buNone/>
              <a:tabLst/>
              <a:defRPr/>
            </a:pPr>
            <a:r>
              <a:rPr kumimoji="0" lang="en-US" sz="4100" b="1" i="0" u="none" strike="noStrike" kern="1200" cap="none" spc="0" normalizeH="0" baseline="0" noProof="0" dirty="0">
                <a:ln>
                  <a:noFill/>
                </a:ln>
                <a:solidFill>
                  <a:srgbClr val="444F9C"/>
                </a:solidFill>
                <a:effectLst/>
                <a:uLnTx/>
                <a:uFillTx/>
                <a:latin typeface="Text Me One" pitchFamily="2" charset="0"/>
                <a:ea typeface="+mj-ea"/>
                <a:cs typeface="+mj-cs"/>
              </a:rPr>
              <a:t>Supporting Information-Seeking </a:t>
            </a:r>
            <a:r>
              <a:rPr kumimoji="0" lang="en-US" sz="3100" b="1" i="0" u="none" strike="noStrike" kern="1200" cap="none" spc="0" normalizeH="0" baseline="0" noProof="0" dirty="0">
                <a:ln>
                  <a:noFill/>
                </a:ln>
                <a:solidFill>
                  <a:srgbClr val="444F9C"/>
                </a:solidFill>
                <a:effectLst/>
                <a:uLnTx/>
                <a:uFillTx/>
                <a:latin typeface="Text Me One" pitchFamily="2" charset="0"/>
                <a:ea typeface="+mj-ea"/>
                <a:cs typeface="+mj-cs"/>
              </a:rPr>
              <a:t>(searching, browsing)</a:t>
            </a:r>
            <a:endParaRPr kumimoji="0" lang="en-US" sz="3100" b="1" i="0" u="none" strike="noStrike" kern="1200" cap="none" spc="0" normalizeH="0" baseline="0" noProof="0" dirty="0">
              <a:ln>
                <a:noFill/>
              </a:ln>
              <a:solidFill>
                <a:srgbClr val="FF5DBA">
                  <a:lumMod val="50000"/>
                </a:srgbClr>
              </a:solidFill>
              <a:effectLst/>
              <a:uLnTx/>
              <a:uFillTx/>
              <a:latin typeface="Text Me One" pitchFamily="2" charset="0"/>
              <a:ea typeface="+mj-ea"/>
              <a:cs typeface="+mj-cs"/>
            </a:endParaRPr>
          </a:p>
        </p:txBody>
      </p:sp>
      <p:graphicFrame>
        <p:nvGraphicFramePr>
          <p:cNvPr id="8" name="Rectangle 3">
            <a:extLst>
              <a:ext uri="{FF2B5EF4-FFF2-40B4-BE49-F238E27FC236}">
                <a16:creationId xmlns:a16="http://schemas.microsoft.com/office/drawing/2014/main" id="{8A2A3E00-8D87-2636-BF15-B2AB98AB9ADC}"/>
              </a:ext>
            </a:extLst>
          </p:cNvPr>
          <p:cNvGraphicFramePr>
            <a:graphicFrameLocks/>
          </p:cNvGraphicFramePr>
          <p:nvPr/>
        </p:nvGraphicFramePr>
        <p:xfrm>
          <a:off x="1282700" y="1752600"/>
          <a:ext cx="8178800" cy="428942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2131742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Rounded Corners 8">
            <a:extLst>
              <a:ext uri="{FF2B5EF4-FFF2-40B4-BE49-F238E27FC236}">
                <a16:creationId xmlns:a16="http://schemas.microsoft.com/office/drawing/2014/main" id="{815C2608-314B-B942-6448-B55C1F0D84CD}"/>
              </a:ext>
            </a:extLst>
          </p:cNvPr>
          <p:cNvSpPr/>
          <p:nvPr/>
        </p:nvSpPr>
        <p:spPr>
          <a:xfrm>
            <a:off x="2920685" y="4822826"/>
            <a:ext cx="2306638" cy="1429676"/>
          </a:xfrm>
          <a:prstGeom prst="roundRect">
            <a:avLst>
              <a:gd name="adj" fmla="val 13975"/>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a:ea typeface="+mn-ea"/>
              <a:cs typeface="+mn-cs"/>
            </a:endParaRPr>
          </a:p>
        </p:txBody>
      </p:sp>
      <p:pic>
        <p:nvPicPr>
          <p:cNvPr id="10" name="Graphic 9" descr="Hierarchy">
            <a:extLst>
              <a:ext uri="{FF2B5EF4-FFF2-40B4-BE49-F238E27FC236}">
                <a16:creationId xmlns:a16="http://schemas.microsoft.com/office/drawing/2014/main" id="{0286BBE8-BF1C-0330-D01C-963D2A9AF175}"/>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3048000" y="4957028"/>
            <a:ext cx="1084998" cy="1084998"/>
          </a:xfrm>
          <a:prstGeom prst="rect">
            <a:avLst/>
          </a:prstGeom>
        </p:spPr>
      </p:pic>
      <p:sp>
        <p:nvSpPr>
          <p:cNvPr id="7" name="Rectangle: Rounded Corners 6">
            <a:extLst>
              <a:ext uri="{FF2B5EF4-FFF2-40B4-BE49-F238E27FC236}">
                <a16:creationId xmlns:a16="http://schemas.microsoft.com/office/drawing/2014/main" id="{6FB3DAC4-A042-E76E-8E82-32FB954E24E8}"/>
              </a:ext>
            </a:extLst>
          </p:cNvPr>
          <p:cNvSpPr/>
          <p:nvPr/>
        </p:nvSpPr>
        <p:spPr>
          <a:xfrm>
            <a:off x="2378186" y="3155289"/>
            <a:ext cx="2306638" cy="1429676"/>
          </a:xfrm>
          <a:prstGeom prst="roundRect">
            <a:avLst>
              <a:gd name="adj" fmla="val 13975"/>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a:ea typeface="+mn-ea"/>
              <a:cs typeface="+mn-cs"/>
            </a:endParaRPr>
          </a:p>
        </p:txBody>
      </p:sp>
      <p:pic>
        <p:nvPicPr>
          <p:cNvPr id="8" name="Graphic 7" descr="Presentation with Checklist">
            <a:extLst>
              <a:ext uri="{FF2B5EF4-FFF2-40B4-BE49-F238E27FC236}">
                <a16:creationId xmlns:a16="http://schemas.microsoft.com/office/drawing/2014/main" id="{3DEB4479-8ACA-58EF-E342-EE6E859C537B}"/>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2645201" y="3289491"/>
            <a:ext cx="1084998" cy="1084998"/>
          </a:xfrm>
          <a:prstGeom prst="rect">
            <a:avLst/>
          </a:prstGeom>
        </p:spPr>
      </p:pic>
      <p:sp>
        <p:nvSpPr>
          <p:cNvPr id="6" name="Rectangle: Rounded Corners 5">
            <a:extLst>
              <a:ext uri="{FF2B5EF4-FFF2-40B4-BE49-F238E27FC236}">
                <a16:creationId xmlns:a16="http://schemas.microsoft.com/office/drawing/2014/main" id="{4195B4A6-4FFD-39A1-EE2E-890329FD4A69}"/>
              </a:ext>
            </a:extLst>
          </p:cNvPr>
          <p:cNvSpPr/>
          <p:nvPr/>
        </p:nvSpPr>
        <p:spPr>
          <a:xfrm>
            <a:off x="1651000" y="1480212"/>
            <a:ext cx="2306638" cy="1429676"/>
          </a:xfrm>
          <a:prstGeom prst="roundRect">
            <a:avLst>
              <a:gd name="adj" fmla="val 13975"/>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a:ea typeface="+mn-ea"/>
              <a:cs typeface="+mn-cs"/>
            </a:endParaRPr>
          </a:p>
        </p:txBody>
      </p:sp>
      <p:sp>
        <p:nvSpPr>
          <p:cNvPr id="28674" name="Rectangle 2"/>
          <p:cNvSpPr>
            <a:spLocks noGrp="1" noChangeArrowheads="1"/>
          </p:cNvSpPr>
          <p:nvPr>
            <p:ph type="title"/>
          </p:nvPr>
        </p:nvSpPr>
        <p:spPr/>
        <p:txBody>
          <a:bodyPr rtlCol="0">
            <a:normAutofit/>
          </a:bodyPr>
          <a:lstStyle/>
          <a:p>
            <a:pPr>
              <a:defRPr/>
            </a:pPr>
            <a:r>
              <a:rPr lang="en-US" dirty="0"/>
              <a:t>The Process for Planning Site Organization</a:t>
            </a:r>
          </a:p>
        </p:txBody>
      </p:sp>
      <p:sp>
        <p:nvSpPr>
          <p:cNvPr id="22531" name="Rectangle 3"/>
          <p:cNvSpPr>
            <a:spLocks noGrp="1" noChangeArrowheads="1"/>
          </p:cNvSpPr>
          <p:nvPr>
            <p:ph idx="1"/>
          </p:nvPr>
        </p:nvSpPr>
        <p:spPr>
          <a:xfrm>
            <a:off x="838200" y="1690688"/>
            <a:ext cx="11054498" cy="4351338"/>
          </a:xfrm>
        </p:spPr>
        <p:txBody>
          <a:bodyPr>
            <a:normAutofit/>
          </a:bodyPr>
          <a:lstStyle/>
          <a:p>
            <a:pPr eaLnBrk="1" hangingPunct="1">
              <a:spcAft>
                <a:spcPts val="1200"/>
              </a:spcAft>
              <a:buFont typeface="Wingdings" panose="05000000000000000000" pitchFamily="2" charset="2"/>
              <a:buNone/>
            </a:pPr>
            <a:endParaRPr lang="en-US" altLang="en-US" dirty="0"/>
          </a:p>
          <a:p>
            <a:pPr eaLnBrk="1" hangingPunct="1">
              <a:spcAft>
                <a:spcPts val="1200"/>
              </a:spcAft>
              <a:buFont typeface="Wingdings" panose="05000000000000000000" pitchFamily="2" charset="2"/>
              <a:buNone/>
            </a:pPr>
            <a:endParaRPr lang="en-US" altLang="en-US" dirty="0"/>
          </a:p>
        </p:txBody>
      </p:sp>
      <p:graphicFrame>
        <p:nvGraphicFramePr>
          <p:cNvPr id="3" name="Diagram 2">
            <a:extLst>
              <a:ext uri="{FF2B5EF4-FFF2-40B4-BE49-F238E27FC236}">
                <a16:creationId xmlns:a16="http://schemas.microsoft.com/office/drawing/2014/main" id="{28333C18-41F1-0E68-49B0-881463FE0994}"/>
              </a:ext>
            </a:extLst>
          </p:cNvPr>
          <p:cNvGraphicFramePr/>
          <p:nvPr/>
        </p:nvGraphicFramePr>
        <p:xfrm>
          <a:off x="3467100" y="1480212"/>
          <a:ext cx="7200900" cy="4772290"/>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pic>
        <p:nvPicPr>
          <p:cNvPr id="5" name="Graphic 4" descr="Search Inventory with solid fill">
            <a:extLst>
              <a:ext uri="{FF2B5EF4-FFF2-40B4-BE49-F238E27FC236}">
                <a16:creationId xmlns:a16="http://schemas.microsoft.com/office/drawing/2014/main" id="{F7E11952-F066-F808-242E-9D46C382CD5C}"/>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1963002" y="1576388"/>
            <a:ext cx="1084998" cy="1084998"/>
          </a:xfrm>
          <a:prstGeom prst="rect">
            <a:avLst/>
          </a:prstGeom>
        </p:spPr>
      </p:pic>
    </p:spTree>
    <p:extLst>
      <p:ext uri="{BB962C8B-B14F-4D97-AF65-F5344CB8AC3E}">
        <p14:creationId xmlns:p14="http://schemas.microsoft.com/office/powerpoint/2010/main" val="13525129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2" name="Rectangle 171">
            <a:extLst>
              <a:ext uri="{FF2B5EF4-FFF2-40B4-BE49-F238E27FC236}">
                <a16:creationId xmlns:a16="http://schemas.microsoft.com/office/drawing/2014/main" id="{50CEED20-A22C-4FC3-BC0E-F4FE53FDEB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a:ea typeface="+mn-ea"/>
              <a:cs typeface="+mn-cs"/>
            </a:endParaRPr>
          </a:p>
        </p:txBody>
      </p:sp>
      <p:sp>
        <p:nvSpPr>
          <p:cNvPr id="2" name="Title 1">
            <a:extLst>
              <a:ext uri="{FF2B5EF4-FFF2-40B4-BE49-F238E27FC236}">
                <a16:creationId xmlns:a16="http://schemas.microsoft.com/office/drawing/2014/main" id="{3C6C9294-3D17-246F-4E1D-99E5559F0EBE}"/>
              </a:ext>
            </a:extLst>
          </p:cNvPr>
          <p:cNvSpPr>
            <a:spLocks noGrp="1"/>
          </p:cNvSpPr>
          <p:nvPr>
            <p:ph type="title"/>
          </p:nvPr>
        </p:nvSpPr>
        <p:spPr>
          <a:xfrm>
            <a:off x="952500" y="1724276"/>
            <a:ext cx="3158151" cy="3409448"/>
          </a:xfrm>
        </p:spPr>
        <p:txBody>
          <a:bodyPr vert="horz" lIns="91440" tIns="45720" rIns="91440" bIns="45720" rtlCol="0" anchor="ctr">
            <a:normAutofit/>
          </a:bodyPr>
          <a:lstStyle/>
          <a:p>
            <a:r>
              <a:rPr lang="en-US" kern="1200" dirty="0">
                <a:ln/>
                <a:latin typeface="+mj-lt"/>
                <a:ea typeface="+mj-ea"/>
                <a:cs typeface="+mj-cs"/>
                <a:sym typeface="Segoe UI"/>
                <a:rtl val="0"/>
              </a:rPr>
              <a:t>The Dept. of Computing’s Site Organization</a:t>
            </a:r>
            <a:endParaRPr lang="en-US" kern="1200" dirty="0">
              <a:latin typeface="+mj-lt"/>
              <a:ea typeface="+mj-ea"/>
              <a:cs typeface="+mj-cs"/>
            </a:endParaRPr>
          </a:p>
        </p:txBody>
      </p:sp>
      <p:grpSp>
        <p:nvGrpSpPr>
          <p:cNvPr id="174" name="Group 173">
            <a:extLst>
              <a:ext uri="{FF2B5EF4-FFF2-40B4-BE49-F238E27FC236}">
                <a16:creationId xmlns:a16="http://schemas.microsoft.com/office/drawing/2014/main" id="{032D8612-31EB-44CF-A1D0-14FD4C7054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2849524"/>
            <a:ext cx="731521" cy="673460"/>
            <a:chOff x="3940602" y="308034"/>
            <a:chExt cx="2116791" cy="3428999"/>
          </a:xfrm>
          <a:solidFill>
            <a:schemeClr val="accent4"/>
          </a:solidFill>
        </p:grpSpPr>
        <p:sp>
          <p:nvSpPr>
            <p:cNvPr id="175" name="Rectangle 174">
              <a:extLst>
                <a:ext uri="{FF2B5EF4-FFF2-40B4-BE49-F238E27FC236}">
                  <a16:creationId xmlns:a16="http://schemas.microsoft.com/office/drawing/2014/main" id="{F19A4A0F-1B59-4DB0-9764-D10936E987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a:ea typeface="+mn-ea"/>
                <a:cs typeface="+mn-cs"/>
              </a:endParaRPr>
            </a:p>
          </p:txBody>
        </p:sp>
        <p:sp>
          <p:nvSpPr>
            <p:cNvPr id="176" name="Rectangle 175">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a:ea typeface="+mn-ea"/>
                <a:cs typeface="+mn-cs"/>
              </a:endParaRPr>
            </a:p>
          </p:txBody>
        </p:sp>
        <p:sp>
          <p:nvSpPr>
            <p:cNvPr id="177" name="Rectangle 176">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a:ea typeface="+mn-ea"/>
                <a:cs typeface="+mn-cs"/>
              </a:endParaRPr>
            </a:p>
          </p:txBody>
        </p:sp>
      </p:grpSp>
      <p:sp>
        <p:nvSpPr>
          <p:cNvPr id="179" name="Rectangle 178">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679732"/>
            <a:ext cx="6009366" cy="5423880"/>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a:ea typeface="+mn-ea"/>
              <a:cs typeface="+mn-cs"/>
            </a:endParaRPr>
          </a:p>
        </p:txBody>
      </p:sp>
      <p:pic>
        <p:nvPicPr>
          <p:cNvPr id="4" name="Picture 3">
            <a:extLst>
              <a:ext uri="{FF2B5EF4-FFF2-40B4-BE49-F238E27FC236}">
                <a16:creationId xmlns:a16="http://schemas.microsoft.com/office/drawing/2014/main" id="{50633B85-49FB-3FCB-FCFC-1305C52ED4E7}"/>
              </a:ext>
            </a:extLst>
          </p:cNvPr>
          <p:cNvPicPr>
            <a:picLocks noChangeAspect="1"/>
          </p:cNvPicPr>
          <p:nvPr/>
        </p:nvPicPr>
        <p:blipFill>
          <a:blip r:embed="rId2"/>
          <a:stretch>
            <a:fillRect/>
          </a:stretch>
        </p:blipFill>
        <p:spPr>
          <a:xfrm>
            <a:off x="3914796" y="117307"/>
            <a:ext cx="8202339" cy="6623385"/>
          </a:xfrm>
          <a:prstGeom prst="rect">
            <a:avLst/>
          </a:prstGeom>
        </p:spPr>
      </p:pic>
      <p:sp>
        <p:nvSpPr>
          <p:cNvPr id="181" name="Rectangle 180">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5687568" y="6355073"/>
            <a:ext cx="6007608"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a:ea typeface="+mn-ea"/>
              <a:cs typeface="+mn-cs"/>
            </a:endParaRPr>
          </a:p>
        </p:txBody>
      </p:sp>
    </p:spTree>
    <p:extLst>
      <p:ext uri="{BB962C8B-B14F-4D97-AF65-F5344CB8AC3E}">
        <p14:creationId xmlns:p14="http://schemas.microsoft.com/office/powerpoint/2010/main" val="73531266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3525B79-E905-07ED-0EE4-4ECCCDE89DE0}"/>
            </a:ext>
          </a:extLst>
        </p:cNvPr>
        <p:cNvGrpSpPr/>
        <p:nvPr/>
      </p:nvGrpSpPr>
      <p:grpSpPr>
        <a:xfrm>
          <a:off x="0" y="0"/>
          <a:ext cx="0" cy="0"/>
          <a:chOff x="0" y="0"/>
          <a:chExt cx="0" cy="0"/>
        </a:xfrm>
      </p:grpSpPr>
      <p:sp useBgFill="1">
        <p:nvSpPr>
          <p:cNvPr id="202" name="Rectangle 201">
            <a:extLst>
              <a:ext uri="{FF2B5EF4-FFF2-40B4-BE49-F238E27FC236}">
                <a16:creationId xmlns:a16="http://schemas.microsoft.com/office/drawing/2014/main" id="{6DBF50F6-DD88-4D9F-B7D3-79B9899809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a:ea typeface="+mn-ea"/>
              <a:cs typeface="+mn-cs"/>
            </a:endParaRPr>
          </a:p>
        </p:txBody>
      </p:sp>
      <p:sp>
        <p:nvSpPr>
          <p:cNvPr id="203" name="Rectangle 202">
            <a:extLst>
              <a:ext uri="{FF2B5EF4-FFF2-40B4-BE49-F238E27FC236}">
                <a16:creationId xmlns:a16="http://schemas.microsoft.com/office/drawing/2014/main" id="{916BBDC2-6929-469E-B7C4-A03E77BF94B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a:ea typeface="+mn-ea"/>
              <a:cs typeface="+mn-cs"/>
            </a:endParaRPr>
          </a:p>
        </p:txBody>
      </p:sp>
      <p:sp>
        <p:nvSpPr>
          <p:cNvPr id="2" name="Title 1">
            <a:extLst>
              <a:ext uri="{FF2B5EF4-FFF2-40B4-BE49-F238E27FC236}">
                <a16:creationId xmlns:a16="http://schemas.microsoft.com/office/drawing/2014/main" id="{816AB055-6977-BBBA-ACA7-58826F27881A}"/>
              </a:ext>
            </a:extLst>
          </p:cNvPr>
          <p:cNvSpPr>
            <a:spLocks noGrp="1"/>
          </p:cNvSpPr>
          <p:nvPr>
            <p:ph type="title"/>
          </p:nvPr>
        </p:nvSpPr>
        <p:spPr>
          <a:xfrm>
            <a:off x="733199" y="4088126"/>
            <a:ext cx="10640754" cy="775845"/>
          </a:xfrm>
        </p:spPr>
        <p:txBody>
          <a:bodyPr vert="horz" lIns="91440" tIns="45720" rIns="91440" bIns="45720" rtlCol="0" anchor="ctr">
            <a:normAutofit/>
          </a:bodyPr>
          <a:lstStyle/>
          <a:p>
            <a:r>
              <a:rPr lang="en-US" kern="1200" dirty="0">
                <a:ln/>
                <a:latin typeface="+mj-lt"/>
                <a:ea typeface="+mj-ea"/>
                <a:cs typeface="+mj-cs"/>
                <a:sym typeface="Segoe UI"/>
                <a:rtl val="0"/>
              </a:rPr>
              <a:t>The Dept. of Computing’s Site Organization</a:t>
            </a:r>
            <a:endParaRPr lang="en-US" kern="1200" dirty="0">
              <a:latin typeface="+mj-lt"/>
              <a:ea typeface="+mj-ea"/>
              <a:cs typeface="+mj-cs"/>
            </a:endParaRPr>
          </a:p>
        </p:txBody>
      </p:sp>
      <p:sp>
        <p:nvSpPr>
          <p:cNvPr id="6" name="TextBox 5">
            <a:extLst>
              <a:ext uri="{FF2B5EF4-FFF2-40B4-BE49-F238E27FC236}">
                <a16:creationId xmlns:a16="http://schemas.microsoft.com/office/drawing/2014/main" id="{AF7DD380-B020-3066-B55B-388AA1F402EE}"/>
              </a:ext>
            </a:extLst>
          </p:cNvPr>
          <p:cNvSpPr txBox="1"/>
          <p:nvPr/>
        </p:nvSpPr>
        <p:spPr>
          <a:xfrm>
            <a:off x="804672" y="4980231"/>
            <a:ext cx="9163757" cy="450447"/>
          </a:xfrm>
          <a:prstGeom prst="rect">
            <a:avLst/>
          </a:prstGeom>
        </p:spPr>
        <p:txBody>
          <a:bodyPr vert="horz" lIns="91440" tIns="45720" rIns="91440" bIns="45720" rtlCol="0" anchor="ctr">
            <a:normAutofit/>
          </a:bodyPr>
          <a:lstStyle/>
          <a:p>
            <a:pPr marL="0" marR="0" lvl="0" indent="0" algn="l" defTabSz="914400" rtl="0" eaLnBrk="1" fontAlgn="auto" latinLnBrk="0" hangingPunct="1">
              <a:lnSpc>
                <a:spcPct val="90000"/>
              </a:lnSpc>
              <a:spcBef>
                <a:spcPts val="1000"/>
              </a:spcBef>
              <a:spcAft>
                <a:spcPts val="0"/>
              </a:spcAft>
              <a:buClrTx/>
              <a:buSzTx/>
              <a:buFontTx/>
              <a:buNone/>
              <a:tabLst/>
              <a:defRPr/>
            </a:pPr>
            <a:r>
              <a:rPr kumimoji="0" lang="en-US" sz="2400" b="0" i="0" u="none" strike="noStrike" kern="1200" cap="none" spc="0" normalizeH="0" baseline="0" noProof="0" dirty="0">
                <a:ln>
                  <a:noFill/>
                </a:ln>
                <a:solidFill>
                  <a:srgbClr val="E8927C">
                    <a:lumMod val="75000"/>
                  </a:srgbClr>
                </a:solidFill>
                <a:effectLst/>
                <a:uLnTx/>
                <a:uFillTx/>
                <a:latin typeface="Avenir"/>
                <a:ea typeface="+mn-ea"/>
                <a:cs typeface="+mn-cs"/>
              </a:rPr>
              <a:t>Zooming in on ‘About the Department’ Branch</a:t>
            </a:r>
          </a:p>
        </p:txBody>
      </p:sp>
      <p:grpSp>
        <p:nvGrpSpPr>
          <p:cNvPr id="204" name="Group 203">
            <a:extLst>
              <a:ext uri="{FF2B5EF4-FFF2-40B4-BE49-F238E27FC236}">
                <a16:creationId xmlns:a16="http://schemas.microsoft.com/office/drawing/2014/main" id="{C344E6B5-C9F5-4338-9E33-003B1237310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6200000" flipH="1">
            <a:off x="-176402" y="170309"/>
            <a:ext cx="2514948" cy="2174333"/>
            <a:chOff x="-305" y="-4155"/>
            <a:chExt cx="2514948" cy="2174333"/>
          </a:xfrm>
        </p:grpSpPr>
        <p:sp>
          <p:nvSpPr>
            <p:cNvPr id="205" name="Freeform: Shape 204">
              <a:extLst>
                <a:ext uri="{FF2B5EF4-FFF2-40B4-BE49-F238E27FC236}">
                  <a16:creationId xmlns:a16="http://schemas.microsoft.com/office/drawing/2014/main" id="{C90B0F8D-9E81-4DE8-95D5-1A26E9390D8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a:ea typeface="+mn-ea"/>
                <a:cs typeface="+mn-cs"/>
              </a:endParaRPr>
            </a:p>
          </p:txBody>
        </p:sp>
        <p:sp>
          <p:nvSpPr>
            <p:cNvPr id="206" name="Freeform: Shape 205">
              <a:extLst>
                <a:ext uri="{FF2B5EF4-FFF2-40B4-BE49-F238E27FC236}">
                  <a16:creationId xmlns:a16="http://schemas.microsoft.com/office/drawing/2014/main" id="{830BA43A-83E9-4C67-92A6-F247FB3700A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a:ea typeface="+mn-ea"/>
                <a:cs typeface="+mn-cs"/>
              </a:endParaRPr>
            </a:p>
          </p:txBody>
        </p:sp>
        <p:sp>
          <p:nvSpPr>
            <p:cNvPr id="207" name="Freeform: Shape 206">
              <a:extLst>
                <a:ext uri="{FF2B5EF4-FFF2-40B4-BE49-F238E27FC236}">
                  <a16:creationId xmlns:a16="http://schemas.microsoft.com/office/drawing/2014/main" id="{92F3A0CC-EBFE-405D-B0C0-27DE361ED52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800" b="0" i="0" u="none" strike="noStrike" kern="1200" cap="none" spc="0" normalizeH="0" baseline="0" noProof="0">
                <a:ln>
                  <a:noFill/>
                </a:ln>
                <a:solidFill>
                  <a:prstClr val="white"/>
                </a:solidFill>
                <a:effectLst/>
                <a:uLnTx/>
                <a:uFillTx/>
                <a:latin typeface="Avenir"/>
                <a:ea typeface="+mn-ea"/>
                <a:cs typeface="+mn-cs"/>
              </a:endParaRPr>
            </a:p>
          </p:txBody>
        </p:sp>
        <p:sp>
          <p:nvSpPr>
            <p:cNvPr id="208" name="Freeform: Shape 207">
              <a:extLst>
                <a:ext uri="{FF2B5EF4-FFF2-40B4-BE49-F238E27FC236}">
                  <a16:creationId xmlns:a16="http://schemas.microsoft.com/office/drawing/2014/main" id="{DF2E853E-B55A-4FFD-B90E-6FB4F31BD5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venir"/>
                <a:ea typeface="+mn-ea"/>
                <a:cs typeface="+mn-cs"/>
              </a:endParaRPr>
            </a:p>
          </p:txBody>
        </p:sp>
      </p:grpSp>
      <p:grpSp>
        <p:nvGrpSpPr>
          <p:cNvPr id="209" name="Group 208">
            <a:extLst>
              <a:ext uri="{FF2B5EF4-FFF2-40B4-BE49-F238E27FC236}">
                <a16:creationId xmlns:a16="http://schemas.microsoft.com/office/drawing/2014/main" id="{FDFEDBF7-8E2C-46B8-9095-AE1D77E2177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a:off x="9130554" y="4560733"/>
            <a:ext cx="3061445" cy="2297266"/>
            <a:chOff x="-305" y="-1"/>
            <a:chExt cx="3832880" cy="2876136"/>
          </a:xfrm>
        </p:grpSpPr>
        <p:sp>
          <p:nvSpPr>
            <p:cNvPr id="210" name="Freeform: Shape 209">
              <a:extLst>
                <a:ext uri="{FF2B5EF4-FFF2-40B4-BE49-F238E27FC236}">
                  <a16:creationId xmlns:a16="http://schemas.microsoft.com/office/drawing/2014/main" id="{60202872-FBB0-4F11-BC49-9FB400B212E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59"/>
            </a:xfrm>
            <a:custGeom>
              <a:avLst/>
              <a:gdLst>
                <a:gd name="connsiteX0" fmla="*/ 3203055 w 3815424"/>
                <a:gd name="connsiteY0" fmla="*/ 0 h 2653659"/>
                <a:gd name="connsiteX1" fmla="*/ 3815424 w 3815424"/>
                <a:gd name="connsiteY1" fmla="*/ 0 h 2653659"/>
                <a:gd name="connsiteX2" fmla="*/ 3801025 w 3815424"/>
                <a:gd name="connsiteY2" fmla="*/ 214243 h 2653659"/>
                <a:gd name="connsiteX3" fmla="*/ 587142 w 3815424"/>
                <a:gd name="connsiteY3" fmla="*/ 2653659 h 2653659"/>
                <a:gd name="connsiteX4" fmla="*/ 53389 w 3815424"/>
                <a:gd name="connsiteY4" fmla="*/ 2605041 h 2653659"/>
                <a:gd name="connsiteX5" fmla="*/ 0 w 3815424"/>
                <a:gd name="connsiteY5" fmla="*/ 2593136 h 2653659"/>
                <a:gd name="connsiteX6" fmla="*/ 0 w 3815424"/>
                <a:gd name="connsiteY6" fmla="*/ 1994836 h 2653659"/>
                <a:gd name="connsiteX7" fmla="*/ 159710 w 3815424"/>
                <a:gd name="connsiteY7" fmla="*/ 2035054 h 2653659"/>
                <a:gd name="connsiteX8" fmla="*/ 587142 w 3815424"/>
                <a:gd name="connsiteY8" fmla="*/ 2075152 h 2653659"/>
                <a:gd name="connsiteX9" fmla="*/ 1549283 w 3815424"/>
                <a:gd name="connsiteY9" fmla="*/ 1900153 h 2653659"/>
                <a:gd name="connsiteX10" fmla="*/ 2406698 w 3815424"/>
                <a:gd name="connsiteY10" fmla="*/ 1418450 h 2653659"/>
                <a:gd name="connsiteX11" fmla="*/ 2996069 w 3815424"/>
                <a:gd name="connsiteY11" fmla="*/ 728678 h 2653659"/>
                <a:gd name="connsiteX12" fmla="*/ 3193967 w 3815424"/>
                <a:gd name="connsiteY12" fmla="*/ 137719 h 2653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a:ea typeface="+mn-ea"/>
                <a:cs typeface="+mn-cs"/>
              </a:endParaRPr>
            </a:p>
          </p:txBody>
        </p:sp>
        <p:sp>
          <p:nvSpPr>
            <p:cNvPr id="211" name="Freeform: Shape 210">
              <a:extLst>
                <a:ext uri="{FF2B5EF4-FFF2-40B4-BE49-F238E27FC236}">
                  <a16:creationId xmlns:a16="http://schemas.microsoft.com/office/drawing/2014/main" id="{0DEB2F40-D411-4D44-9638-AE0342C7F81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60"/>
            </a:xfrm>
            <a:custGeom>
              <a:avLst/>
              <a:gdLst>
                <a:gd name="connsiteX0" fmla="*/ 3305038 w 3815424"/>
                <a:gd name="connsiteY0" fmla="*/ 0 h 2653660"/>
                <a:gd name="connsiteX1" fmla="*/ 3815424 w 3815424"/>
                <a:gd name="connsiteY1" fmla="*/ 0 h 2653660"/>
                <a:gd name="connsiteX2" fmla="*/ 3801025 w 3815424"/>
                <a:gd name="connsiteY2" fmla="*/ 214244 h 2653660"/>
                <a:gd name="connsiteX3" fmla="*/ 587142 w 3815424"/>
                <a:gd name="connsiteY3" fmla="*/ 2653660 h 2653660"/>
                <a:gd name="connsiteX4" fmla="*/ 53389 w 3815424"/>
                <a:gd name="connsiteY4" fmla="*/ 2605042 h 2653660"/>
                <a:gd name="connsiteX5" fmla="*/ 0 w 3815424"/>
                <a:gd name="connsiteY5" fmla="*/ 2593137 h 2653660"/>
                <a:gd name="connsiteX6" fmla="*/ 0 w 3815424"/>
                <a:gd name="connsiteY6" fmla="*/ 2094444 h 2653660"/>
                <a:gd name="connsiteX7" fmla="*/ 137675 w 3815424"/>
                <a:gd name="connsiteY7" fmla="*/ 2129195 h 2653660"/>
                <a:gd name="connsiteX8" fmla="*/ 587142 w 3815424"/>
                <a:gd name="connsiteY8" fmla="*/ 2171571 h 2653660"/>
                <a:gd name="connsiteX9" fmla="*/ 1585826 w 3815424"/>
                <a:gd name="connsiteY9" fmla="*/ 1990112 h 2653660"/>
                <a:gd name="connsiteX10" fmla="*/ 2473046 w 3815424"/>
                <a:gd name="connsiteY10" fmla="*/ 1491633 h 2653660"/>
                <a:gd name="connsiteX11" fmla="*/ 3086710 w 3815424"/>
                <a:gd name="connsiteY11" fmla="*/ 772838 h 2653660"/>
                <a:gd name="connsiteX12" fmla="*/ 3295217 w 3815424"/>
                <a:gd name="connsiteY12" fmla="*/ 149229 h 26536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venir"/>
                <a:ea typeface="+mn-ea"/>
                <a:cs typeface="+mn-cs"/>
              </a:endParaRPr>
            </a:p>
          </p:txBody>
        </p:sp>
        <p:sp>
          <p:nvSpPr>
            <p:cNvPr id="212" name="Freeform: Shape 211">
              <a:extLst>
                <a:ext uri="{FF2B5EF4-FFF2-40B4-BE49-F238E27FC236}">
                  <a16:creationId xmlns:a16="http://schemas.microsoft.com/office/drawing/2014/main" id="{507F7D91-A991-4196-AF73-327E04B562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986" cy="2675935"/>
            </a:xfrm>
            <a:custGeom>
              <a:avLst/>
              <a:gdLst>
                <a:gd name="connsiteX0" fmla="*/ 3648768 w 3815986"/>
                <a:gd name="connsiteY0" fmla="*/ 0 h 2675935"/>
                <a:gd name="connsiteX1" fmla="*/ 3815986 w 3815986"/>
                <a:gd name="connsiteY1" fmla="*/ 0 h 2675935"/>
                <a:gd name="connsiteX2" fmla="*/ 3804695 w 3815986"/>
                <a:gd name="connsiteY2" fmla="*/ 200084 h 2675935"/>
                <a:gd name="connsiteX3" fmla="*/ 3762590 w 3815986"/>
                <a:gd name="connsiteY3" fmla="*/ 455543 h 2675935"/>
                <a:gd name="connsiteX4" fmla="*/ 3592332 w 3815986"/>
                <a:gd name="connsiteY4" fmla="*/ 947274 h 2675935"/>
                <a:gd name="connsiteX5" fmla="*/ 2953967 w 3815986"/>
                <a:gd name="connsiteY5" fmla="*/ 1782349 h 2675935"/>
                <a:gd name="connsiteX6" fmla="*/ 2530669 w 3815986"/>
                <a:gd name="connsiteY6" fmla="*/ 2109494 h 2675935"/>
                <a:gd name="connsiteX7" fmla="*/ 2057561 w 3815986"/>
                <a:gd name="connsiteY7" fmla="*/ 2369245 h 2675935"/>
                <a:gd name="connsiteX8" fmla="*/ 1007330 w 3815986"/>
                <a:gd name="connsiteY8" fmla="*/ 2655701 h 2675935"/>
                <a:gd name="connsiteX9" fmla="*/ 732765 w 3815986"/>
                <a:gd name="connsiteY9" fmla="*/ 2674696 h 2675935"/>
                <a:gd name="connsiteX10" fmla="*/ 457666 w 3815986"/>
                <a:gd name="connsiteY10" fmla="*/ 2670839 h 2675935"/>
                <a:gd name="connsiteX11" fmla="*/ 183574 w 3815986"/>
                <a:gd name="connsiteY11" fmla="*/ 2643312 h 2675935"/>
                <a:gd name="connsiteX12" fmla="*/ 0 w 3815986"/>
                <a:gd name="connsiteY12" fmla="*/ 2607798 h 2675935"/>
                <a:gd name="connsiteX13" fmla="*/ 0 w 3815986"/>
                <a:gd name="connsiteY13" fmla="*/ 2356652 h 2675935"/>
                <a:gd name="connsiteX14" fmla="*/ 222195 w 3815986"/>
                <a:gd name="connsiteY14" fmla="*/ 2396940 h 2675935"/>
                <a:gd name="connsiteX15" fmla="*/ 472364 w 3815986"/>
                <a:gd name="connsiteY15" fmla="*/ 2419092 h 2675935"/>
                <a:gd name="connsiteX16" fmla="*/ 974972 w 3815986"/>
                <a:gd name="connsiteY16" fmla="*/ 2402122 h 2675935"/>
                <a:gd name="connsiteX17" fmla="*/ 1468292 w 3815986"/>
                <a:gd name="connsiteY17" fmla="*/ 2304162 h 2675935"/>
                <a:gd name="connsiteX18" fmla="*/ 1940176 w 3815986"/>
                <a:gd name="connsiteY18" fmla="*/ 2133695 h 2675935"/>
                <a:gd name="connsiteX19" fmla="*/ 2783403 w 3815986"/>
                <a:gd name="connsiteY19" fmla="*/ 1609954 h 2675935"/>
                <a:gd name="connsiteX20" fmla="*/ 3128104 w 3815986"/>
                <a:gd name="connsiteY20" fmla="*/ 1260439 h 2675935"/>
                <a:gd name="connsiteX21" fmla="*/ 3400639 w 3815986"/>
                <a:gd name="connsiteY21" fmla="*/ 859052 h 2675935"/>
                <a:gd name="connsiteX22" fmla="*/ 3585595 w 3815986"/>
                <a:gd name="connsiteY22" fmla="*/ 415336 h 2675935"/>
                <a:gd name="connsiteX23" fmla="*/ 3635918 w 3815986"/>
                <a:gd name="connsiteY23" fmla="*/ 181137 h 2675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venir"/>
                <a:ea typeface="+mn-ea"/>
                <a:cs typeface="+mn-cs"/>
              </a:endParaRPr>
            </a:p>
          </p:txBody>
        </p:sp>
        <p:sp>
          <p:nvSpPr>
            <p:cNvPr id="213" name="Freeform: Shape 212">
              <a:extLst>
                <a:ext uri="{FF2B5EF4-FFF2-40B4-BE49-F238E27FC236}">
                  <a16:creationId xmlns:a16="http://schemas.microsoft.com/office/drawing/2014/main" id="{178739A9-E67C-40E5-9468-0A68AEC54E7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32270" cy="2876136"/>
            </a:xfrm>
            <a:custGeom>
              <a:avLst/>
              <a:gdLst>
                <a:gd name="connsiteX0" fmla="*/ 3800718 w 3832270"/>
                <a:gd name="connsiteY0" fmla="*/ 0 h 2876136"/>
                <a:gd name="connsiteX1" fmla="*/ 3832270 w 3832270"/>
                <a:gd name="connsiteY1" fmla="*/ 0 h 2876136"/>
                <a:gd name="connsiteX2" fmla="*/ 3824562 w 3832270"/>
                <a:gd name="connsiteY2" fmla="*/ 143769 h 2876136"/>
                <a:gd name="connsiteX3" fmla="*/ 3628155 w 3832270"/>
                <a:gd name="connsiteY3" fmla="*/ 922055 h 2876136"/>
                <a:gd name="connsiteX4" fmla="*/ 3514853 w 3832270"/>
                <a:gd name="connsiteY4" fmla="*/ 1169078 h 2876136"/>
                <a:gd name="connsiteX5" fmla="*/ 3379198 w 3832270"/>
                <a:gd name="connsiteY5" fmla="*/ 1407037 h 2876136"/>
                <a:gd name="connsiteX6" fmla="*/ 3043787 w 3832270"/>
                <a:gd name="connsiteY6" fmla="*/ 1848342 h 2876136"/>
                <a:gd name="connsiteX7" fmla="*/ 2845661 w 3832270"/>
                <a:gd name="connsiteY7" fmla="*/ 2047444 h 2876136"/>
                <a:gd name="connsiteX8" fmla="*/ 2793197 w 3832270"/>
                <a:gd name="connsiteY8" fmla="*/ 2094689 h 2876136"/>
                <a:gd name="connsiteX9" fmla="*/ 2739710 w 3832270"/>
                <a:gd name="connsiteY9" fmla="*/ 2140969 h 2876136"/>
                <a:gd name="connsiteX10" fmla="*/ 2629166 w 3832270"/>
                <a:gd name="connsiteY10" fmla="*/ 2229867 h 2876136"/>
                <a:gd name="connsiteX11" fmla="*/ 2145952 w 3832270"/>
                <a:gd name="connsiteY11" fmla="*/ 2535994 h 2876136"/>
                <a:gd name="connsiteX12" fmla="*/ 1034987 w 3832270"/>
                <a:gd name="connsiteY12" fmla="*/ 2863910 h 2876136"/>
                <a:gd name="connsiteX13" fmla="*/ 741909 w 3832270"/>
                <a:gd name="connsiteY13" fmla="*/ 2875939 h 2876136"/>
                <a:gd name="connsiteX14" fmla="*/ 450208 w 3832270"/>
                <a:gd name="connsiteY14" fmla="*/ 2857451 h 2876136"/>
                <a:gd name="connsiteX15" fmla="*/ 22215 w 3832270"/>
                <a:gd name="connsiteY15" fmla="*/ 2775923 h 2876136"/>
                <a:gd name="connsiteX16" fmla="*/ 0 w 3832270"/>
                <a:gd name="connsiteY16" fmla="*/ 2769256 h 2876136"/>
                <a:gd name="connsiteX17" fmla="*/ 0 w 3832270"/>
                <a:gd name="connsiteY17" fmla="*/ 2590612 h 2876136"/>
                <a:gd name="connsiteX18" fmla="*/ 199046 w 3832270"/>
                <a:gd name="connsiteY18" fmla="*/ 2627410 h 2876136"/>
                <a:gd name="connsiteX19" fmla="*/ 468174 w 3832270"/>
                <a:gd name="connsiteY19" fmla="*/ 2649670 h 2876136"/>
                <a:gd name="connsiteX20" fmla="*/ 1003650 w 3832270"/>
                <a:gd name="connsiteY20" fmla="*/ 2622480 h 2876136"/>
                <a:gd name="connsiteX21" fmla="*/ 1266489 w 3832270"/>
                <a:gd name="connsiteY21" fmla="*/ 2573982 h 2876136"/>
                <a:gd name="connsiteX22" fmla="*/ 1524223 w 3832270"/>
                <a:gd name="connsiteY22" fmla="*/ 2504657 h 2876136"/>
                <a:gd name="connsiteX23" fmla="*/ 1775731 w 3832270"/>
                <a:gd name="connsiteY23" fmla="*/ 2416243 h 2876136"/>
                <a:gd name="connsiteX24" fmla="*/ 2019789 w 3832270"/>
                <a:gd name="connsiteY24" fmla="*/ 2309412 h 2876136"/>
                <a:gd name="connsiteX25" fmla="*/ 2482486 w 3832270"/>
                <a:gd name="connsiteY25" fmla="*/ 2046962 h 2876136"/>
                <a:gd name="connsiteX26" fmla="*/ 2591908 w 3832270"/>
                <a:gd name="connsiteY26" fmla="*/ 1971371 h 2876136"/>
                <a:gd name="connsiteX27" fmla="*/ 2645702 w 3832270"/>
                <a:gd name="connsiteY27" fmla="*/ 1932321 h 2876136"/>
                <a:gd name="connsiteX28" fmla="*/ 2698779 w 3832270"/>
                <a:gd name="connsiteY28" fmla="*/ 1892309 h 2876136"/>
                <a:gd name="connsiteX29" fmla="*/ 2903537 w 3832270"/>
                <a:gd name="connsiteY29" fmla="*/ 1722516 h 2876136"/>
                <a:gd name="connsiteX30" fmla="*/ 3269061 w 3832270"/>
                <a:gd name="connsiteY30" fmla="*/ 1337327 h 2876136"/>
                <a:gd name="connsiteX31" fmla="*/ 3424928 w 3832270"/>
                <a:gd name="connsiteY31" fmla="*/ 1122508 h 2876136"/>
                <a:gd name="connsiteX32" fmla="*/ 3557622 w 3832270"/>
                <a:gd name="connsiteY32" fmla="*/ 893226 h 2876136"/>
                <a:gd name="connsiteX33" fmla="*/ 3587019 w 3832270"/>
                <a:gd name="connsiteY33" fmla="*/ 833929 h 2876136"/>
                <a:gd name="connsiteX34" fmla="*/ 3601310 w 3832270"/>
                <a:gd name="connsiteY34" fmla="*/ 804040 h 2876136"/>
                <a:gd name="connsiteX35" fmla="*/ 3614885 w 3832270"/>
                <a:gd name="connsiteY35" fmla="*/ 773861 h 2876136"/>
                <a:gd name="connsiteX36" fmla="*/ 3640812 w 3832270"/>
                <a:gd name="connsiteY36" fmla="*/ 713022 h 2876136"/>
                <a:gd name="connsiteX37" fmla="*/ 3665105 w 3832270"/>
                <a:gd name="connsiteY37" fmla="*/ 651506 h 2876136"/>
                <a:gd name="connsiteX38" fmla="*/ 3744110 w 3832270"/>
                <a:gd name="connsiteY38" fmla="*/ 399567 h 2876136"/>
                <a:gd name="connsiteX39" fmla="*/ 3792123 w 3832270"/>
                <a:gd name="connsiteY39" fmla="*/ 140444 h 28761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a:ea typeface="+mn-ea"/>
                <a:cs typeface="+mn-cs"/>
              </a:endParaRPr>
            </a:p>
          </p:txBody>
        </p:sp>
      </p:grpSp>
      <p:pic>
        <p:nvPicPr>
          <p:cNvPr id="8" name="Picture 7">
            <a:extLst>
              <a:ext uri="{FF2B5EF4-FFF2-40B4-BE49-F238E27FC236}">
                <a16:creationId xmlns:a16="http://schemas.microsoft.com/office/drawing/2014/main" id="{37923EB8-0C7C-8722-2CFC-1923EA9D26FB}"/>
              </a:ext>
            </a:extLst>
          </p:cNvPr>
          <p:cNvPicPr>
            <a:picLocks noChangeAspect="1"/>
          </p:cNvPicPr>
          <p:nvPr/>
        </p:nvPicPr>
        <p:blipFill>
          <a:blip r:embed="rId2"/>
          <a:stretch>
            <a:fillRect/>
          </a:stretch>
        </p:blipFill>
        <p:spPr>
          <a:xfrm>
            <a:off x="270547" y="266783"/>
            <a:ext cx="11670914" cy="3462137"/>
          </a:xfrm>
          <a:prstGeom prst="rect">
            <a:avLst/>
          </a:prstGeom>
        </p:spPr>
      </p:pic>
    </p:spTree>
    <p:extLst>
      <p:ext uri="{BB962C8B-B14F-4D97-AF65-F5344CB8AC3E}">
        <p14:creationId xmlns:p14="http://schemas.microsoft.com/office/powerpoint/2010/main" val="114785391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362">
          <a:extLst>
            <a:ext uri="{FF2B5EF4-FFF2-40B4-BE49-F238E27FC236}">
              <a16:creationId xmlns:a16="http://schemas.microsoft.com/office/drawing/2014/main" id="{C85B22C9-527C-9C9F-00DF-9390BE88E365}"/>
            </a:ext>
          </a:extLst>
        </p:cNvPr>
        <p:cNvGrpSpPr/>
        <p:nvPr/>
      </p:nvGrpSpPr>
      <p:grpSpPr>
        <a:xfrm>
          <a:off x="0" y="0"/>
          <a:ext cx="0" cy="0"/>
          <a:chOff x="0" y="0"/>
          <a:chExt cx="0" cy="0"/>
        </a:xfrm>
      </p:grpSpPr>
      <p:cxnSp>
        <p:nvCxnSpPr>
          <p:cNvPr id="365" name="Google Shape;365;p11">
            <a:extLst>
              <a:ext uri="{FF2B5EF4-FFF2-40B4-BE49-F238E27FC236}">
                <a16:creationId xmlns:a16="http://schemas.microsoft.com/office/drawing/2014/main" id="{AE177E21-74F2-9130-0CA3-46A0154EF840}"/>
              </a:ext>
              <a:ext uri="{C183D7F6-B498-43B3-948B-1728B52AA6E4}">
                <adec:decorative xmlns:adec="http://schemas.microsoft.com/office/drawing/2017/decorative" val="1"/>
              </a:ext>
            </a:extLst>
          </p:cNvPr>
          <p:cNvCxnSpPr/>
          <p:nvPr/>
        </p:nvCxnSpPr>
        <p:spPr>
          <a:xfrm rot="5400000">
            <a:off x="4714750" y="1691606"/>
            <a:ext cx="540000" cy="0"/>
          </a:xfrm>
          <a:prstGeom prst="straightConnector1">
            <a:avLst/>
          </a:prstGeom>
          <a:noFill/>
          <a:ln w="12700" cap="flat" cmpd="sng">
            <a:solidFill>
              <a:srgbClr val="FFFFFF"/>
            </a:solidFill>
            <a:prstDash val="solid"/>
            <a:round/>
            <a:headEnd type="none" w="sm" len="sm"/>
            <a:tailEnd type="none" w="sm" len="sm"/>
          </a:ln>
        </p:spPr>
      </p:cxnSp>
      <p:sp>
        <p:nvSpPr>
          <p:cNvPr id="2" name="Title 1">
            <a:extLst>
              <a:ext uri="{FF2B5EF4-FFF2-40B4-BE49-F238E27FC236}">
                <a16:creationId xmlns:a16="http://schemas.microsoft.com/office/drawing/2014/main" id="{73418260-E869-F2F3-FED1-644B3CCAA04E}"/>
              </a:ext>
            </a:extLst>
          </p:cNvPr>
          <p:cNvSpPr txBox="1">
            <a:spLocks/>
          </p:cNvSpPr>
          <p:nvPr/>
        </p:nvSpPr>
        <p:spPr>
          <a:xfrm>
            <a:off x="458724" y="278606"/>
            <a:ext cx="11274552" cy="1143000"/>
          </a:xfrm>
          <a:prstGeom prst="rect">
            <a:avLst/>
          </a:prstGeom>
          <a:noFill/>
          <a:ln>
            <a:noFill/>
          </a:ln>
        </p:spPr>
        <p:txBody>
          <a:bodyPr spcFirstLastPara="1" vert="horz" wrap="square" lIns="0" tIns="45720" rIns="10" bIns="45720" rtlCol="0" anchor="ctr" anchorCtr="0">
            <a:noAutofit/>
          </a:bodyPr>
          <a:lstStyle>
            <a:lvl1pPr lvl="0" algn="l" defTabSz="914400" rtl="0" eaLnBrk="1" latinLnBrk="0" hangingPunct="1">
              <a:lnSpc>
                <a:spcPct val="100000"/>
              </a:lnSpc>
              <a:spcBef>
                <a:spcPts val="0"/>
              </a:spcBef>
              <a:spcAft>
                <a:spcPts val="0"/>
              </a:spcAft>
              <a:buClr>
                <a:schemeClr val="dk1"/>
              </a:buClr>
              <a:buSzPts val="1800"/>
              <a:buNone/>
              <a:defRPr sz="4100" b="1" kern="1200">
                <a:solidFill>
                  <a:schemeClr val="tx2"/>
                </a:solidFill>
                <a:latin typeface="Text Me One" pitchFamily="2" charset="0"/>
                <a:ea typeface="+mj-ea"/>
                <a:cs typeface="+mj-cs"/>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pPr marL="0" marR="0" lvl="0" indent="0" algn="l" defTabSz="914400" rtl="0" eaLnBrk="1" fontAlgn="auto" latinLnBrk="0" hangingPunct="1">
              <a:lnSpc>
                <a:spcPct val="100000"/>
              </a:lnSpc>
              <a:spcBef>
                <a:spcPts val="0"/>
              </a:spcBef>
              <a:spcAft>
                <a:spcPts val="0"/>
              </a:spcAft>
              <a:buClr>
                <a:prstClr val="black"/>
              </a:buClr>
              <a:buSzPts val="1800"/>
              <a:buFontTx/>
              <a:buNone/>
              <a:tabLst/>
              <a:defRPr/>
            </a:pPr>
            <a:r>
              <a:rPr kumimoji="0" lang="en-US" sz="4100" b="1" i="0" u="none" strike="noStrike" kern="1200" cap="none" spc="0" normalizeH="0" baseline="0" noProof="0" dirty="0">
                <a:ln>
                  <a:noFill/>
                </a:ln>
                <a:solidFill>
                  <a:srgbClr val="444F9C"/>
                </a:solidFill>
                <a:effectLst/>
                <a:uLnTx/>
                <a:uFillTx/>
                <a:latin typeface="Text Me One" pitchFamily="2" charset="0"/>
                <a:ea typeface="+mj-ea"/>
                <a:cs typeface="+mj-cs"/>
              </a:rPr>
              <a:t>Our Focus in IA Right Now: </a:t>
            </a:r>
            <a:r>
              <a:rPr kumimoji="0" lang="en-US" sz="4100" b="1" i="0" u="none" strike="noStrike" kern="1200" cap="none" spc="0" normalizeH="0" baseline="0" noProof="0" dirty="0">
                <a:ln>
                  <a:noFill/>
                </a:ln>
                <a:solidFill>
                  <a:srgbClr val="FF5DBA">
                    <a:lumMod val="50000"/>
                  </a:srgbClr>
                </a:solidFill>
                <a:effectLst/>
                <a:uLnTx/>
                <a:uFillTx/>
                <a:latin typeface="Text Me One" pitchFamily="2" charset="0"/>
                <a:ea typeface="+mj-ea"/>
                <a:cs typeface="+mj-cs"/>
              </a:rPr>
              <a:t>Support Browsing</a:t>
            </a:r>
          </a:p>
        </p:txBody>
      </p:sp>
      <p:sp>
        <p:nvSpPr>
          <p:cNvPr id="8" name="Content Placeholder 2">
            <a:extLst>
              <a:ext uri="{FF2B5EF4-FFF2-40B4-BE49-F238E27FC236}">
                <a16:creationId xmlns:a16="http://schemas.microsoft.com/office/drawing/2014/main" id="{FDAE748B-AC09-5ACB-8AF9-FE5BD4F548C1}"/>
              </a:ext>
            </a:extLst>
          </p:cNvPr>
          <p:cNvSpPr txBox="1">
            <a:spLocks/>
          </p:cNvSpPr>
          <p:nvPr/>
        </p:nvSpPr>
        <p:spPr>
          <a:xfrm>
            <a:off x="457200" y="1263197"/>
            <a:ext cx="9462977" cy="1143000"/>
          </a:xfrm>
          <a:prstGeom prst="rect">
            <a:avLst/>
          </a:prstGeom>
          <a:noFill/>
          <a:ln>
            <a:noFill/>
          </a:ln>
        </p:spPr>
        <p:txBody>
          <a:bodyPr spcFirstLastPara="1" vert="horz" wrap="square" lIns="0" tIns="45700" rIns="10" bIns="45700" rtlCol="0" anchor="t" anchorCtr="0">
            <a:noAutofit/>
          </a:bodyPr>
          <a:lstStyle>
            <a:lvl1pPr marL="457200" lvl="0" indent="-342900" algn="l" defTabSz="914400" rtl="0" eaLnBrk="1" latinLnBrk="0" hangingPunct="1">
              <a:lnSpc>
                <a:spcPct val="150000"/>
              </a:lnSpc>
              <a:spcBef>
                <a:spcPts val="1000"/>
              </a:spcBef>
              <a:spcAft>
                <a:spcPts val="0"/>
              </a:spcAft>
              <a:buSzPts val="1800"/>
              <a:buFont typeface="Arial" panose="020B0604020202020204" pitchFamily="34" charset="0"/>
              <a:buChar char="·"/>
              <a:defRPr sz="3100" kern="1200">
                <a:solidFill>
                  <a:schemeClr val="bg2">
                    <a:lumMod val="25000"/>
                  </a:schemeClr>
                </a:solidFill>
                <a:latin typeface="Avenir"/>
                <a:ea typeface="+mn-ea"/>
                <a:cs typeface="+mn-cs"/>
              </a:defRPr>
            </a:lvl1pPr>
            <a:lvl2pPr marL="914400" lvl="1" indent="-228600" algn="l" defTabSz="914400" rtl="0" eaLnBrk="1" latinLnBrk="0" hangingPunct="1">
              <a:lnSpc>
                <a:spcPct val="150000"/>
              </a:lnSpc>
              <a:spcBef>
                <a:spcPts val="500"/>
              </a:spcBef>
              <a:spcAft>
                <a:spcPts val="0"/>
              </a:spcAft>
              <a:buClr>
                <a:schemeClr val="dk1"/>
              </a:buClr>
              <a:buSzPts val="1800"/>
              <a:buFont typeface="Arial" panose="020B0604020202020204" pitchFamily="34" charset="0"/>
              <a:buNone/>
              <a:defRPr sz="2700" kern="1200">
                <a:solidFill>
                  <a:schemeClr val="bg2">
                    <a:lumMod val="25000"/>
                  </a:schemeClr>
                </a:solidFill>
                <a:latin typeface="Avenir"/>
                <a:ea typeface="+mn-ea"/>
                <a:cs typeface="+mn-cs"/>
              </a:defRPr>
            </a:lvl2pPr>
            <a:lvl3pPr marL="1371600" lvl="2" indent="-342900" algn="l" defTabSz="914400" rtl="0" eaLnBrk="1" latinLnBrk="0" hangingPunct="1">
              <a:lnSpc>
                <a:spcPct val="150000"/>
              </a:lnSpc>
              <a:spcBef>
                <a:spcPts val="500"/>
              </a:spcBef>
              <a:spcAft>
                <a:spcPts val="0"/>
              </a:spcAft>
              <a:buSzPts val="1800"/>
              <a:buFont typeface="Arial" panose="020B0604020202020204" pitchFamily="34" charset="0"/>
              <a:buChar char="·"/>
              <a:defRPr sz="2400" kern="1200">
                <a:solidFill>
                  <a:schemeClr val="bg2">
                    <a:lumMod val="25000"/>
                  </a:schemeClr>
                </a:solidFill>
                <a:latin typeface="Avenir"/>
                <a:ea typeface="+mn-ea"/>
                <a:cs typeface="+mn-cs"/>
              </a:defRPr>
            </a:lvl3pPr>
            <a:lvl4pPr marL="1828800" lvl="3" indent="-228600" algn="l" defTabSz="914400" rtl="0" eaLnBrk="1" latinLnBrk="0" hangingPunct="1">
              <a:lnSpc>
                <a:spcPct val="150000"/>
              </a:lnSpc>
              <a:spcBef>
                <a:spcPts val="500"/>
              </a:spcBef>
              <a:spcAft>
                <a:spcPts val="0"/>
              </a:spcAft>
              <a:buSzPts val="1800"/>
              <a:buFont typeface="Arial" panose="020B0604020202020204" pitchFamily="34" charset="0"/>
              <a:buNone/>
              <a:defRPr sz="2100" kern="1200">
                <a:solidFill>
                  <a:schemeClr val="bg2">
                    <a:lumMod val="25000"/>
                  </a:schemeClr>
                </a:solidFill>
                <a:latin typeface="Avenir"/>
                <a:ea typeface="+mn-ea"/>
                <a:cs typeface="+mn-cs"/>
              </a:defRPr>
            </a:lvl4pPr>
            <a:lvl5pPr marL="2286000" lvl="4" indent="-342900" algn="l" defTabSz="914400" rtl="0" eaLnBrk="1" latinLnBrk="0" hangingPunct="1">
              <a:lnSpc>
                <a:spcPct val="150000"/>
              </a:lnSpc>
              <a:spcBef>
                <a:spcPts val="500"/>
              </a:spcBef>
              <a:spcAft>
                <a:spcPts val="0"/>
              </a:spcAft>
              <a:buSzPts val="1800"/>
              <a:buFont typeface="Arial" panose="020B0604020202020204" pitchFamily="34" charset="0"/>
              <a:buChar char="·"/>
              <a:defRPr sz="2000" kern="1200">
                <a:solidFill>
                  <a:schemeClr val="bg2">
                    <a:lumMod val="25000"/>
                  </a:schemeClr>
                </a:solidFill>
                <a:latin typeface="Avenir"/>
                <a:ea typeface="+mn-ea"/>
                <a:cs typeface="+mn-cs"/>
              </a:defRPr>
            </a:lvl5pPr>
            <a:lvl6pPr marL="2743200" lvl="5" indent="-342900" algn="l" defTabSz="914400" rtl="0" eaLnBrk="1" latinLnBrk="0" hangingPunct="1">
              <a:lnSpc>
                <a:spcPct val="90000"/>
              </a:lnSpc>
              <a:spcBef>
                <a:spcPts val="500"/>
              </a:spcBef>
              <a:spcAft>
                <a:spcPts val="0"/>
              </a:spcAft>
              <a:buClr>
                <a:schemeClr val="dk1"/>
              </a:buClr>
              <a:buSzPts val="1800"/>
              <a:buFont typeface="Arial" panose="020B0604020202020204" pitchFamily="34" charset="0"/>
              <a:buChar char="•"/>
              <a:defRPr sz="1800" kern="1200">
                <a:solidFill>
                  <a:schemeClr val="tx1"/>
                </a:solidFill>
                <a:latin typeface="+mn-lt"/>
                <a:ea typeface="+mn-ea"/>
                <a:cs typeface="+mn-cs"/>
              </a:defRPr>
            </a:lvl6pPr>
            <a:lvl7pPr marL="3200400" lvl="6" indent="-342900" algn="l" defTabSz="914400" rtl="0" eaLnBrk="1" latinLnBrk="0" hangingPunct="1">
              <a:lnSpc>
                <a:spcPct val="90000"/>
              </a:lnSpc>
              <a:spcBef>
                <a:spcPts val="500"/>
              </a:spcBef>
              <a:spcAft>
                <a:spcPts val="0"/>
              </a:spcAft>
              <a:buClr>
                <a:schemeClr val="dk1"/>
              </a:buClr>
              <a:buSzPts val="1800"/>
              <a:buFont typeface="Arial" panose="020B0604020202020204" pitchFamily="34" charset="0"/>
              <a:buChar char="•"/>
              <a:defRPr sz="1800" kern="1200">
                <a:solidFill>
                  <a:schemeClr val="tx1"/>
                </a:solidFill>
                <a:latin typeface="+mn-lt"/>
                <a:ea typeface="+mn-ea"/>
                <a:cs typeface="+mn-cs"/>
              </a:defRPr>
            </a:lvl7pPr>
            <a:lvl8pPr marL="3657600" lvl="7" indent="-342900" algn="l" defTabSz="914400" rtl="0" eaLnBrk="1" latinLnBrk="0" hangingPunct="1">
              <a:lnSpc>
                <a:spcPct val="90000"/>
              </a:lnSpc>
              <a:spcBef>
                <a:spcPts val="500"/>
              </a:spcBef>
              <a:spcAft>
                <a:spcPts val="0"/>
              </a:spcAft>
              <a:buClr>
                <a:schemeClr val="dk1"/>
              </a:buClr>
              <a:buSzPts val="1800"/>
              <a:buFont typeface="Arial" panose="020B0604020202020204" pitchFamily="34" charset="0"/>
              <a:buChar char="•"/>
              <a:defRPr sz="1800" kern="1200">
                <a:solidFill>
                  <a:schemeClr val="tx1"/>
                </a:solidFill>
                <a:latin typeface="+mn-lt"/>
                <a:ea typeface="+mn-ea"/>
                <a:cs typeface="+mn-cs"/>
              </a:defRPr>
            </a:lvl8pPr>
            <a:lvl9pPr marL="4114800" lvl="8" indent="-342900" algn="l" defTabSz="914400" rtl="0" eaLnBrk="1" latinLnBrk="0" hangingPunct="1">
              <a:lnSpc>
                <a:spcPct val="90000"/>
              </a:lnSpc>
              <a:spcBef>
                <a:spcPts val="500"/>
              </a:spcBef>
              <a:spcAft>
                <a:spcPts val="0"/>
              </a:spcAft>
              <a:buClr>
                <a:schemeClr val="dk1"/>
              </a:buClr>
              <a:buSzPts val="1800"/>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1000"/>
              </a:spcBef>
              <a:spcAft>
                <a:spcPts val="0"/>
              </a:spcAft>
              <a:buClrTx/>
              <a:buSzPts val="1800"/>
              <a:buFont typeface="Arial" panose="020B0604020202020204" pitchFamily="34" charset="0"/>
              <a:buNone/>
              <a:tabLst/>
              <a:defRPr/>
            </a:pPr>
            <a:r>
              <a:rPr kumimoji="0" lang="en-US" sz="2000" b="0" i="0" u="none" strike="noStrike" kern="1200" cap="none" spc="0" normalizeH="0" baseline="0" noProof="0" dirty="0">
                <a:ln>
                  <a:noFill/>
                </a:ln>
                <a:solidFill>
                  <a:srgbClr val="E8E8E8">
                    <a:lumMod val="25000"/>
                  </a:srgbClr>
                </a:solidFill>
                <a:effectLst/>
                <a:uLnTx/>
                <a:uFillTx/>
                <a:latin typeface="Avenir"/>
                <a:ea typeface="+mn-ea"/>
                <a:cs typeface="+mn-cs"/>
              </a:rPr>
              <a:t>For now, let's set aside searching to focus on browsing. We need to consider how the labels we choose, the navigation elements we create, and the organization and layouts we apply can support browsing types.</a:t>
            </a:r>
          </a:p>
        </p:txBody>
      </p:sp>
      <p:sp>
        <p:nvSpPr>
          <p:cNvPr id="11" name="TextBox 10">
            <a:extLst>
              <a:ext uri="{FF2B5EF4-FFF2-40B4-BE49-F238E27FC236}">
                <a16:creationId xmlns:a16="http://schemas.microsoft.com/office/drawing/2014/main" id="{7ACA461D-1765-F6E0-F060-C8F30409850D}"/>
              </a:ext>
            </a:extLst>
          </p:cNvPr>
          <p:cNvSpPr txBox="1"/>
          <p:nvPr/>
        </p:nvSpPr>
        <p:spPr>
          <a:xfrm>
            <a:off x="457200" y="6406552"/>
            <a:ext cx="11734800" cy="32316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sz="1500" b="0" i="0" u="none" strike="noStrike" kern="1200" cap="none" spc="0" normalizeH="0" baseline="0" noProof="0" dirty="0">
                <a:ln>
                  <a:noFill/>
                </a:ln>
                <a:solidFill>
                  <a:prstClr val="black"/>
                </a:solidFill>
                <a:effectLst/>
                <a:uLnTx/>
                <a:uFillTx/>
                <a:latin typeface="Avenir"/>
                <a:ea typeface="+mn-ea"/>
                <a:cs typeface="+mn-cs"/>
              </a:rPr>
              <a:t>Rosenfeld, Morville, &amp; Arango (2015). 5. The Anatomy of an Information Architecture. In </a:t>
            </a:r>
            <a:r>
              <a:rPr kumimoji="0" lang="en-US" sz="1500" b="0" i="1" u="none" strike="noStrike" kern="1200" cap="none" spc="0" normalizeH="0" baseline="0" noProof="0" dirty="0">
                <a:ln>
                  <a:noFill/>
                </a:ln>
                <a:solidFill>
                  <a:prstClr val="black"/>
                </a:solidFill>
                <a:effectLst/>
                <a:uLnTx/>
                <a:uFillTx/>
                <a:latin typeface="Avenir"/>
                <a:ea typeface="+mn-ea"/>
                <a:cs typeface="+mn-cs"/>
              </a:rPr>
              <a:t>Information Architecture, 4th Edition. </a:t>
            </a:r>
            <a:r>
              <a:rPr kumimoji="0" lang="en-US" sz="1500" b="0" i="0" u="none" strike="noStrike" kern="1200" cap="none" spc="0" normalizeH="0" baseline="0" noProof="0" dirty="0">
                <a:ln>
                  <a:noFill/>
                </a:ln>
                <a:solidFill>
                  <a:prstClr val="black"/>
                </a:solidFill>
                <a:effectLst/>
                <a:uLnTx/>
                <a:uFillTx/>
                <a:latin typeface="Avenir"/>
                <a:ea typeface="+mn-ea"/>
                <a:cs typeface="+mn-cs"/>
              </a:rPr>
              <a:t>O’Reilly Media, Inc.</a:t>
            </a:r>
          </a:p>
        </p:txBody>
      </p:sp>
      <p:sp>
        <p:nvSpPr>
          <p:cNvPr id="19" name="TextBox 18">
            <a:extLst>
              <a:ext uri="{FF2B5EF4-FFF2-40B4-BE49-F238E27FC236}">
                <a16:creationId xmlns:a16="http://schemas.microsoft.com/office/drawing/2014/main" id="{BEEDB48F-8371-46B5-BFBA-3C3285418467}"/>
              </a:ext>
            </a:extLst>
          </p:cNvPr>
          <p:cNvSpPr txBox="1"/>
          <p:nvPr/>
        </p:nvSpPr>
        <p:spPr>
          <a:xfrm>
            <a:off x="389984" y="4559893"/>
            <a:ext cx="3815497" cy="1554272"/>
          </a:xfrm>
          <a:prstGeom prst="rect">
            <a:avLst/>
          </a:prstGeom>
          <a:solidFill>
            <a:schemeClr val="bg1"/>
          </a:solidFill>
        </p:spPr>
        <p:txBody>
          <a:bodyPr wrap="square">
            <a:spAutoFit/>
          </a:bodyPr>
          <a:lstStyle/>
          <a:p>
            <a:pPr marL="228600" marR="0" lvl="0" indent="0" algn="l" defTabSz="914400" rtl="0" eaLnBrk="1" fontAlgn="auto" latinLnBrk="0" hangingPunct="1">
              <a:lnSpc>
                <a:spcPct val="100000"/>
              </a:lnSpc>
              <a:spcBef>
                <a:spcPts val="0"/>
              </a:spcBef>
              <a:spcAft>
                <a:spcPts val="1200"/>
              </a:spcAft>
              <a:buClrTx/>
              <a:buSzTx/>
              <a:buFontTx/>
              <a:buNone/>
              <a:tabLst/>
              <a:defRPr/>
            </a:pPr>
            <a:r>
              <a:rPr kumimoji="0" lang="en-US" sz="1900" b="0" i="1" u="none" strike="noStrike" kern="1200" cap="none" spc="0" normalizeH="0" baseline="0" noProof="0" dirty="0">
                <a:ln>
                  <a:noFill/>
                </a:ln>
                <a:solidFill>
                  <a:srgbClr val="9B8BBD">
                    <a:lumMod val="75000"/>
                  </a:srgbClr>
                </a:solidFill>
                <a:effectLst/>
                <a:uLnTx/>
                <a:uFillTx/>
                <a:latin typeface="Avenir"/>
                <a:ea typeface="+mn-ea"/>
                <a:cs typeface="+mn-cs"/>
              </a:rPr>
              <a:t>Organization systems present the site’s information to us in a variety of ways, such as content categories that pertain to the entire campus […].</a:t>
            </a:r>
          </a:p>
        </p:txBody>
      </p:sp>
      <p:sp>
        <p:nvSpPr>
          <p:cNvPr id="22" name="TextBox 21">
            <a:extLst>
              <a:ext uri="{FF2B5EF4-FFF2-40B4-BE49-F238E27FC236}">
                <a16:creationId xmlns:a16="http://schemas.microsoft.com/office/drawing/2014/main" id="{1A341B95-B002-0B0C-EFD8-05AB75EF8DBC}"/>
              </a:ext>
            </a:extLst>
          </p:cNvPr>
          <p:cNvSpPr txBox="1"/>
          <p:nvPr/>
        </p:nvSpPr>
        <p:spPr>
          <a:xfrm>
            <a:off x="4272697" y="4559893"/>
            <a:ext cx="3815497" cy="1554272"/>
          </a:xfrm>
          <a:prstGeom prst="rect">
            <a:avLst/>
          </a:prstGeom>
          <a:solidFill>
            <a:schemeClr val="bg1"/>
          </a:solidFill>
        </p:spPr>
        <p:txBody>
          <a:bodyPr wrap="square">
            <a:spAutoFit/>
          </a:bodyPr>
          <a:lstStyle/>
          <a:p>
            <a:pPr marL="228600" marR="0" lvl="0" indent="0" algn="l" defTabSz="914400" rtl="0" eaLnBrk="1" fontAlgn="auto" latinLnBrk="0" hangingPunct="1">
              <a:lnSpc>
                <a:spcPct val="100000"/>
              </a:lnSpc>
              <a:spcBef>
                <a:spcPts val="0"/>
              </a:spcBef>
              <a:spcAft>
                <a:spcPts val="1200"/>
              </a:spcAft>
              <a:buClrTx/>
              <a:buSzTx/>
              <a:buFontTx/>
              <a:buNone/>
              <a:tabLst/>
              <a:defRPr/>
            </a:pPr>
            <a:r>
              <a:rPr kumimoji="0" lang="en-US" sz="1900" b="0" i="1" u="none" strike="noStrike" kern="1200" cap="none" spc="0" normalizeH="0" baseline="0" noProof="0" dirty="0">
                <a:ln>
                  <a:noFill/>
                </a:ln>
                <a:solidFill>
                  <a:srgbClr val="9B8BBD">
                    <a:lumMod val="75000"/>
                  </a:srgbClr>
                </a:solidFill>
                <a:effectLst/>
                <a:uLnTx/>
                <a:uFillTx/>
                <a:latin typeface="Avenir"/>
                <a:ea typeface="+mn-ea"/>
                <a:cs typeface="+mn-cs"/>
              </a:rPr>
              <a:t>Navigation systems help users move through the content, such as with the custom organization of the individual drop-down menus in the main navigation bar.</a:t>
            </a:r>
          </a:p>
        </p:txBody>
      </p:sp>
      <p:sp>
        <p:nvSpPr>
          <p:cNvPr id="25" name="TextBox 24">
            <a:extLst>
              <a:ext uri="{FF2B5EF4-FFF2-40B4-BE49-F238E27FC236}">
                <a16:creationId xmlns:a16="http://schemas.microsoft.com/office/drawing/2014/main" id="{FAEDB079-1F1C-F108-9AF4-DDA6C6DED180}"/>
              </a:ext>
            </a:extLst>
          </p:cNvPr>
          <p:cNvSpPr txBox="1"/>
          <p:nvPr/>
        </p:nvSpPr>
        <p:spPr>
          <a:xfrm>
            <a:off x="8155410" y="4559893"/>
            <a:ext cx="4013475" cy="1846659"/>
          </a:xfrm>
          <a:prstGeom prst="rect">
            <a:avLst/>
          </a:prstGeom>
          <a:solidFill>
            <a:schemeClr val="bg1"/>
          </a:solidFill>
        </p:spPr>
        <p:txBody>
          <a:bodyPr wrap="square">
            <a:spAutoFit/>
          </a:bodyPr>
          <a:lstStyle/>
          <a:p>
            <a:pPr marL="228600" marR="0" lvl="0" indent="0" algn="l" defTabSz="914400" rtl="0" eaLnBrk="1" fontAlgn="auto" latinLnBrk="0" hangingPunct="1">
              <a:lnSpc>
                <a:spcPct val="100000"/>
              </a:lnSpc>
              <a:spcBef>
                <a:spcPts val="0"/>
              </a:spcBef>
              <a:spcAft>
                <a:spcPts val="0"/>
              </a:spcAft>
              <a:buClrTx/>
              <a:buSzTx/>
              <a:buFontTx/>
              <a:buNone/>
              <a:tabLst/>
              <a:defRPr/>
            </a:pPr>
            <a:r>
              <a:rPr kumimoji="0" lang="en-US" sz="1900" b="0" i="1" u="none" strike="noStrike" kern="1200" cap="none" spc="0" normalizeH="0" baseline="0" noProof="0" dirty="0">
                <a:ln>
                  <a:noFill/>
                </a:ln>
                <a:solidFill>
                  <a:srgbClr val="9B8BBD">
                    <a:lumMod val="75000"/>
                  </a:srgbClr>
                </a:solidFill>
                <a:effectLst/>
                <a:uLnTx/>
                <a:uFillTx/>
                <a:latin typeface="Avenir"/>
                <a:ea typeface="+mn-ea"/>
                <a:cs typeface="+mn-cs"/>
              </a:rPr>
              <a:t>Labeling systems describe categories, options, and links in language that (hopefully) is meaningful to users; you’ll see examples throughout the page (e.g., “Admission,” “Alumni,” “Events”).</a:t>
            </a:r>
          </a:p>
        </p:txBody>
      </p:sp>
      <p:pic>
        <p:nvPicPr>
          <p:cNvPr id="35" name="Picture 34">
            <a:extLst>
              <a:ext uri="{FF2B5EF4-FFF2-40B4-BE49-F238E27FC236}">
                <a16:creationId xmlns:a16="http://schemas.microsoft.com/office/drawing/2014/main" id="{5437AE60-1B7E-AF10-4EA4-9A34C0F332F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409468" y="2381104"/>
            <a:ext cx="2667372" cy="2095792"/>
          </a:xfrm>
          <a:prstGeom prst="rect">
            <a:avLst/>
          </a:prstGeom>
          <a:effectLst>
            <a:softEdge rad="63500"/>
          </a:effectLst>
        </p:spPr>
      </p:pic>
      <p:pic>
        <p:nvPicPr>
          <p:cNvPr id="37" name="Picture 36">
            <a:extLst>
              <a:ext uri="{FF2B5EF4-FFF2-40B4-BE49-F238E27FC236}">
                <a16:creationId xmlns:a16="http://schemas.microsoft.com/office/drawing/2014/main" id="{BCF6C59F-DF05-A337-2E14-6B54F5A359F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762314" y="2381104"/>
            <a:ext cx="2667372" cy="2095792"/>
          </a:xfrm>
          <a:prstGeom prst="rect">
            <a:avLst/>
          </a:prstGeom>
          <a:effectLst>
            <a:softEdge rad="63500"/>
          </a:effectLst>
        </p:spPr>
      </p:pic>
      <p:pic>
        <p:nvPicPr>
          <p:cNvPr id="41" name="Picture 40">
            <a:extLst>
              <a:ext uri="{FF2B5EF4-FFF2-40B4-BE49-F238E27FC236}">
                <a16:creationId xmlns:a16="http://schemas.microsoft.com/office/drawing/2014/main" id="{A4218DD3-F534-6E0D-8075-695B010FE32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115160" y="2406197"/>
            <a:ext cx="2667372" cy="2095792"/>
          </a:xfrm>
          <a:prstGeom prst="rect">
            <a:avLst/>
          </a:prstGeom>
          <a:effectLst>
            <a:softEdge rad="63500"/>
          </a:effectLst>
        </p:spPr>
      </p:pic>
    </p:spTree>
    <p:extLst>
      <p:ext uri="{BB962C8B-B14F-4D97-AF65-F5344CB8AC3E}">
        <p14:creationId xmlns:p14="http://schemas.microsoft.com/office/powerpoint/2010/main" val="407679263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D93394DA-E684-47C2-9020-13225823F40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a:ea typeface="+mn-ea"/>
              <a:cs typeface="+mn-cs"/>
            </a:endParaRPr>
          </a:p>
        </p:txBody>
      </p:sp>
      <p:sp>
        <p:nvSpPr>
          <p:cNvPr id="9" name="Rectangle 8" descr="Document">
            <a:extLst>
              <a:ext uri="{FF2B5EF4-FFF2-40B4-BE49-F238E27FC236}">
                <a16:creationId xmlns:a16="http://schemas.microsoft.com/office/drawing/2014/main" id="{B121BAE6-0232-6C1B-5F28-329974949E61}"/>
              </a:ext>
            </a:extLst>
          </p:cNvPr>
          <p:cNvSpPr/>
          <p:nvPr/>
        </p:nvSpPr>
        <p:spPr>
          <a:xfrm>
            <a:off x="9980453" y="1417638"/>
            <a:ext cx="2318344" cy="2424902"/>
          </a:xfrm>
          <a:prstGeom prst="rect">
            <a:avLst/>
          </a:prstGeom>
          <a: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a:ea typeface="+mn-ea"/>
              <a:cs typeface="+mn-cs"/>
            </a:endParaRPr>
          </a:p>
        </p:txBody>
      </p:sp>
      <p:graphicFrame>
        <p:nvGraphicFramePr>
          <p:cNvPr id="5" name="Content Placeholder 2">
            <a:extLst>
              <a:ext uri="{FF2B5EF4-FFF2-40B4-BE49-F238E27FC236}">
                <a16:creationId xmlns:a16="http://schemas.microsoft.com/office/drawing/2014/main" id="{A96D3FE5-A469-5DF2-39A0-D326586E2B22}"/>
              </a:ext>
            </a:extLst>
          </p:cNvPr>
          <p:cNvGraphicFramePr>
            <a:graphicFrameLocks noGrp="1"/>
          </p:cNvGraphicFramePr>
          <p:nvPr>
            <p:ph idx="1"/>
          </p:nvPr>
        </p:nvGraphicFramePr>
        <p:xfrm>
          <a:off x="680484" y="1417638"/>
          <a:ext cx="9409814" cy="4667250"/>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p:sp>
        <p:nvSpPr>
          <p:cNvPr id="8" name="Title 1">
            <a:extLst>
              <a:ext uri="{FF2B5EF4-FFF2-40B4-BE49-F238E27FC236}">
                <a16:creationId xmlns:a16="http://schemas.microsoft.com/office/drawing/2014/main" id="{2BD17694-517A-8500-B007-31B8AC1724B1}"/>
              </a:ext>
            </a:extLst>
          </p:cNvPr>
          <p:cNvSpPr>
            <a:spLocks noGrp="1"/>
          </p:cNvSpPr>
          <p:nvPr>
            <p:ph type="title"/>
          </p:nvPr>
        </p:nvSpPr>
        <p:spPr>
          <a:xfrm>
            <a:off x="680484" y="274638"/>
            <a:ext cx="11052856" cy="1143000"/>
          </a:xfrm>
        </p:spPr>
        <p:txBody>
          <a:bodyPr vert="horz" lIns="0" tIns="45720" rIns="10" bIns="45720" rtlCol="0" anchor="ctr">
            <a:noAutofit/>
          </a:bodyPr>
          <a:lstStyle/>
          <a:p>
            <a:pPr algn="l"/>
            <a:r>
              <a:rPr lang="en-US" dirty="0"/>
              <a:t>Supporting Browsing for Known Information</a:t>
            </a:r>
            <a:endParaRPr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342929E-C048-815E-5718-7F1AE77AF5FE}"/>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F3060C83-F051-4F0E-ABAD-AA0DFC48B21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venir"/>
              <a:ea typeface="+mn-ea"/>
              <a:cs typeface="+mn-cs"/>
            </a:endParaRPr>
          </a:p>
        </p:txBody>
      </p:sp>
      <p:sp>
        <p:nvSpPr>
          <p:cNvPr id="274" name="Freeform: Shape 273">
            <a:extLst>
              <a:ext uri="{FF2B5EF4-FFF2-40B4-BE49-F238E27FC236}">
                <a16:creationId xmlns:a16="http://schemas.microsoft.com/office/drawing/2014/main" id="{934681FB-A833-C323-5A4D-970768511967}"/>
              </a:ext>
            </a:extLst>
          </p:cNvPr>
          <p:cNvSpPr/>
          <p:nvPr/>
        </p:nvSpPr>
        <p:spPr>
          <a:xfrm>
            <a:off x="1428277" y="288485"/>
            <a:ext cx="2074543" cy="1659634"/>
          </a:xfrm>
          <a:custGeom>
            <a:avLst/>
            <a:gdLst>
              <a:gd name="csX0" fmla="*/ 0 w 2074543"/>
              <a:gd name="csY0" fmla="*/ 0 h 1659634"/>
              <a:gd name="csX1" fmla="*/ 2074544 w 2074543"/>
              <a:gd name="csY1" fmla="*/ 0 h 1659634"/>
              <a:gd name="csX2" fmla="*/ 0 w 2074543"/>
              <a:gd name="csY2" fmla="*/ 1659635 h 1659634"/>
            </a:gdLst>
            <a:ahLst/>
            <a:cxnLst>
              <a:cxn ang="0">
                <a:pos x="csX0" y="csY0"/>
              </a:cxn>
              <a:cxn ang="0">
                <a:pos x="csX1" y="csY1"/>
              </a:cxn>
              <a:cxn ang="0">
                <a:pos x="csX2" y="csY2"/>
              </a:cxn>
            </a:cxnLst>
            <a:rect l="l" t="t" r="r" b="b"/>
            <a:pathLst>
              <a:path w="2074543" h="1659634">
                <a:moveTo>
                  <a:pt x="0" y="0"/>
                </a:moveTo>
                <a:lnTo>
                  <a:pt x="2074544" y="0"/>
                </a:lnTo>
                <a:lnTo>
                  <a:pt x="0" y="1659635"/>
                </a:lnTo>
                <a:close/>
              </a:path>
            </a:pathLst>
          </a:custGeom>
          <a:solidFill>
            <a:srgbClr val="FEF8DD">
              <a:alpha val="55000"/>
            </a:srgbClr>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7" name="Freeform: Shape 16">
            <a:extLst>
              <a:ext uri="{FF2B5EF4-FFF2-40B4-BE49-F238E27FC236}">
                <a16:creationId xmlns:a16="http://schemas.microsoft.com/office/drawing/2014/main" id="{83C98ABE-055B-441F-B07E-44F97F083C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376156" y="-253670"/>
            <a:ext cx="1827638" cy="1376989"/>
          </a:xfrm>
          <a:custGeom>
            <a:avLst/>
            <a:gdLst>
              <a:gd name="connsiteX0" fmla="*/ 0 w 1827638"/>
              <a:gd name="connsiteY0" fmla="*/ 987379 h 1376989"/>
              <a:gd name="connsiteX1" fmla="*/ 987379 w 1827638"/>
              <a:gd name="connsiteY1" fmla="*/ 0 h 1376989"/>
              <a:gd name="connsiteX2" fmla="*/ 1827638 w 1827638"/>
              <a:gd name="connsiteY2" fmla="*/ 840260 h 1376989"/>
              <a:gd name="connsiteX3" fmla="*/ 1827638 w 1827638"/>
              <a:gd name="connsiteY3" fmla="*/ 1376989 h 1376989"/>
              <a:gd name="connsiteX4" fmla="*/ 0 w 1827638"/>
              <a:gd name="connsiteY4" fmla="*/ 1376989 h 13769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27638" h="1376989">
                <a:moveTo>
                  <a:pt x="0" y="987379"/>
                </a:moveTo>
                <a:lnTo>
                  <a:pt x="987379" y="0"/>
                </a:lnTo>
                <a:lnTo>
                  <a:pt x="1827638" y="840260"/>
                </a:lnTo>
                <a:lnTo>
                  <a:pt x="1827638" y="1376989"/>
                </a:lnTo>
                <a:lnTo>
                  <a:pt x="0" y="1376989"/>
                </a:lnTo>
                <a:close/>
              </a:path>
            </a:pathLst>
          </a:cu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venir"/>
              <a:ea typeface="+mn-ea"/>
              <a:cs typeface="+mn-cs"/>
            </a:endParaRPr>
          </a:p>
        </p:txBody>
      </p:sp>
      <p:sp>
        <p:nvSpPr>
          <p:cNvPr id="19" name="Rectangle 18">
            <a:extLst>
              <a:ext uri="{FF2B5EF4-FFF2-40B4-BE49-F238E27FC236}">
                <a16:creationId xmlns:a16="http://schemas.microsoft.com/office/drawing/2014/main" id="{29FDB030-9B49-4CED-8CCD-4D99382388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891641" y="422146"/>
            <a:ext cx="645368" cy="645368"/>
          </a:xfrm>
          <a:prstGeom prst="rect">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a:ea typeface="+mn-ea"/>
              <a:cs typeface="+mn-cs"/>
            </a:endParaRPr>
          </a:p>
        </p:txBody>
      </p:sp>
      <p:sp>
        <p:nvSpPr>
          <p:cNvPr id="21" name="Rectangle 20">
            <a:extLst>
              <a:ext uri="{FF2B5EF4-FFF2-40B4-BE49-F238E27FC236}">
                <a16:creationId xmlns:a16="http://schemas.microsoft.com/office/drawing/2014/main" id="{3783CA14-24A1-485C-8B30-D6A5D87987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10043482" y="655140"/>
            <a:ext cx="687472" cy="687472"/>
          </a:xfrm>
          <a:prstGeom prst="rect">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a:ea typeface="+mn-ea"/>
              <a:cs typeface="+mn-cs"/>
            </a:endParaRPr>
          </a:p>
        </p:txBody>
      </p:sp>
      <p:sp>
        <p:nvSpPr>
          <p:cNvPr id="23" name="Freeform: Shape 22">
            <a:extLst>
              <a:ext uri="{FF2B5EF4-FFF2-40B4-BE49-F238E27FC236}">
                <a16:creationId xmlns:a16="http://schemas.microsoft.com/office/drawing/2014/main" id="{9A97C86A-04D6-40F7-AE84-31AB43E6A8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9356643" y="0"/>
            <a:ext cx="2835357" cy="1480837"/>
          </a:xfrm>
          <a:custGeom>
            <a:avLst/>
            <a:gdLst>
              <a:gd name="connsiteX0" fmla="*/ 2835357 w 2835357"/>
              <a:gd name="connsiteY0" fmla="*/ 1480837 h 1480837"/>
              <a:gd name="connsiteX1" fmla="*/ 0 w 2835357"/>
              <a:gd name="connsiteY1" fmla="*/ 1480837 h 1480837"/>
              <a:gd name="connsiteX2" fmla="*/ 1552727 w 2835357"/>
              <a:gd name="connsiteY2" fmla="*/ 0 h 1480837"/>
              <a:gd name="connsiteX3" fmla="*/ 2835357 w 2835357"/>
              <a:gd name="connsiteY3" fmla="*/ 1223245 h 1480837"/>
            </a:gdLst>
            <a:ahLst/>
            <a:cxnLst>
              <a:cxn ang="0">
                <a:pos x="connsiteX0" y="connsiteY0"/>
              </a:cxn>
              <a:cxn ang="0">
                <a:pos x="connsiteX1" y="connsiteY1"/>
              </a:cxn>
              <a:cxn ang="0">
                <a:pos x="connsiteX2" y="connsiteY2"/>
              </a:cxn>
              <a:cxn ang="0">
                <a:pos x="connsiteX3" y="connsiteY3"/>
              </a:cxn>
            </a:cxnLst>
            <a:rect l="l" t="t" r="r" b="b"/>
            <a:pathLst>
              <a:path w="2835357" h="1480837">
                <a:moveTo>
                  <a:pt x="2835357" y="1480837"/>
                </a:moveTo>
                <a:lnTo>
                  <a:pt x="0" y="1480837"/>
                </a:lnTo>
                <a:lnTo>
                  <a:pt x="1552727" y="0"/>
                </a:lnTo>
                <a:lnTo>
                  <a:pt x="2835357" y="1223245"/>
                </a:lnTo>
                <a:close/>
              </a:path>
            </a:pathLst>
          </a:cu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venir"/>
              <a:ea typeface="+mn-ea"/>
              <a:cs typeface="+mn-cs"/>
            </a:endParaRPr>
          </a:p>
        </p:txBody>
      </p:sp>
      <p:sp>
        <p:nvSpPr>
          <p:cNvPr id="25" name="Isosceles Triangle 24">
            <a:extLst>
              <a:ext uri="{FF2B5EF4-FFF2-40B4-BE49-F238E27FC236}">
                <a16:creationId xmlns:a16="http://schemas.microsoft.com/office/drawing/2014/main" id="{FF9F2414-84E8-453E-B1F3-389FDE8192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976344" y="6115501"/>
            <a:ext cx="1494513" cy="742499"/>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a:ea typeface="+mn-ea"/>
              <a:cs typeface="+mn-cs"/>
            </a:endParaRPr>
          </a:p>
        </p:txBody>
      </p:sp>
      <p:sp>
        <p:nvSpPr>
          <p:cNvPr id="191" name="Oval 190">
            <a:extLst>
              <a:ext uri="{FF2B5EF4-FFF2-40B4-BE49-F238E27FC236}">
                <a16:creationId xmlns:a16="http://schemas.microsoft.com/office/drawing/2014/main" id="{2E169017-4899-85DA-DC7A-04133A0AF1D6}"/>
              </a:ext>
            </a:extLst>
          </p:cNvPr>
          <p:cNvSpPr/>
          <p:nvPr/>
        </p:nvSpPr>
        <p:spPr>
          <a:xfrm>
            <a:off x="1058316" y="5004614"/>
            <a:ext cx="1929325" cy="1929325"/>
          </a:xfrm>
          <a:prstGeom prst="ellipse">
            <a:avLst/>
          </a:prstGeom>
          <a:solidFill>
            <a:srgbClr val="F4F4F4">
              <a:alpha val="60000"/>
            </a:srgbClr>
          </a:solidFill>
          <a:ln w="1071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92" name="Oval 191">
            <a:extLst>
              <a:ext uri="{FF2B5EF4-FFF2-40B4-BE49-F238E27FC236}">
                <a16:creationId xmlns:a16="http://schemas.microsoft.com/office/drawing/2014/main" id="{0F1240A1-2D88-6C21-0ABA-F2A402D385A5}"/>
              </a:ext>
            </a:extLst>
          </p:cNvPr>
          <p:cNvSpPr/>
          <p:nvPr/>
        </p:nvSpPr>
        <p:spPr>
          <a:xfrm>
            <a:off x="1433463" y="5379761"/>
            <a:ext cx="1179032" cy="1179032"/>
          </a:xfrm>
          <a:prstGeom prst="ellipse">
            <a:avLst/>
          </a:prstGeom>
          <a:solidFill>
            <a:srgbClr val="EDEEF5">
              <a:alpha val="50000"/>
            </a:srgbClr>
          </a:solidFill>
          <a:ln w="1071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93" name="TextBox 192">
            <a:extLst>
              <a:ext uri="{FF2B5EF4-FFF2-40B4-BE49-F238E27FC236}">
                <a16:creationId xmlns:a16="http://schemas.microsoft.com/office/drawing/2014/main" id="{27784C30-A873-4BDA-9E83-3248FE16F220}"/>
              </a:ext>
            </a:extLst>
          </p:cNvPr>
          <p:cNvSpPr txBox="1"/>
          <p:nvPr/>
        </p:nvSpPr>
        <p:spPr>
          <a:xfrm>
            <a:off x="4199487" y="236016"/>
            <a:ext cx="3656770" cy="58477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solidFill>
                  <a:srgbClr val="444F9C"/>
                </a:solidFill>
                <a:effectLst/>
                <a:uLnTx/>
                <a:uFillTx/>
                <a:latin typeface="Text Me One"/>
                <a:ea typeface="+mn-ea"/>
                <a:cs typeface="Segoe UI"/>
                <a:sym typeface="Segoe UI"/>
                <a:rtl val="0"/>
              </a:rPr>
              <a:t>Known-Item Seeking</a:t>
            </a:r>
          </a:p>
        </p:txBody>
      </p:sp>
      <p:sp>
        <p:nvSpPr>
          <p:cNvPr id="194" name="TextBox 193">
            <a:extLst>
              <a:ext uri="{FF2B5EF4-FFF2-40B4-BE49-F238E27FC236}">
                <a16:creationId xmlns:a16="http://schemas.microsoft.com/office/drawing/2014/main" id="{FAB4BFDB-8E0A-547E-3D54-A2D4E70DF43E}"/>
              </a:ext>
            </a:extLst>
          </p:cNvPr>
          <p:cNvSpPr txBox="1"/>
          <p:nvPr/>
        </p:nvSpPr>
        <p:spPr>
          <a:xfrm>
            <a:off x="4026331" y="730424"/>
            <a:ext cx="4139338"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solidFill>
                  <a:srgbClr val="E8E8E8">
                    <a:lumMod val="25000"/>
                  </a:srgbClr>
                </a:solidFill>
                <a:effectLst/>
                <a:uLnTx/>
                <a:uFillTx/>
                <a:latin typeface="Avenir"/>
                <a:ea typeface="+mn-ea"/>
                <a:cs typeface="Segoe UI"/>
                <a:sym typeface="Segoe UI"/>
                <a:rtl val="0"/>
              </a:rPr>
              <a:t>Users seek one specific, definitive answer</a:t>
            </a:r>
          </a:p>
        </p:txBody>
      </p:sp>
      <p:sp>
        <p:nvSpPr>
          <p:cNvPr id="195" name="Rectangle 194">
            <a:extLst>
              <a:ext uri="{FF2B5EF4-FFF2-40B4-BE49-F238E27FC236}">
                <a16:creationId xmlns:a16="http://schemas.microsoft.com/office/drawing/2014/main" id="{DC620886-32F9-CA18-D528-C0F96B1F94B7}"/>
              </a:ext>
            </a:extLst>
          </p:cNvPr>
          <p:cNvSpPr/>
          <p:nvPr/>
        </p:nvSpPr>
        <p:spPr>
          <a:xfrm>
            <a:off x="2022979" y="1167400"/>
            <a:ext cx="8146042" cy="5252053"/>
          </a:xfrm>
          <a:prstGeom prst="rect">
            <a:avLst/>
          </a:prstGeom>
          <a:solidFill>
            <a:srgbClr val="F0F1F7"/>
          </a:solidFill>
          <a:ln w="16066" cap="flat">
            <a:solidFill>
              <a:srgbClr val="CECDED"/>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96" name="Rectangle 195">
            <a:extLst>
              <a:ext uri="{FF2B5EF4-FFF2-40B4-BE49-F238E27FC236}">
                <a16:creationId xmlns:a16="http://schemas.microsoft.com/office/drawing/2014/main" id="{1FA986D1-04AC-D03A-BDA4-67BCCFC83B9F}"/>
              </a:ext>
            </a:extLst>
          </p:cNvPr>
          <p:cNvSpPr/>
          <p:nvPr/>
        </p:nvSpPr>
        <p:spPr>
          <a:xfrm>
            <a:off x="2022979" y="1167400"/>
            <a:ext cx="8146042" cy="407302"/>
          </a:xfrm>
          <a:prstGeom prst="rect">
            <a:avLst/>
          </a:prstGeom>
          <a:solidFill>
            <a:srgbClr val="444F9C"/>
          </a:solidFill>
          <a:ln w="1071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97" name="Rectangle 196">
            <a:extLst>
              <a:ext uri="{FF2B5EF4-FFF2-40B4-BE49-F238E27FC236}">
                <a16:creationId xmlns:a16="http://schemas.microsoft.com/office/drawing/2014/main" id="{4BD2CD8D-5C60-6125-C535-904E6DFE5C9A}"/>
              </a:ext>
            </a:extLst>
          </p:cNvPr>
          <p:cNvSpPr/>
          <p:nvPr/>
        </p:nvSpPr>
        <p:spPr>
          <a:xfrm>
            <a:off x="2022979" y="1403206"/>
            <a:ext cx="8146042" cy="171495"/>
          </a:xfrm>
          <a:prstGeom prst="rect">
            <a:avLst/>
          </a:prstGeom>
          <a:solidFill>
            <a:srgbClr val="444F9C"/>
          </a:solidFill>
          <a:ln w="1071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98" name="Oval 197">
            <a:extLst>
              <a:ext uri="{FF2B5EF4-FFF2-40B4-BE49-F238E27FC236}">
                <a16:creationId xmlns:a16="http://schemas.microsoft.com/office/drawing/2014/main" id="{BC3079DB-35DC-FB8C-002E-E815D28B74E5}"/>
              </a:ext>
            </a:extLst>
          </p:cNvPr>
          <p:cNvSpPr/>
          <p:nvPr/>
        </p:nvSpPr>
        <p:spPr>
          <a:xfrm>
            <a:off x="2237348" y="1306740"/>
            <a:ext cx="128621" cy="128621"/>
          </a:xfrm>
          <a:prstGeom prst="ellipse">
            <a:avLst/>
          </a:prstGeom>
          <a:solidFill>
            <a:srgbClr val="C23592">
              <a:alpha val="90000"/>
            </a:srgbClr>
          </a:solidFill>
          <a:ln w="1071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99" name="Oval 198">
            <a:extLst>
              <a:ext uri="{FF2B5EF4-FFF2-40B4-BE49-F238E27FC236}">
                <a16:creationId xmlns:a16="http://schemas.microsoft.com/office/drawing/2014/main" id="{68BEB3FB-572C-BC08-2DC6-E4422F2E9A1D}"/>
              </a:ext>
            </a:extLst>
          </p:cNvPr>
          <p:cNvSpPr/>
          <p:nvPr/>
        </p:nvSpPr>
        <p:spPr>
          <a:xfrm>
            <a:off x="2451718" y="1306740"/>
            <a:ext cx="128621" cy="128621"/>
          </a:xfrm>
          <a:prstGeom prst="ellipse">
            <a:avLst/>
          </a:prstGeom>
          <a:solidFill>
            <a:srgbClr val="FDE379"/>
          </a:solidFill>
          <a:ln w="1071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200" name="Oval 199">
            <a:extLst>
              <a:ext uri="{FF2B5EF4-FFF2-40B4-BE49-F238E27FC236}">
                <a16:creationId xmlns:a16="http://schemas.microsoft.com/office/drawing/2014/main" id="{53AF72F4-37DE-4C23-B287-643CC4925C4C}"/>
              </a:ext>
            </a:extLst>
          </p:cNvPr>
          <p:cNvSpPr/>
          <p:nvPr/>
        </p:nvSpPr>
        <p:spPr>
          <a:xfrm>
            <a:off x="2666087" y="1306740"/>
            <a:ext cx="128621" cy="128621"/>
          </a:xfrm>
          <a:prstGeom prst="ellipse">
            <a:avLst/>
          </a:prstGeom>
          <a:solidFill>
            <a:srgbClr val="4E42DA">
              <a:alpha val="70000"/>
            </a:srgbClr>
          </a:solidFill>
          <a:ln w="1071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201" name="Rectangle 200">
            <a:extLst>
              <a:ext uri="{FF2B5EF4-FFF2-40B4-BE49-F238E27FC236}">
                <a16:creationId xmlns:a16="http://schemas.microsoft.com/office/drawing/2014/main" id="{62AE57D8-72A9-11D8-11BD-4A0721776068}"/>
              </a:ext>
            </a:extLst>
          </p:cNvPr>
          <p:cNvSpPr/>
          <p:nvPr/>
        </p:nvSpPr>
        <p:spPr>
          <a:xfrm>
            <a:off x="3009079" y="1231710"/>
            <a:ext cx="5680792" cy="257243"/>
          </a:xfrm>
          <a:prstGeom prst="rect">
            <a:avLst/>
          </a:prstGeom>
          <a:solidFill>
            <a:srgbClr val="FFFFFF">
              <a:alpha val="20000"/>
            </a:srgbClr>
          </a:solidFill>
          <a:ln w="1071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202" name="TextBox 201">
            <a:extLst>
              <a:ext uri="{FF2B5EF4-FFF2-40B4-BE49-F238E27FC236}">
                <a16:creationId xmlns:a16="http://schemas.microsoft.com/office/drawing/2014/main" id="{217D2E62-D8A9-087C-27D0-51AAD161CACD}"/>
              </a:ext>
            </a:extLst>
          </p:cNvPr>
          <p:cNvSpPr txBox="1"/>
          <p:nvPr/>
        </p:nvSpPr>
        <p:spPr>
          <a:xfrm>
            <a:off x="4279027" y="1195558"/>
            <a:ext cx="3140896" cy="29102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FFFFFF"/>
                </a:solidFill>
                <a:effectLst/>
                <a:uLnTx/>
                <a:uFillTx/>
                <a:latin typeface="Segoe UI"/>
                <a:ea typeface="+mn-ea"/>
                <a:cs typeface="Segoe UI"/>
                <a:sym typeface="Segoe UI"/>
                <a:rtl val="0"/>
              </a:rPr>
              <a:t>statedata.gov / rankings / per-capita-income</a:t>
            </a:r>
          </a:p>
        </p:txBody>
      </p:sp>
      <p:sp>
        <p:nvSpPr>
          <p:cNvPr id="203" name="Rectangle 202">
            <a:extLst>
              <a:ext uri="{FF2B5EF4-FFF2-40B4-BE49-F238E27FC236}">
                <a16:creationId xmlns:a16="http://schemas.microsoft.com/office/drawing/2014/main" id="{8ACE0F49-654D-83DF-AC3F-EB89356B0F84}"/>
              </a:ext>
            </a:extLst>
          </p:cNvPr>
          <p:cNvSpPr/>
          <p:nvPr/>
        </p:nvSpPr>
        <p:spPr>
          <a:xfrm>
            <a:off x="2022979" y="1574702"/>
            <a:ext cx="8146042" cy="450176"/>
          </a:xfrm>
          <a:prstGeom prst="rect">
            <a:avLst/>
          </a:prstGeom>
          <a:solidFill>
            <a:srgbClr val="FFFFFF"/>
          </a:solidFill>
          <a:ln w="10710" cap="flat">
            <a:solidFill>
              <a:srgbClr val="EDEEF5"/>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204" name="Rectangle 203">
            <a:extLst>
              <a:ext uri="{FF2B5EF4-FFF2-40B4-BE49-F238E27FC236}">
                <a16:creationId xmlns:a16="http://schemas.microsoft.com/office/drawing/2014/main" id="{A29D7057-397E-A111-9FAC-0AD6E720892B}"/>
              </a:ext>
            </a:extLst>
          </p:cNvPr>
          <p:cNvSpPr/>
          <p:nvPr/>
        </p:nvSpPr>
        <p:spPr>
          <a:xfrm>
            <a:off x="2237348" y="1681886"/>
            <a:ext cx="214369" cy="214369"/>
          </a:xfrm>
          <a:prstGeom prst="rect">
            <a:avLst/>
          </a:prstGeom>
          <a:solidFill>
            <a:srgbClr val="444F9C"/>
          </a:solidFill>
          <a:ln w="1071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205" name="TextBox 204">
            <a:extLst>
              <a:ext uri="{FF2B5EF4-FFF2-40B4-BE49-F238E27FC236}">
                <a16:creationId xmlns:a16="http://schemas.microsoft.com/office/drawing/2014/main" id="{49139EF3-5A3A-317B-B960-8A9F79000355}"/>
              </a:ext>
            </a:extLst>
          </p:cNvPr>
          <p:cNvSpPr txBox="1"/>
          <p:nvPr/>
        </p:nvSpPr>
        <p:spPr>
          <a:xfrm>
            <a:off x="2446026" y="1634167"/>
            <a:ext cx="921136" cy="3052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25" b="1" i="0" u="none" strike="noStrike" kern="1200" cap="none" spc="0" normalizeH="0" baseline="0" noProof="0">
                <a:ln/>
                <a:solidFill>
                  <a:srgbClr val="444F9C"/>
                </a:solidFill>
                <a:effectLst/>
                <a:uLnTx/>
                <a:uFillTx/>
                <a:latin typeface="Segoe UI"/>
                <a:ea typeface="+mn-ea"/>
                <a:cs typeface="Segoe UI"/>
                <a:sym typeface="Segoe UI"/>
                <a:rtl val="0"/>
              </a:rPr>
              <a:t>StateData</a:t>
            </a:r>
          </a:p>
        </p:txBody>
      </p:sp>
      <p:sp>
        <p:nvSpPr>
          <p:cNvPr id="206" name="TextBox 205">
            <a:extLst>
              <a:ext uri="{FF2B5EF4-FFF2-40B4-BE49-F238E27FC236}">
                <a16:creationId xmlns:a16="http://schemas.microsoft.com/office/drawing/2014/main" id="{2D867751-97C9-0451-D4E8-250D9885F545}"/>
              </a:ext>
            </a:extLst>
          </p:cNvPr>
          <p:cNvSpPr txBox="1"/>
          <p:nvPr/>
        </p:nvSpPr>
        <p:spPr>
          <a:xfrm>
            <a:off x="4289604" y="1645734"/>
            <a:ext cx="585063" cy="29102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Home</a:t>
            </a:r>
          </a:p>
        </p:txBody>
      </p:sp>
      <p:sp>
        <p:nvSpPr>
          <p:cNvPr id="207" name="TextBox 206">
            <a:extLst>
              <a:ext uri="{FF2B5EF4-FFF2-40B4-BE49-F238E27FC236}">
                <a16:creationId xmlns:a16="http://schemas.microsoft.com/office/drawing/2014/main" id="{A8440199-7D49-919D-65DC-F1EF93CF440D}"/>
              </a:ext>
            </a:extLst>
          </p:cNvPr>
          <p:cNvSpPr txBox="1"/>
          <p:nvPr/>
        </p:nvSpPr>
        <p:spPr>
          <a:xfrm>
            <a:off x="4911275" y="1645734"/>
            <a:ext cx="781795" cy="29102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Rankings</a:t>
            </a:r>
          </a:p>
        </p:txBody>
      </p:sp>
      <p:sp>
        <p:nvSpPr>
          <p:cNvPr id="208" name="TextBox 207">
            <a:extLst>
              <a:ext uri="{FF2B5EF4-FFF2-40B4-BE49-F238E27FC236}">
                <a16:creationId xmlns:a16="http://schemas.microsoft.com/office/drawing/2014/main" id="{0654B1C2-23EE-1B1D-CB51-BD219190596C}"/>
              </a:ext>
            </a:extLst>
          </p:cNvPr>
          <p:cNvSpPr txBox="1"/>
          <p:nvPr/>
        </p:nvSpPr>
        <p:spPr>
          <a:xfrm>
            <a:off x="5661569" y="1645734"/>
            <a:ext cx="545863" cy="29102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Maps</a:t>
            </a:r>
          </a:p>
        </p:txBody>
      </p:sp>
      <p:sp>
        <p:nvSpPr>
          <p:cNvPr id="209" name="TextBox 208">
            <a:extLst>
              <a:ext uri="{FF2B5EF4-FFF2-40B4-BE49-F238E27FC236}">
                <a16:creationId xmlns:a16="http://schemas.microsoft.com/office/drawing/2014/main" id="{0FAABB99-56FD-849F-EFD7-B65C5481AF84}"/>
              </a:ext>
            </a:extLst>
          </p:cNvPr>
          <p:cNvSpPr txBox="1"/>
          <p:nvPr/>
        </p:nvSpPr>
        <p:spPr>
          <a:xfrm>
            <a:off x="6240366" y="1645734"/>
            <a:ext cx="788170" cy="29102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Compare</a:t>
            </a:r>
          </a:p>
        </p:txBody>
      </p:sp>
      <p:sp>
        <p:nvSpPr>
          <p:cNvPr id="210" name="TextBox 209">
            <a:extLst>
              <a:ext uri="{FF2B5EF4-FFF2-40B4-BE49-F238E27FC236}">
                <a16:creationId xmlns:a16="http://schemas.microsoft.com/office/drawing/2014/main" id="{C172CC37-D456-AA25-CB25-1609982B1677}"/>
              </a:ext>
            </a:extLst>
          </p:cNvPr>
          <p:cNvSpPr txBox="1"/>
          <p:nvPr/>
        </p:nvSpPr>
        <p:spPr>
          <a:xfrm>
            <a:off x="6904912" y="1645734"/>
            <a:ext cx="491643" cy="29102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Data</a:t>
            </a:r>
          </a:p>
        </p:txBody>
      </p:sp>
      <p:sp>
        <p:nvSpPr>
          <p:cNvPr id="211" name="Rectangle 210">
            <a:extLst>
              <a:ext uri="{FF2B5EF4-FFF2-40B4-BE49-F238E27FC236}">
                <a16:creationId xmlns:a16="http://schemas.microsoft.com/office/drawing/2014/main" id="{86B1DD30-A947-308A-2822-792621690B63}"/>
              </a:ext>
            </a:extLst>
          </p:cNvPr>
          <p:cNvSpPr/>
          <p:nvPr/>
        </p:nvSpPr>
        <p:spPr>
          <a:xfrm>
            <a:off x="7853830" y="1671168"/>
            <a:ext cx="2015073" cy="257243"/>
          </a:xfrm>
          <a:prstGeom prst="rect">
            <a:avLst/>
          </a:prstGeom>
          <a:solidFill>
            <a:srgbClr val="F0F1F7"/>
          </a:solidFill>
          <a:ln w="10710" cap="flat">
            <a:solidFill>
              <a:srgbClr val="CECDED"/>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212" name="TextBox 211">
            <a:extLst>
              <a:ext uri="{FF2B5EF4-FFF2-40B4-BE49-F238E27FC236}">
                <a16:creationId xmlns:a16="http://schemas.microsoft.com/office/drawing/2014/main" id="{B2CDFBD3-70BF-C2DA-C033-CE1B8E60589A}"/>
              </a:ext>
            </a:extLst>
          </p:cNvPr>
          <p:cNvSpPr txBox="1"/>
          <p:nvPr/>
        </p:nvSpPr>
        <p:spPr>
          <a:xfrm>
            <a:off x="8281980" y="1635015"/>
            <a:ext cx="1158774" cy="29102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E5760"/>
                </a:solidFill>
                <a:effectLst/>
                <a:uLnTx/>
                <a:uFillTx/>
                <a:latin typeface="Segoe UI"/>
                <a:ea typeface="+mn-ea"/>
                <a:cs typeface="Segoe UI"/>
                <a:sym typeface="Segoe UI"/>
                <a:rtl val="0"/>
              </a:rPr>
              <a:t>Search states…</a:t>
            </a:r>
          </a:p>
        </p:txBody>
      </p:sp>
      <p:sp>
        <p:nvSpPr>
          <p:cNvPr id="213" name="Oval 212">
            <a:extLst>
              <a:ext uri="{FF2B5EF4-FFF2-40B4-BE49-F238E27FC236}">
                <a16:creationId xmlns:a16="http://schemas.microsoft.com/office/drawing/2014/main" id="{0420C09B-7837-0DC2-0C87-4FF486A8E805}"/>
              </a:ext>
            </a:extLst>
          </p:cNvPr>
          <p:cNvSpPr/>
          <p:nvPr/>
        </p:nvSpPr>
        <p:spPr>
          <a:xfrm>
            <a:off x="9665253" y="1735479"/>
            <a:ext cx="128621" cy="128621"/>
          </a:xfrm>
          <a:prstGeom prst="ellipse">
            <a:avLst/>
          </a:prstGeom>
          <a:noFill/>
          <a:ln w="19279" cap="flat">
            <a:solidFill>
              <a:srgbClr val="3E5760"/>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214" name="Freeform: Shape 213">
            <a:extLst>
              <a:ext uri="{FF2B5EF4-FFF2-40B4-BE49-F238E27FC236}">
                <a16:creationId xmlns:a16="http://schemas.microsoft.com/office/drawing/2014/main" id="{DF6FFEC0-778C-99F8-5636-ED434ABE29DB}"/>
              </a:ext>
            </a:extLst>
          </p:cNvPr>
          <p:cNvSpPr/>
          <p:nvPr/>
        </p:nvSpPr>
        <p:spPr>
          <a:xfrm>
            <a:off x="9783156" y="1853382"/>
            <a:ext cx="53592" cy="53592"/>
          </a:xfrm>
          <a:custGeom>
            <a:avLst/>
            <a:gdLst>
              <a:gd name="csX0" fmla="*/ 0 w 53592"/>
              <a:gd name="csY0" fmla="*/ 0 h 53592"/>
              <a:gd name="csX1" fmla="*/ 53592 w 53592"/>
              <a:gd name="csY1" fmla="*/ 53592 h 53592"/>
            </a:gdLst>
            <a:ahLst/>
            <a:cxnLst>
              <a:cxn ang="0">
                <a:pos x="csX0" y="csY0"/>
              </a:cxn>
              <a:cxn ang="0">
                <a:pos x="csX1" y="csY1"/>
              </a:cxn>
            </a:cxnLst>
            <a:rect l="l" t="t" r="r" b="b"/>
            <a:pathLst>
              <a:path w="53592" h="53592">
                <a:moveTo>
                  <a:pt x="0" y="0"/>
                </a:moveTo>
                <a:lnTo>
                  <a:pt x="53592" y="53592"/>
                </a:lnTo>
              </a:path>
            </a:pathLst>
          </a:custGeom>
          <a:ln w="19279" cap="rnd">
            <a:solidFill>
              <a:srgbClr val="3E5760"/>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215" name="Rectangle 214">
            <a:extLst>
              <a:ext uri="{FF2B5EF4-FFF2-40B4-BE49-F238E27FC236}">
                <a16:creationId xmlns:a16="http://schemas.microsoft.com/office/drawing/2014/main" id="{DC3F5724-E0B3-A364-EBA7-6F2C5DB77CD8}"/>
              </a:ext>
            </a:extLst>
          </p:cNvPr>
          <p:cNvSpPr/>
          <p:nvPr/>
        </p:nvSpPr>
        <p:spPr>
          <a:xfrm>
            <a:off x="2022979" y="2024878"/>
            <a:ext cx="8146042" cy="1114721"/>
          </a:xfrm>
          <a:prstGeom prst="rect">
            <a:avLst/>
          </a:prstGeom>
          <a:solidFill>
            <a:srgbClr val="FFFFFF"/>
          </a:solidFill>
          <a:ln w="1071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216" name="Freeform: Shape 215">
            <a:extLst>
              <a:ext uri="{FF2B5EF4-FFF2-40B4-BE49-F238E27FC236}">
                <a16:creationId xmlns:a16="http://schemas.microsoft.com/office/drawing/2014/main" id="{DF25BBCE-B6A1-C74B-BBD1-C72EF24D3976}"/>
              </a:ext>
            </a:extLst>
          </p:cNvPr>
          <p:cNvSpPr/>
          <p:nvPr/>
        </p:nvSpPr>
        <p:spPr>
          <a:xfrm>
            <a:off x="7918141" y="2024878"/>
            <a:ext cx="2143695" cy="1114721"/>
          </a:xfrm>
          <a:custGeom>
            <a:avLst/>
            <a:gdLst>
              <a:gd name="csX0" fmla="*/ 0 w 2143695"/>
              <a:gd name="csY0" fmla="*/ 0 h 1114721"/>
              <a:gd name="csX1" fmla="*/ 2143695 w 2143695"/>
              <a:gd name="csY1" fmla="*/ 0 h 1114721"/>
              <a:gd name="csX2" fmla="*/ 2143695 w 2143695"/>
              <a:gd name="csY2" fmla="*/ 1114722 h 1114721"/>
              <a:gd name="csX3" fmla="*/ 857478 w 2143695"/>
              <a:gd name="csY3" fmla="*/ 1114722 h 1114721"/>
            </a:gdLst>
            <a:ahLst/>
            <a:cxnLst>
              <a:cxn ang="0">
                <a:pos x="csX0" y="csY0"/>
              </a:cxn>
              <a:cxn ang="0">
                <a:pos x="csX1" y="csY1"/>
              </a:cxn>
              <a:cxn ang="0">
                <a:pos x="csX2" y="csY2"/>
              </a:cxn>
              <a:cxn ang="0">
                <a:pos x="csX3" y="csY3"/>
              </a:cxn>
            </a:cxnLst>
            <a:rect l="l" t="t" r="r" b="b"/>
            <a:pathLst>
              <a:path w="2143695" h="1114721">
                <a:moveTo>
                  <a:pt x="0" y="0"/>
                </a:moveTo>
                <a:lnTo>
                  <a:pt x="2143695" y="0"/>
                </a:lnTo>
                <a:lnTo>
                  <a:pt x="2143695" y="1114722"/>
                </a:lnTo>
                <a:lnTo>
                  <a:pt x="857478" y="1114722"/>
                </a:lnTo>
                <a:close/>
              </a:path>
            </a:pathLst>
          </a:custGeom>
          <a:solidFill>
            <a:srgbClr val="FEF8DD">
              <a:alpha val="60000"/>
            </a:srgbClr>
          </a:solidFill>
          <a:ln w="1071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217" name="TextBox 216">
            <a:extLst>
              <a:ext uri="{FF2B5EF4-FFF2-40B4-BE49-F238E27FC236}">
                <a16:creationId xmlns:a16="http://schemas.microsoft.com/office/drawing/2014/main" id="{15CE7BBB-2226-79EC-4550-B4D4139453C7}"/>
              </a:ext>
            </a:extLst>
          </p:cNvPr>
          <p:cNvSpPr txBox="1"/>
          <p:nvPr/>
        </p:nvSpPr>
        <p:spPr>
          <a:xfrm>
            <a:off x="2767580" y="2146958"/>
            <a:ext cx="2892069" cy="333798"/>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75" b="1" i="0" u="none" strike="noStrike" kern="1200" cap="none" spc="0" normalizeH="0" baseline="0" noProof="0">
                <a:ln/>
                <a:solidFill>
                  <a:srgbClr val="444F9C"/>
                </a:solidFill>
                <a:effectLst/>
                <a:uLnTx/>
                <a:uFillTx/>
                <a:latin typeface="Segoe UI"/>
                <a:ea typeface="+mn-ea"/>
                <a:cs typeface="Segoe UI"/>
                <a:sym typeface="Segoe UI"/>
                <a:rtl val="0"/>
              </a:rPr>
              <a:t>Per-Capita Income by U.S. State</a:t>
            </a:r>
          </a:p>
        </p:txBody>
      </p:sp>
      <p:sp>
        <p:nvSpPr>
          <p:cNvPr id="218" name="TextBox 217">
            <a:extLst>
              <a:ext uri="{FF2B5EF4-FFF2-40B4-BE49-F238E27FC236}">
                <a16:creationId xmlns:a16="http://schemas.microsoft.com/office/drawing/2014/main" id="{14C3E016-D3C2-8AC4-C37F-91BB8441FCC0}"/>
              </a:ext>
            </a:extLst>
          </p:cNvPr>
          <p:cNvSpPr txBox="1"/>
          <p:nvPr/>
        </p:nvSpPr>
        <p:spPr>
          <a:xfrm>
            <a:off x="2767580" y="2396027"/>
            <a:ext cx="4291908" cy="29102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E5760"/>
                </a:solidFill>
                <a:effectLst/>
                <a:uLnTx/>
                <a:uFillTx/>
                <a:latin typeface="Segoe UI"/>
                <a:ea typeface="+mn-ea"/>
                <a:cs typeface="Segoe UI"/>
                <a:sym typeface="Segoe UI"/>
                <a:rtl val="0"/>
              </a:rPr>
              <a:t>Direct lookup · Verified data · Source: U.S. Census Bureau 2023</a:t>
            </a:r>
          </a:p>
        </p:txBody>
      </p:sp>
      <p:sp>
        <p:nvSpPr>
          <p:cNvPr id="219" name="Rectangle 218">
            <a:extLst>
              <a:ext uri="{FF2B5EF4-FFF2-40B4-BE49-F238E27FC236}">
                <a16:creationId xmlns:a16="http://schemas.microsoft.com/office/drawing/2014/main" id="{C3C2EA02-C6CC-1C87-0006-5AEC21AF55EE}"/>
              </a:ext>
            </a:extLst>
          </p:cNvPr>
          <p:cNvSpPr/>
          <p:nvPr/>
        </p:nvSpPr>
        <p:spPr>
          <a:xfrm>
            <a:off x="2859020" y="2732297"/>
            <a:ext cx="5252053" cy="342991"/>
          </a:xfrm>
          <a:prstGeom prst="rect">
            <a:avLst/>
          </a:prstGeom>
          <a:solidFill>
            <a:srgbClr val="F0F1F7"/>
          </a:solidFill>
          <a:ln w="21421" cap="flat">
            <a:solidFill>
              <a:srgbClr val="444F9C"/>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220" name="TextBox 219">
            <a:extLst>
              <a:ext uri="{FF2B5EF4-FFF2-40B4-BE49-F238E27FC236}">
                <a16:creationId xmlns:a16="http://schemas.microsoft.com/office/drawing/2014/main" id="{27E175F3-1BF7-E67B-7534-B2B5B2D88895}"/>
              </a:ext>
            </a:extLst>
          </p:cNvPr>
          <p:cNvSpPr txBox="1"/>
          <p:nvPr/>
        </p:nvSpPr>
        <p:spPr>
          <a:xfrm>
            <a:off x="4739372" y="2739018"/>
            <a:ext cx="1491350" cy="29102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E5760"/>
                </a:solidFill>
                <a:effectLst/>
                <a:uLnTx/>
                <a:uFillTx/>
                <a:latin typeface="Segoe UI"/>
                <a:ea typeface="+mn-ea"/>
                <a:cs typeface="Segoe UI"/>
                <a:sym typeface="Segoe UI"/>
                <a:rtl val="0"/>
              </a:rPr>
              <a:t>Type a state name…</a:t>
            </a:r>
          </a:p>
        </p:txBody>
      </p:sp>
      <p:sp>
        <p:nvSpPr>
          <p:cNvPr id="221" name="Rectangle 220">
            <a:extLst>
              <a:ext uri="{FF2B5EF4-FFF2-40B4-BE49-F238E27FC236}">
                <a16:creationId xmlns:a16="http://schemas.microsoft.com/office/drawing/2014/main" id="{9CD7A972-E08E-EF51-ACEE-0A4DAE21C5B8}"/>
              </a:ext>
            </a:extLst>
          </p:cNvPr>
          <p:cNvSpPr/>
          <p:nvPr/>
        </p:nvSpPr>
        <p:spPr>
          <a:xfrm>
            <a:off x="8218258" y="2732297"/>
            <a:ext cx="1093284" cy="342991"/>
          </a:xfrm>
          <a:prstGeom prst="rect">
            <a:avLst/>
          </a:prstGeom>
          <a:solidFill>
            <a:srgbClr val="444F9C"/>
          </a:solidFill>
          <a:ln w="1071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222" name="TextBox 221">
            <a:extLst>
              <a:ext uri="{FF2B5EF4-FFF2-40B4-BE49-F238E27FC236}">
                <a16:creationId xmlns:a16="http://schemas.microsoft.com/office/drawing/2014/main" id="{AF6C5700-D545-4694-6D95-258F83C3CDF8}"/>
              </a:ext>
            </a:extLst>
          </p:cNvPr>
          <p:cNvSpPr txBox="1"/>
          <p:nvPr/>
        </p:nvSpPr>
        <p:spPr>
          <a:xfrm>
            <a:off x="8379938" y="2749737"/>
            <a:ext cx="769925" cy="29102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a:ln/>
                <a:solidFill>
                  <a:srgbClr val="FFFFFF"/>
                </a:solidFill>
                <a:effectLst/>
                <a:uLnTx/>
                <a:uFillTx/>
                <a:latin typeface="Segoe UI"/>
                <a:ea typeface="+mn-ea"/>
                <a:cs typeface="Segoe UI"/>
                <a:sym typeface="Segoe UI"/>
                <a:rtl val="0"/>
              </a:rPr>
              <a:t>Look Up</a:t>
            </a:r>
          </a:p>
        </p:txBody>
      </p:sp>
      <p:sp>
        <p:nvSpPr>
          <p:cNvPr id="223" name="Rectangle 222">
            <a:extLst>
              <a:ext uri="{FF2B5EF4-FFF2-40B4-BE49-F238E27FC236}">
                <a16:creationId xmlns:a16="http://schemas.microsoft.com/office/drawing/2014/main" id="{F1FA07C1-08DA-2077-6EC1-6634246A77AE}"/>
              </a:ext>
            </a:extLst>
          </p:cNvPr>
          <p:cNvSpPr/>
          <p:nvPr/>
        </p:nvSpPr>
        <p:spPr>
          <a:xfrm>
            <a:off x="2859020" y="3268221"/>
            <a:ext cx="6473959" cy="857478"/>
          </a:xfrm>
          <a:prstGeom prst="rect">
            <a:avLst/>
          </a:prstGeom>
          <a:solidFill>
            <a:srgbClr val="FFFFFF"/>
          </a:solidFill>
          <a:ln w="21421" cap="flat">
            <a:solidFill>
              <a:srgbClr val="444F9C"/>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224" name="Rectangle 223">
            <a:extLst>
              <a:ext uri="{FF2B5EF4-FFF2-40B4-BE49-F238E27FC236}">
                <a16:creationId xmlns:a16="http://schemas.microsoft.com/office/drawing/2014/main" id="{DB385542-5501-E120-1984-32C3AF382B49}"/>
              </a:ext>
            </a:extLst>
          </p:cNvPr>
          <p:cNvSpPr/>
          <p:nvPr/>
        </p:nvSpPr>
        <p:spPr>
          <a:xfrm>
            <a:off x="2859020" y="3268221"/>
            <a:ext cx="85747" cy="857478"/>
          </a:xfrm>
          <a:prstGeom prst="rect">
            <a:avLst/>
          </a:prstGeom>
          <a:solidFill>
            <a:srgbClr val="444F9C"/>
          </a:solidFill>
          <a:ln w="1071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225" name="Freeform: Shape 224">
            <a:extLst>
              <a:ext uri="{FF2B5EF4-FFF2-40B4-BE49-F238E27FC236}">
                <a16:creationId xmlns:a16="http://schemas.microsoft.com/office/drawing/2014/main" id="{F5202888-4ACA-E17B-CDB0-94B07B6E07BE}"/>
              </a:ext>
            </a:extLst>
          </p:cNvPr>
          <p:cNvSpPr/>
          <p:nvPr/>
        </p:nvSpPr>
        <p:spPr>
          <a:xfrm>
            <a:off x="2976923" y="3439717"/>
            <a:ext cx="364428" cy="364428"/>
          </a:xfrm>
          <a:custGeom>
            <a:avLst/>
            <a:gdLst>
              <a:gd name="csX0" fmla="*/ 182214 w 364428"/>
              <a:gd name="csY0" fmla="*/ 0 h 364428"/>
              <a:gd name="csX1" fmla="*/ 225088 w 364428"/>
              <a:gd name="csY1" fmla="*/ 139340 h 364428"/>
              <a:gd name="csX2" fmla="*/ 364428 w 364428"/>
              <a:gd name="csY2" fmla="*/ 139340 h 364428"/>
              <a:gd name="csX3" fmla="*/ 257243 w 364428"/>
              <a:gd name="csY3" fmla="*/ 225088 h 364428"/>
              <a:gd name="csX4" fmla="*/ 300117 w 364428"/>
              <a:gd name="csY4" fmla="*/ 364428 h 364428"/>
              <a:gd name="csX5" fmla="*/ 182214 w 364428"/>
              <a:gd name="csY5" fmla="*/ 278680 h 364428"/>
              <a:gd name="csX6" fmla="*/ 64311 w 364428"/>
              <a:gd name="csY6" fmla="*/ 364428 h 364428"/>
              <a:gd name="csX7" fmla="*/ 107185 w 364428"/>
              <a:gd name="csY7" fmla="*/ 225088 h 364428"/>
              <a:gd name="csX8" fmla="*/ 0 w 364428"/>
              <a:gd name="csY8" fmla="*/ 139340 h 364428"/>
              <a:gd name="csX9" fmla="*/ 139340 w 364428"/>
              <a:gd name="csY9" fmla="*/ 139340 h 3644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64428" h="364428">
                <a:moveTo>
                  <a:pt x="182214" y="0"/>
                </a:moveTo>
                <a:lnTo>
                  <a:pt x="225088" y="139340"/>
                </a:lnTo>
                <a:lnTo>
                  <a:pt x="364428" y="139340"/>
                </a:lnTo>
                <a:lnTo>
                  <a:pt x="257243" y="225088"/>
                </a:lnTo>
                <a:lnTo>
                  <a:pt x="300117" y="364428"/>
                </a:lnTo>
                <a:lnTo>
                  <a:pt x="182214" y="278680"/>
                </a:lnTo>
                <a:lnTo>
                  <a:pt x="64311" y="364428"/>
                </a:lnTo>
                <a:lnTo>
                  <a:pt x="107185" y="225088"/>
                </a:lnTo>
                <a:lnTo>
                  <a:pt x="0" y="139340"/>
                </a:lnTo>
                <a:lnTo>
                  <a:pt x="139340" y="139340"/>
                </a:lnTo>
                <a:close/>
              </a:path>
            </a:pathLst>
          </a:custGeom>
          <a:solidFill>
            <a:srgbClr val="FDE379"/>
          </a:solidFill>
          <a:ln w="9639" cap="flat">
            <a:solidFill>
              <a:srgbClr val="C23592"/>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226" name="TextBox 225">
            <a:extLst>
              <a:ext uri="{FF2B5EF4-FFF2-40B4-BE49-F238E27FC236}">
                <a16:creationId xmlns:a16="http://schemas.microsoft.com/office/drawing/2014/main" id="{D93A062A-72D4-497D-3A0E-F7528436199E}"/>
              </a:ext>
            </a:extLst>
          </p:cNvPr>
          <p:cNvSpPr txBox="1"/>
          <p:nvPr/>
        </p:nvSpPr>
        <p:spPr>
          <a:xfrm>
            <a:off x="3389252" y="3264224"/>
            <a:ext cx="2246406" cy="29102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E5760"/>
                </a:solidFill>
                <a:effectLst/>
                <a:uLnTx/>
                <a:uFillTx/>
                <a:latin typeface="Segoe UI"/>
                <a:ea typeface="+mn-ea"/>
                <a:cs typeface="Segoe UI"/>
                <a:sym typeface="Segoe UI"/>
                <a:rtl val="0"/>
              </a:rPr>
              <a:t>TOP RESULT · Definitive Answer</a:t>
            </a:r>
          </a:p>
        </p:txBody>
      </p:sp>
      <p:sp>
        <p:nvSpPr>
          <p:cNvPr id="227" name="TextBox 226">
            <a:extLst>
              <a:ext uri="{FF2B5EF4-FFF2-40B4-BE49-F238E27FC236}">
                <a16:creationId xmlns:a16="http://schemas.microsoft.com/office/drawing/2014/main" id="{D1B63F8D-A611-D7BA-BB07-5C16B4E0C018}"/>
              </a:ext>
            </a:extLst>
          </p:cNvPr>
          <p:cNvSpPr txBox="1"/>
          <p:nvPr/>
        </p:nvSpPr>
        <p:spPr>
          <a:xfrm>
            <a:off x="3389252" y="3463635"/>
            <a:ext cx="1102889" cy="36231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25" b="1" i="0" u="none" strike="noStrike" kern="1200" cap="none" spc="0" normalizeH="0" baseline="0" noProof="0">
                <a:ln/>
                <a:solidFill>
                  <a:srgbClr val="444F9C"/>
                </a:solidFill>
                <a:effectLst/>
                <a:uLnTx/>
                <a:uFillTx/>
                <a:latin typeface="Segoe UI"/>
                <a:ea typeface="+mn-ea"/>
                <a:cs typeface="Segoe UI"/>
                <a:sym typeface="Segoe UI"/>
                <a:rtl val="0"/>
              </a:rPr>
              <a:t>Maryland</a:t>
            </a:r>
          </a:p>
        </p:txBody>
      </p:sp>
      <p:sp>
        <p:nvSpPr>
          <p:cNvPr id="228" name="TextBox 227">
            <a:extLst>
              <a:ext uri="{FF2B5EF4-FFF2-40B4-BE49-F238E27FC236}">
                <a16:creationId xmlns:a16="http://schemas.microsoft.com/office/drawing/2014/main" id="{8FD1C7B4-48F6-2945-E0C3-4390BD218A31}"/>
              </a:ext>
            </a:extLst>
          </p:cNvPr>
          <p:cNvSpPr txBox="1"/>
          <p:nvPr/>
        </p:nvSpPr>
        <p:spPr>
          <a:xfrm>
            <a:off x="3389252" y="3757273"/>
            <a:ext cx="3988860" cy="29102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$65,641 median household income · Rank: #1 of 50 states</a:t>
            </a:r>
          </a:p>
        </p:txBody>
      </p:sp>
      <p:sp>
        <p:nvSpPr>
          <p:cNvPr id="229" name="TextBox 228">
            <a:extLst>
              <a:ext uri="{FF2B5EF4-FFF2-40B4-BE49-F238E27FC236}">
                <a16:creationId xmlns:a16="http://schemas.microsoft.com/office/drawing/2014/main" id="{65669E64-782A-18D8-7955-B34B34D4F8A2}"/>
              </a:ext>
            </a:extLst>
          </p:cNvPr>
          <p:cNvSpPr txBox="1"/>
          <p:nvPr/>
        </p:nvSpPr>
        <p:spPr>
          <a:xfrm>
            <a:off x="8046357" y="3264224"/>
            <a:ext cx="1120819" cy="29102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E5760"/>
                </a:solidFill>
                <a:effectLst/>
                <a:uLnTx/>
                <a:uFillTx/>
                <a:latin typeface="Segoe UI"/>
                <a:ea typeface="+mn-ea"/>
                <a:cs typeface="Segoe UI"/>
                <a:sym typeface="Segoe UI"/>
                <a:rtl val="0"/>
              </a:rPr>
              <a:t>2023 ACS 1-yr</a:t>
            </a:r>
          </a:p>
        </p:txBody>
      </p:sp>
      <p:sp>
        <p:nvSpPr>
          <p:cNvPr id="230" name="Freeform: Shape 229">
            <a:extLst>
              <a:ext uri="{FF2B5EF4-FFF2-40B4-BE49-F238E27FC236}">
                <a16:creationId xmlns:a16="http://schemas.microsoft.com/office/drawing/2014/main" id="{AC054992-8AEB-DD08-4A1A-5E3843B71C0C}"/>
              </a:ext>
            </a:extLst>
          </p:cNvPr>
          <p:cNvSpPr/>
          <p:nvPr/>
        </p:nvSpPr>
        <p:spPr>
          <a:xfrm>
            <a:off x="9375854" y="3696960"/>
            <a:ext cx="300117" cy="10718"/>
          </a:xfrm>
          <a:custGeom>
            <a:avLst/>
            <a:gdLst>
              <a:gd name="csX0" fmla="*/ 0 w 300117"/>
              <a:gd name="csY0" fmla="*/ 0 h 10718"/>
              <a:gd name="csX1" fmla="*/ 300117 w 300117"/>
              <a:gd name="csY1" fmla="*/ 0 h 10718"/>
            </a:gdLst>
            <a:ahLst/>
            <a:cxnLst>
              <a:cxn ang="0">
                <a:pos x="csX0" y="csY0"/>
              </a:cxn>
              <a:cxn ang="0">
                <a:pos x="csX1" y="csY1"/>
              </a:cxn>
            </a:cxnLst>
            <a:rect l="l" t="t" r="r" b="b"/>
            <a:pathLst>
              <a:path w="300117" h="10718">
                <a:moveTo>
                  <a:pt x="0" y="0"/>
                </a:moveTo>
                <a:lnTo>
                  <a:pt x="300117" y="0"/>
                </a:lnTo>
              </a:path>
            </a:pathLst>
          </a:custGeom>
          <a:ln w="14994" cap="flat">
            <a:solidFill>
              <a:srgbClr val="C23592"/>
            </a:solidFill>
            <a:custDash>
              <a:ds d="300000" sp="150000"/>
            </a:custDash>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231" name="Rectangle 230">
            <a:extLst>
              <a:ext uri="{FF2B5EF4-FFF2-40B4-BE49-F238E27FC236}">
                <a16:creationId xmlns:a16="http://schemas.microsoft.com/office/drawing/2014/main" id="{8F3339EA-6619-C210-EF99-00DBC46F39C9}"/>
              </a:ext>
            </a:extLst>
          </p:cNvPr>
          <p:cNvSpPr/>
          <p:nvPr/>
        </p:nvSpPr>
        <p:spPr>
          <a:xfrm>
            <a:off x="9665253" y="3439718"/>
            <a:ext cx="1146876" cy="450176"/>
          </a:xfrm>
          <a:prstGeom prst="rect">
            <a:avLst/>
          </a:prstGeom>
          <a:solidFill>
            <a:srgbClr val="FFFFFF"/>
          </a:solidFill>
          <a:ln w="1071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232" name="TextBox 231">
            <a:extLst>
              <a:ext uri="{FF2B5EF4-FFF2-40B4-BE49-F238E27FC236}">
                <a16:creationId xmlns:a16="http://schemas.microsoft.com/office/drawing/2014/main" id="{9C924842-B929-1D0A-5421-3513235DDA16}"/>
              </a:ext>
            </a:extLst>
          </p:cNvPr>
          <p:cNvSpPr txBox="1"/>
          <p:nvPr/>
        </p:nvSpPr>
        <p:spPr>
          <a:xfrm>
            <a:off x="9627405" y="3425001"/>
            <a:ext cx="1377657" cy="32316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solidFill>
                  <a:srgbClr val="C23592"/>
                </a:solidFill>
                <a:effectLst/>
                <a:uLnTx/>
                <a:uFillTx/>
                <a:latin typeface="Segoe UI"/>
                <a:ea typeface="+mn-ea"/>
                <a:cs typeface="Segoe UI"/>
                <a:sym typeface="Segoe UI"/>
                <a:rtl val="0"/>
              </a:rPr>
              <a:t>Definitive</a:t>
            </a:r>
          </a:p>
        </p:txBody>
      </p:sp>
      <p:sp>
        <p:nvSpPr>
          <p:cNvPr id="233" name="TextBox 232">
            <a:extLst>
              <a:ext uri="{FF2B5EF4-FFF2-40B4-BE49-F238E27FC236}">
                <a16:creationId xmlns:a16="http://schemas.microsoft.com/office/drawing/2014/main" id="{90E050A4-AF3E-B9F2-0834-26446CF59900}"/>
              </a:ext>
            </a:extLst>
          </p:cNvPr>
          <p:cNvSpPr txBox="1"/>
          <p:nvPr/>
        </p:nvSpPr>
        <p:spPr>
          <a:xfrm>
            <a:off x="9629472" y="3609118"/>
            <a:ext cx="957570"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solidFill>
                  <a:srgbClr val="C23592"/>
                </a:solidFill>
                <a:effectLst/>
                <a:uLnTx/>
                <a:uFillTx/>
                <a:latin typeface="Segoe UI"/>
                <a:ea typeface="+mn-ea"/>
                <a:cs typeface="Segoe UI"/>
                <a:sym typeface="Segoe UI"/>
                <a:rtl val="0"/>
              </a:rPr>
              <a:t>answer first</a:t>
            </a:r>
          </a:p>
        </p:txBody>
      </p:sp>
      <p:sp>
        <p:nvSpPr>
          <p:cNvPr id="234" name="Freeform: Shape 233">
            <a:extLst>
              <a:ext uri="{FF2B5EF4-FFF2-40B4-BE49-F238E27FC236}">
                <a16:creationId xmlns:a16="http://schemas.microsoft.com/office/drawing/2014/main" id="{507DC1FB-2212-D4C0-DE0D-92839175E25A}"/>
              </a:ext>
            </a:extLst>
          </p:cNvPr>
          <p:cNvSpPr/>
          <p:nvPr/>
        </p:nvSpPr>
        <p:spPr>
          <a:xfrm>
            <a:off x="2859020" y="4275758"/>
            <a:ext cx="6473959" cy="10718"/>
          </a:xfrm>
          <a:custGeom>
            <a:avLst/>
            <a:gdLst>
              <a:gd name="csX0" fmla="*/ 0 w 6473959"/>
              <a:gd name="csY0" fmla="*/ 0 h 10718"/>
              <a:gd name="csX1" fmla="*/ 6473960 w 6473959"/>
              <a:gd name="csY1" fmla="*/ 0 h 10718"/>
            </a:gdLst>
            <a:ahLst/>
            <a:cxnLst>
              <a:cxn ang="0">
                <a:pos x="csX0" y="csY0"/>
              </a:cxn>
              <a:cxn ang="0">
                <a:pos x="csX1" y="csY1"/>
              </a:cxn>
            </a:cxnLst>
            <a:rect l="l" t="t" r="r" b="b"/>
            <a:pathLst>
              <a:path w="6473959" h="10718">
                <a:moveTo>
                  <a:pt x="0" y="0"/>
                </a:moveTo>
                <a:lnTo>
                  <a:pt x="6473960" y="0"/>
                </a:lnTo>
              </a:path>
            </a:pathLst>
          </a:custGeom>
          <a:ln w="12852" cap="flat">
            <a:solidFill>
              <a:srgbClr val="EDEEF5"/>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235" name="TextBox 234">
            <a:extLst>
              <a:ext uri="{FF2B5EF4-FFF2-40B4-BE49-F238E27FC236}">
                <a16:creationId xmlns:a16="http://schemas.microsoft.com/office/drawing/2014/main" id="{E73D46B9-4156-F0DF-5837-F832EE53ECEB}"/>
              </a:ext>
            </a:extLst>
          </p:cNvPr>
          <p:cNvSpPr txBox="1"/>
          <p:nvPr/>
        </p:nvSpPr>
        <p:spPr>
          <a:xfrm>
            <a:off x="2767580" y="4269217"/>
            <a:ext cx="1811418" cy="333798"/>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75" b="1" i="0" u="none" strike="noStrike" kern="1200" cap="none" spc="0" normalizeH="0" baseline="0" noProof="0">
                <a:ln/>
                <a:solidFill>
                  <a:srgbClr val="3A3A3A"/>
                </a:solidFill>
                <a:effectLst/>
                <a:uLnTx/>
                <a:uFillTx/>
                <a:latin typeface="Segoe UI"/>
                <a:ea typeface="+mn-ea"/>
                <a:cs typeface="Segoe UI"/>
                <a:sym typeface="Segoe UI"/>
                <a:rtl val="0"/>
              </a:rPr>
              <a:t>Full State Rankings</a:t>
            </a:r>
          </a:p>
        </p:txBody>
      </p:sp>
      <p:sp>
        <p:nvSpPr>
          <p:cNvPr id="236" name="TextBox 235">
            <a:extLst>
              <a:ext uri="{FF2B5EF4-FFF2-40B4-BE49-F238E27FC236}">
                <a16:creationId xmlns:a16="http://schemas.microsoft.com/office/drawing/2014/main" id="{58D18423-19D5-1EFA-8823-604DAACCED74}"/>
              </a:ext>
            </a:extLst>
          </p:cNvPr>
          <p:cNvSpPr txBox="1"/>
          <p:nvPr/>
        </p:nvSpPr>
        <p:spPr>
          <a:xfrm>
            <a:off x="7546053" y="4303916"/>
            <a:ext cx="1878367" cy="29102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E5760"/>
                </a:solidFill>
                <a:effectLst/>
                <a:uLnTx/>
                <a:uFillTx/>
                <a:latin typeface="Segoe UI"/>
                <a:ea typeface="+mn-ea"/>
                <a:cs typeface="Segoe UI"/>
                <a:sym typeface="Segoe UI"/>
                <a:rtl val="0"/>
              </a:rPr>
              <a:t>Sort: Highest → Lowest ▼</a:t>
            </a:r>
          </a:p>
        </p:txBody>
      </p:sp>
      <p:sp>
        <p:nvSpPr>
          <p:cNvPr id="237" name="Rectangle 236">
            <a:extLst>
              <a:ext uri="{FF2B5EF4-FFF2-40B4-BE49-F238E27FC236}">
                <a16:creationId xmlns:a16="http://schemas.microsoft.com/office/drawing/2014/main" id="{9E5F3159-6CA7-6066-0E0B-2F8651308081}"/>
              </a:ext>
            </a:extLst>
          </p:cNvPr>
          <p:cNvSpPr/>
          <p:nvPr/>
        </p:nvSpPr>
        <p:spPr>
          <a:xfrm>
            <a:off x="2859020" y="4597312"/>
            <a:ext cx="6473959" cy="300117"/>
          </a:xfrm>
          <a:prstGeom prst="rect">
            <a:avLst/>
          </a:prstGeom>
          <a:solidFill>
            <a:srgbClr val="EDEEF5"/>
          </a:solidFill>
          <a:ln w="1071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238" name="TextBox 237">
            <a:extLst>
              <a:ext uri="{FF2B5EF4-FFF2-40B4-BE49-F238E27FC236}">
                <a16:creationId xmlns:a16="http://schemas.microsoft.com/office/drawing/2014/main" id="{37457561-4D87-A5D4-EAA4-F45FFC8F12A5}"/>
              </a:ext>
            </a:extLst>
          </p:cNvPr>
          <p:cNvSpPr txBox="1"/>
          <p:nvPr/>
        </p:nvSpPr>
        <p:spPr>
          <a:xfrm>
            <a:off x="2981950" y="4582596"/>
            <a:ext cx="536265" cy="29102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a:ln/>
                <a:solidFill>
                  <a:srgbClr val="3A3A3A"/>
                </a:solidFill>
                <a:effectLst/>
                <a:uLnTx/>
                <a:uFillTx/>
                <a:latin typeface="Segoe UI"/>
                <a:ea typeface="+mn-ea"/>
                <a:cs typeface="Segoe UI"/>
                <a:sym typeface="Segoe UI"/>
                <a:rtl val="0"/>
              </a:rPr>
              <a:t>Rank</a:t>
            </a:r>
          </a:p>
        </p:txBody>
      </p:sp>
      <p:sp>
        <p:nvSpPr>
          <p:cNvPr id="239" name="TextBox 238">
            <a:extLst>
              <a:ext uri="{FF2B5EF4-FFF2-40B4-BE49-F238E27FC236}">
                <a16:creationId xmlns:a16="http://schemas.microsoft.com/office/drawing/2014/main" id="{E71D2F84-91BC-01A9-836B-D1A86942125C}"/>
              </a:ext>
            </a:extLst>
          </p:cNvPr>
          <p:cNvSpPr txBox="1"/>
          <p:nvPr/>
        </p:nvSpPr>
        <p:spPr>
          <a:xfrm>
            <a:off x="3689369" y="4582596"/>
            <a:ext cx="541394" cy="29102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a:ln/>
                <a:solidFill>
                  <a:srgbClr val="3A3A3A"/>
                </a:solidFill>
                <a:effectLst/>
                <a:uLnTx/>
                <a:uFillTx/>
                <a:latin typeface="Segoe UI"/>
                <a:ea typeface="+mn-ea"/>
                <a:cs typeface="Segoe UI"/>
                <a:sym typeface="Segoe UI"/>
                <a:rtl val="0"/>
              </a:rPr>
              <a:t>State</a:t>
            </a:r>
          </a:p>
        </p:txBody>
      </p:sp>
      <p:sp>
        <p:nvSpPr>
          <p:cNvPr id="240" name="TextBox 239">
            <a:extLst>
              <a:ext uri="{FF2B5EF4-FFF2-40B4-BE49-F238E27FC236}">
                <a16:creationId xmlns:a16="http://schemas.microsoft.com/office/drawing/2014/main" id="{4B2853FB-6FBE-2D2B-16B2-F2E49CDBFA30}"/>
              </a:ext>
            </a:extLst>
          </p:cNvPr>
          <p:cNvSpPr txBox="1"/>
          <p:nvPr/>
        </p:nvSpPr>
        <p:spPr>
          <a:xfrm>
            <a:off x="5897375" y="4582596"/>
            <a:ext cx="1276886" cy="29102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a:ln/>
                <a:solidFill>
                  <a:srgbClr val="3A3A3A"/>
                </a:solidFill>
                <a:effectLst/>
                <a:uLnTx/>
                <a:uFillTx/>
                <a:latin typeface="Segoe UI"/>
                <a:ea typeface="+mn-ea"/>
                <a:cs typeface="Segoe UI"/>
                <a:sym typeface="Segoe UI"/>
                <a:rtl val="0"/>
              </a:rPr>
              <a:t>Median Income</a:t>
            </a:r>
          </a:p>
        </p:txBody>
      </p:sp>
      <p:sp>
        <p:nvSpPr>
          <p:cNvPr id="241" name="TextBox 240">
            <a:extLst>
              <a:ext uri="{FF2B5EF4-FFF2-40B4-BE49-F238E27FC236}">
                <a16:creationId xmlns:a16="http://schemas.microsoft.com/office/drawing/2014/main" id="{F84A0F15-C037-ABDC-F4DA-8E4332E76EF8}"/>
              </a:ext>
            </a:extLst>
          </p:cNvPr>
          <p:cNvSpPr txBox="1"/>
          <p:nvPr/>
        </p:nvSpPr>
        <p:spPr>
          <a:xfrm>
            <a:off x="8148255" y="4582596"/>
            <a:ext cx="1014284" cy="29102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a:ln/>
                <a:solidFill>
                  <a:srgbClr val="3A3A3A"/>
                </a:solidFill>
                <a:effectLst/>
                <a:uLnTx/>
                <a:uFillTx/>
                <a:latin typeface="Segoe UI"/>
                <a:ea typeface="+mn-ea"/>
                <a:cs typeface="Segoe UI"/>
                <a:sym typeface="Segoe UI"/>
                <a:rtl val="0"/>
              </a:rPr>
              <a:t>YoY Change</a:t>
            </a:r>
          </a:p>
        </p:txBody>
      </p:sp>
      <p:sp>
        <p:nvSpPr>
          <p:cNvPr id="242" name="Rectangle 241">
            <a:extLst>
              <a:ext uri="{FF2B5EF4-FFF2-40B4-BE49-F238E27FC236}">
                <a16:creationId xmlns:a16="http://schemas.microsoft.com/office/drawing/2014/main" id="{C767BB99-DE88-FD15-4A9C-6144F2995D63}"/>
              </a:ext>
            </a:extLst>
          </p:cNvPr>
          <p:cNvSpPr/>
          <p:nvPr/>
        </p:nvSpPr>
        <p:spPr>
          <a:xfrm>
            <a:off x="2859020" y="4897429"/>
            <a:ext cx="6473959" cy="300117"/>
          </a:xfrm>
          <a:prstGeom prst="rect">
            <a:avLst/>
          </a:prstGeom>
          <a:solidFill>
            <a:srgbClr val="FEF8DD"/>
          </a:solidFill>
          <a:ln w="1071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243" name="TextBox 242">
            <a:extLst>
              <a:ext uri="{FF2B5EF4-FFF2-40B4-BE49-F238E27FC236}">
                <a16:creationId xmlns:a16="http://schemas.microsoft.com/office/drawing/2014/main" id="{D5574955-53C3-3F4B-3C72-D42F6FAAF0DB}"/>
              </a:ext>
            </a:extLst>
          </p:cNvPr>
          <p:cNvSpPr txBox="1"/>
          <p:nvPr/>
        </p:nvSpPr>
        <p:spPr>
          <a:xfrm>
            <a:off x="3024823" y="4882713"/>
            <a:ext cx="269193" cy="29102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a:ln/>
                <a:solidFill>
                  <a:srgbClr val="444F9C"/>
                </a:solidFill>
                <a:effectLst/>
                <a:uLnTx/>
                <a:uFillTx/>
                <a:latin typeface="Segoe UI"/>
                <a:ea typeface="+mn-ea"/>
                <a:cs typeface="Segoe UI"/>
                <a:sym typeface="Segoe UI"/>
                <a:rtl val="0"/>
              </a:rPr>
              <a:t>1</a:t>
            </a:r>
          </a:p>
        </p:txBody>
      </p:sp>
      <p:sp>
        <p:nvSpPr>
          <p:cNvPr id="244" name="TextBox 243">
            <a:extLst>
              <a:ext uri="{FF2B5EF4-FFF2-40B4-BE49-F238E27FC236}">
                <a16:creationId xmlns:a16="http://schemas.microsoft.com/office/drawing/2014/main" id="{017470EF-3FF8-6D15-3D04-AC7C9BBF0885}"/>
              </a:ext>
            </a:extLst>
          </p:cNvPr>
          <p:cNvSpPr txBox="1"/>
          <p:nvPr/>
        </p:nvSpPr>
        <p:spPr>
          <a:xfrm>
            <a:off x="3689369" y="4882713"/>
            <a:ext cx="860781" cy="29102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a:ln/>
                <a:solidFill>
                  <a:srgbClr val="444F9C"/>
                </a:solidFill>
                <a:effectLst/>
                <a:uLnTx/>
                <a:uFillTx/>
                <a:latin typeface="Segoe UI"/>
                <a:ea typeface="+mn-ea"/>
                <a:cs typeface="Segoe UI"/>
                <a:sym typeface="Segoe UI"/>
                <a:rtl val="0"/>
              </a:rPr>
              <a:t>Maryland</a:t>
            </a:r>
          </a:p>
        </p:txBody>
      </p:sp>
      <p:sp>
        <p:nvSpPr>
          <p:cNvPr id="245" name="TextBox 244">
            <a:extLst>
              <a:ext uri="{FF2B5EF4-FFF2-40B4-BE49-F238E27FC236}">
                <a16:creationId xmlns:a16="http://schemas.microsoft.com/office/drawing/2014/main" id="{E780100D-4F57-2E03-0382-A2FB0A462915}"/>
              </a:ext>
            </a:extLst>
          </p:cNvPr>
          <p:cNvSpPr txBox="1"/>
          <p:nvPr/>
        </p:nvSpPr>
        <p:spPr>
          <a:xfrm>
            <a:off x="5897375" y="4882713"/>
            <a:ext cx="741423" cy="29102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a:ln/>
                <a:solidFill>
                  <a:srgbClr val="444F9C"/>
                </a:solidFill>
                <a:effectLst/>
                <a:uLnTx/>
                <a:uFillTx/>
                <a:latin typeface="Segoe UI"/>
                <a:ea typeface="+mn-ea"/>
                <a:cs typeface="Segoe UI"/>
                <a:sym typeface="Segoe UI"/>
                <a:rtl val="0"/>
              </a:rPr>
              <a:t>$65,641</a:t>
            </a:r>
          </a:p>
        </p:txBody>
      </p:sp>
      <p:sp>
        <p:nvSpPr>
          <p:cNvPr id="246" name="TextBox 245">
            <a:extLst>
              <a:ext uri="{FF2B5EF4-FFF2-40B4-BE49-F238E27FC236}">
                <a16:creationId xmlns:a16="http://schemas.microsoft.com/office/drawing/2014/main" id="{9E18D669-A8A5-0C6D-AC69-6F881C7E6521}"/>
              </a:ext>
            </a:extLst>
          </p:cNvPr>
          <p:cNvSpPr txBox="1"/>
          <p:nvPr/>
        </p:nvSpPr>
        <p:spPr>
          <a:xfrm>
            <a:off x="8191129" y="4882713"/>
            <a:ext cx="670350" cy="29102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4E42DA"/>
                </a:solidFill>
                <a:effectLst/>
                <a:uLnTx/>
                <a:uFillTx/>
                <a:latin typeface="Segoe UI"/>
                <a:ea typeface="+mn-ea"/>
                <a:cs typeface="Segoe UI"/>
                <a:sym typeface="Segoe UI"/>
                <a:rtl val="0"/>
              </a:rPr>
              <a:t>▲ 2.3%</a:t>
            </a:r>
          </a:p>
        </p:txBody>
      </p:sp>
      <p:sp>
        <p:nvSpPr>
          <p:cNvPr id="247" name="Rectangle 246">
            <a:extLst>
              <a:ext uri="{FF2B5EF4-FFF2-40B4-BE49-F238E27FC236}">
                <a16:creationId xmlns:a16="http://schemas.microsoft.com/office/drawing/2014/main" id="{03D22127-D8B9-76B3-82E5-0860B56C9319}"/>
              </a:ext>
            </a:extLst>
          </p:cNvPr>
          <p:cNvSpPr/>
          <p:nvPr/>
        </p:nvSpPr>
        <p:spPr>
          <a:xfrm>
            <a:off x="2859020" y="5197547"/>
            <a:ext cx="6473959" cy="300117"/>
          </a:xfrm>
          <a:prstGeom prst="rect">
            <a:avLst/>
          </a:prstGeom>
          <a:solidFill>
            <a:srgbClr val="FFFFFF"/>
          </a:solidFill>
          <a:ln w="1071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248" name="TextBox 247">
            <a:extLst>
              <a:ext uri="{FF2B5EF4-FFF2-40B4-BE49-F238E27FC236}">
                <a16:creationId xmlns:a16="http://schemas.microsoft.com/office/drawing/2014/main" id="{FE7034ED-B326-47FA-5BFE-97C6BABA7129}"/>
              </a:ext>
            </a:extLst>
          </p:cNvPr>
          <p:cNvSpPr txBox="1"/>
          <p:nvPr/>
        </p:nvSpPr>
        <p:spPr>
          <a:xfrm>
            <a:off x="3024823" y="5182831"/>
            <a:ext cx="263771" cy="29102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2</a:t>
            </a:r>
          </a:p>
        </p:txBody>
      </p:sp>
      <p:sp>
        <p:nvSpPr>
          <p:cNvPr id="249" name="TextBox 248">
            <a:extLst>
              <a:ext uri="{FF2B5EF4-FFF2-40B4-BE49-F238E27FC236}">
                <a16:creationId xmlns:a16="http://schemas.microsoft.com/office/drawing/2014/main" id="{2E49BF8B-1E77-FD26-C30C-E2B93DA1F7BC}"/>
              </a:ext>
            </a:extLst>
          </p:cNvPr>
          <p:cNvSpPr txBox="1"/>
          <p:nvPr/>
        </p:nvSpPr>
        <p:spPr>
          <a:xfrm>
            <a:off x="3689369" y="5182831"/>
            <a:ext cx="922109" cy="29102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New Jersey</a:t>
            </a:r>
          </a:p>
        </p:txBody>
      </p:sp>
      <p:sp>
        <p:nvSpPr>
          <p:cNvPr id="250" name="TextBox 249">
            <a:extLst>
              <a:ext uri="{FF2B5EF4-FFF2-40B4-BE49-F238E27FC236}">
                <a16:creationId xmlns:a16="http://schemas.microsoft.com/office/drawing/2014/main" id="{E9D3A060-DADA-C542-A757-3A65C971B0CE}"/>
              </a:ext>
            </a:extLst>
          </p:cNvPr>
          <p:cNvSpPr txBox="1"/>
          <p:nvPr/>
        </p:nvSpPr>
        <p:spPr>
          <a:xfrm>
            <a:off x="5897375" y="5182831"/>
            <a:ext cx="700758" cy="29102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$64,117</a:t>
            </a:r>
          </a:p>
        </p:txBody>
      </p:sp>
      <p:sp>
        <p:nvSpPr>
          <p:cNvPr id="251" name="TextBox 250">
            <a:extLst>
              <a:ext uri="{FF2B5EF4-FFF2-40B4-BE49-F238E27FC236}">
                <a16:creationId xmlns:a16="http://schemas.microsoft.com/office/drawing/2014/main" id="{330BF83B-04B8-D7E0-CCFA-5822BD14601B}"/>
              </a:ext>
            </a:extLst>
          </p:cNvPr>
          <p:cNvSpPr txBox="1"/>
          <p:nvPr/>
        </p:nvSpPr>
        <p:spPr>
          <a:xfrm>
            <a:off x="8191129" y="5182831"/>
            <a:ext cx="670350" cy="29102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4E42DA"/>
                </a:solidFill>
                <a:effectLst/>
                <a:uLnTx/>
                <a:uFillTx/>
                <a:latin typeface="Segoe UI"/>
                <a:ea typeface="+mn-ea"/>
                <a:cs typeface="Segoe UI"/>
                <a:sym typeface="Segoe UI"/>
                <a:rtl val="0"/>
              </a:rPr>
              <a:t>▲ 1.9%</a:t>
            </a:r>
          </a:p>
        </p:txBody>
      </p:sp>
      <p:sp>
        <p:nvSpPr>
          <p:cNvPr id="252" name="Rectangle 251">
            <a:extLst>
              <a:ext uri="{FF2B5EF4-FFF2-40B4-BE49-F238E27FC236}">
                <a16:creationId xmlns:a16="http://schemas.microsoft.com/office/drawing/2014/main" id="{8B38323A-B3A0-A544-A3C7-0C1F6AC5F3A2}"/>
              </a:ext>
            </a:extLst>
          </p:cNvPr>
          <p:cNvSpPr/>
          <p:nvPr/>
        </p:nvSpPr>
        <p:spPr>
          <a:xfrm>
            <a:off x="2859020" y="5497664"/>
            <a:ext cx="6473959" cy="300117"/>
          </a:xfrm>
          <a:prstGeom prst="rect">
            <a:avLst/>
          </a:prstGeom>
          <a:solidFill>
            <a:srgbClr val="F4F4F4"/>
          </a:solidFill>
          <a:ln w="1071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253" name="TextBox 252">
            <a:extLst>
              <a:ext uri="{FF2B5EF4-FFF2-40B4-BE49-F238E27FC236}">
                <a16:creationId xmlns:a16="http://schemas.microsoft.com/office/drawing/2014/main" id="{0F2024D7-ACE0-D301-35CD-819E8596A118}"/>
              </a:ext>
            </a:extLst>
          </p:cNvPr>
          <p:cNvSpPr txBox="1"/>
          <p:nvPr/>
        </p:nvSpPr>
        <p:spPr>
          <a:xfrm>
            <a:off x="3024823" y="5482948"/>
            <a:ext cx="263771" cy="29102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3</a:t>
            </a:r>
          </a:p>
        </p:txBody>
      </p:sp>
      <p:sp>
        <p:nvSpPr>
          <p:cNvPr id="254" name="TextBox 253">
            <a:extLst>
              <a:ext uri="{FF2B5EF4-FFF2-40B4-BE49-F238E27FC236}">
                <a16:creationId xmlns:a16="http://schemas.microsoft.com/office/drawing/2014/main" id="{C9BD5F07-3530-1AA9-75E1-E01742606AE1}"/>
              </a:ext>
            </a:extLst>
          </p:cNvPr>
          <p:cNvSpPr txBox="1"/>
          <p:nvPr/>
        </p:nvSpPr>
        <p:spPr>
          <a:xfrm>
            <a:off x="3689369" y="5482948"/>
            <a:ext cx="1144339" cy="29102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Massachusetts</a:t>
            </a:r>
          </a:p>
        </p:txBody>
      </p:sp>
      <p:sp>
        <p:nvSpPr>
          <p:cNvPr id="255" name="TextBox 254">
            <a:extLst>
              <a:ext uri="{FF2B5EF4-FFF2-40B4-BE49-F238E27FC236}">
                <a16:creationId xmlns:a16="http://schemas.microsoft.com/office/drawing/2014/main" id="{734707E3-E58C-8837-8EF7-BFE0220FE5F9}"/>
              </a:ext>
            </a:extLst>
          </p:cNvPr>
          <p:cNvSpPr txBox="1"/>
          <p:nvPr/>
        </p:nvSpPr>
        <p:spPr>
          <a:xfrm>
            <a:off x="5897375" y="5482948"/>
            <a:ext cx="700758" cy="29102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$62,899</a:t>
            </a:r>
          </a:p>
        </p:txBody>
      </p:sp>
      <p:sp>
        <p:nvSpPr>
          <p:cNvPr id="256" name="TextBox 255">
            <a:extLst>
              <a:ext uri="{FF2B5EF4-FFF2-40B4-BE49-F238E27FC236}">
                <a16:creationId xmlns:a16="http://schemas.microsoft.com/office/drawing/2014/main" id="{DB46FEFB-F0B9-4E20-20EF-B53AD7AFC0B1}"/>
              </a:ext>
            </a:extLst>
          </p:cNvPr>
          <p:cNvSpPr txBox="1"/>
          <p:nvPr/>
        </p:nvSpPr>
        <p:spPr>
          <a:xfrm>
            <a:off x="8191129" y="5482948"/>
            <a:ext cx="670350" cy="29102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4E42DA"/>
                </a:solidFill>
                <a:effectLst/>
                <a:uLnTx/>
                <a:uFillTx/>
                <a:latin typeface="Segoe UI"/>
                <a:ea typeface="+mn-ea"/>
                <a:cs typeface="Segoe UI"/>
                <a:sym typeface="Segoe UI"/>
                <a:rtl val="0"/>
              </a:rPr>
              <a:t>▲ 1.1%</a:t>
            </a:r>
          </a:p>
        </p:txBody>
      </p:sp>
      <p:sp>
        <p:nvSpPr>
          <p:cNvPr id="257" name="TextBox 256">
            <a:extLst>
              <a:ext uri="{FF2B5EF4-FFF2-40B4-BE49-F238E27FC236}">
                <a16:creationId xmlns:a16="http://schemas.microsoft.com/office/drawing/2014/main" id="{D3367184-75F6-B8EB-94BE-1B96EDF5B699}"/>
              </a:ext>
            </a:extLst>
          </p:cNvPr>
          <p:cNvSpPr txBox="1"/>
          <p:nvPr/>
        </p:nvSpPr>
        <p:spPr>
          <a:xfrm>
            <a:off x="5108238" y="5761629"/>
            <a:ext cx="1975524" cy="29102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E5760"/>
                </a:solidFill>
                <a:effectLst/>
                <a:uLnTx/>
                <a:uFillTx/>
                <a:latin typeface="Segoe UI"/>
                <a:ea typeface="+mn-ea"/>
                <a:cs typeface="Segoe UI"/>
                <a:sym typeface="Segoe UI"/>
                <a:rtl val="0"/>
              </a:rPr>
              <a:t>… 47 more states · Show all</a:t>
            </a:r>
          </a:p>
        </p:txBody>
      </p:sp>
      <p:sp>
        <p:nvSpPr>
          <p:cNvPr id="258" name="Rectangle 257">
            <a:extLst>
              <a:ext uri="{FF2B5EF4-FFF2-40B4-BE49-F238E27FC236}">
                <a16:creationId xmlns:a16="http://schemas.microsoft.com/office/drawing/2014/main" id="{9C055F03-6F13-F816-BA28-237C715BC3EE}"/>
              </a:ext>
            </a:extLst>
          </p:cNvPr>
          <p:cNvSpPr/>
          <p:nvPr/>
        </p:nvSpPr>
        <p:spPr>
          <a:xfrm>
            <a:off x="2859020" y="6097899"/>
            <a:ext cx="6473959" cy="257243"/>
          </a:xfrm>
          <a:prstGeom prst="rect">
            <a:avLst/>
          </a:prstGeom>
          <a:solidFill>
            <a:srgbClr val="F0F1F7"/>
          </a:solidFill>
          <a:ln w="1071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259" name="TextBox 258">
            <a:extLst>
              <a:ext uri="{FF2B5EF4-FFF2-40B4-BE49-F238E27FC236}">
                <a16:creationId xmlns:a16="http://schemas.microsoft.com/office/drawing/2014/main" id="{EDFB039A-B1BC-7AEA-A081-7CC38F7619C3}"/>
              </a:ext>
            </a:extLst>
          </p:cNvPr>
          <p:cNvSpPr txBox="1"/>
          <p:nvPr/>
        </p:nvSpPr>
        <p:spPr>
          <a:xfrm>
            <a:off x="2960513" y="6061746"/>
            <a:ext cx="2664270" cy="29102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E5760"/>
                </a:solidFill>
                <a:effectLst/>
                <a:uLnTx/>
                <a:uFillTx/>
                <a:latin typeface="Segoe UI"/>
                <a:ea typeface="+mn-ea"/>
                <a:cs typeface="Segoe UI"/>
                <a:sym typeface="Segoe UI"/>
                <a:rtl val="0"/>
              </a:rPr>
              <a:t>Home › Rankings › Per-Capita Income</a:t>
            </a:r>
          </a:p>
        </p:txBody>
      </p:sp>
      <p:sp>
        <p:nvSpPr>
          <p:cNvPr id="261" name="TextBox 260">
            <a:extLst>
              <a:ext uri="{FF2B5EF4-FFF2-40B4-BE49-F238E27FC236}">
                <a16:creationId xmlns:a16="http://schemas.microsoft.com/office/drawing/2014/main" id="{36F0B55D-26D1-685F-10EC-CC57660968FB}"/>
              </a:ext>
            </a:extLst>
          </p:cNvPr>
          <p:cNvSpPr txBox="1"/>
          <p:nvPr/>
        </p:nvSpPr>
        <p:spPr>
          <a:xfrm>
            <a:off x="5352108" y="6064143"/>
            <a:ext cx="1402820" cy="276999"/>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solidFill>
                  <a:srgbClr val="C23592"/>
                </a:solidFill>
                <a:effectLst/>
                <a:uLnTx/>
                <a:uFillTx/>
                <a:latin typeface="Segoe UI"/>
                <a:ea typeface="+mn-ea"/>
                <a:cs typeface="Segoe UI"/>
                <a:sym typeface="Segoe UI"/>
                <a:rtl val="0"/>
              </a:rPr>
              <a:t>Breadcrumb trail</a:t>
            </a:r>
          </a:p>
        </p:txBody>
      </p:sp>
      <p:sp>
        <p:nvSpPr>
          <p:cNvPr id="262" name="Freeform: Shape 261">
            <a:extLst>
              <a:ext uri="{FF2B5EF4-FFF2-40B4-BE49-F238E27FC236}">
                <a16:creationId xmlns:a16="http://schemas.microsoft.com/office/drawing/2014/main" id="{72BB17B3-A91C-4B50-74FE-6CF19DC63FC2}"/>
              </a:ext>
            </a:extLst>
          </p:cNvPr>
          <p:cNvSpPr/>
          <p:nvPr/>
        </p:nvSpPr>
        <p:spPr>
          <a:xfrm>
            <a:off x="2430281" y="2903793"/>
            <a:ext cx="385865" cy="10718"/>
          </a:xfrm>
          <a:custGeom>
            <a:avLst/>
            <a:gdLst>
              <a:gd name="csX0" fmla="*/ 0 w 385865"/>
              <a:gd name="csY0" fmla="*/ 0 h 10718"/>
              <a:gd name="csX1" fmla="*/ 385865 w 385865"/>
              <a:gd name="csY1" fmla="*/ 0 h 10718"/>
            </a:gdLst>
            <a:ahLst/>
            <a:cxnLst>
              <a:cxn ang="0">
                <a:pos x="csX0" y="csY0"/>
              </a:cxn>
              <a:cxn ang="0">
                <a:pos x="csX1" y="csY1"/>
              </a:cxn>
            </a:cxnLst>
            <a:rect l="l" t="t" r="r" b="b"/>
            <a:pathLst>
              <a:path w="385865" h="10718">
                <a:moveTo>
                  <a:pt x="0" y="0"/>
                </a:moveTo>
                <a:lnTo>
                  <a:pt x="385865" y="0"/>
                </a:lnTo>
              </a:path>
            </a:pathLst>
          </a:custGeom>
          <a:ln w="14994" cap="flat">
            <a:solidFill>
              <a:srgbClr val="444F9C"/>
            </a:solidFill>
            <a:custDash>
              <a:ds d="300000" sp="150000"/>
            </a:custDash>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263" name="Rectangle 262">
            <a:extLst>
              <a:ext uri="{FF2B5EF4-FFF2-40B4-BE49-F238E27FC236}">
                <a16:creationId xmlns:a16="http://schemas.microsoft.com/office/drawing/2014/main" id="{7BE649E1-9744-0F38-9DBF-46A2D193EF11}"/>
              </a:ext>
            </a:extLst>
          </p:cNvPr>
          <p:cNvSpPr/>
          <p:nvPr/>
        </p:nvSpPr>
        <p:spPr>
          <a:xfrm>
            <a:off x="1733948" y="2632303"/>
            <a:ext cx="857478" cy="428739"/>
          </a:xfrm>
          <a:prstGeom prst="rect">
            <a:avLst/>
          </a:prstGeom>
          <a:solidFill>
            <a:srgbClr val="FFFFFF"/>
          </a:solidFill>
          <a:ln w="1071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264" name="TextBox 263">
            <a:extLst>
              <a:ext uri="{FF2B5EF4-FFF2-40B4-BE49-F238E27FC236}">
                <a16:creationId xmlns:a16="http://schemas.microsoft.com/office/drawing/2014/main" id="{721025D3-0A00-734B-1105-4FD38802489B}"/>
              </a:ext>
            </a:extLst>
          </p:cNvPr>
          <p:cNvSpPr txBox="1"/>
          <p:nvPr/>
        </p:nvSpPr>
        <p:spPr>
          <a:xfrm>
            <a:off x="1834418" y="2610396"/>
            <a:ext cx="820289" cy="3231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solidFill>
                  <a:srgbClr val="444F9C"/>
                </a:solidFill>
                <a:effectLst/>
                <a:uLnTx/>
                <a:uFillTx/>
                <a:latin typeface="Segoe UI"/>
                <a:ea typeface="+mn-ea"/>
                <a:cs typeface="Segoe UI"/>
                <a:sym typeface="Segoe UI"/>
                <a:rtl val="0"/>
              </a:rPr>
              <a:t>Precise</a:t>
            </a:r>
          </a:p>
        </p:txBody>
      </p:sp>
      <p:sp>
        <p:nvSpPr>
          <p:cNvPr id="265" name="TextBox 264">
            <a:extLst>
              <a:ext uri="{FF2B5EF4-FFF2-40B4-BE49-F238E27FC236}">
                <a16:creationId xmlns:a16="http://schemas.microsoft.com/office/drawing/2014/main" id="{79B7AF4E-D7CC-E316-C642-E433CC851D65}"/>
              </a:ext>
            </a:extLst>
          </p:cNvPr>
          <p:cNvSpPr txBox="1"/>
          <p:nvPr/>
        </p:nvSpPr>
        <p:spPr>
          <a:xfrm>
            <a:off x="1879886" y="2829854"/>
            <a:ext cx="617028"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solidFill>
                  <a:srgbClr val="444F9C"/>
                </a:solidFill>
                <a:effectLst/>
                <a:uLnTx/>
                <a:uFillTx/>
                <a:latin typeface="Segoe UI"/>
                <a:ea typeface="+mn-ea"/>
                <a:cs typeface="Segoe UI"/>
                <a:sym typeface="Segoe UI"/>
                <a:rtl val="0"/>
              </a:rPr>
              <a:t>search</a:t>
            </a:r>
          </a:p>
        </p:txBody>
      </p:sp>
      <p:sp>
        <p:nvSpPr>
          <p:cNvPr id="266" name="Freeform: Shape 265">
            <a:extLst>
              <a:ext uri="{FF2B5EF4-FFF2-40B4-BE49-F238E27FC236}">
                <a16:creationId xmlns:a16="http://schemas.microsoft.com/office/drawing/2014/main" id="{24A6BEE9-CA0C-2A2C-80E7-B56F1D7F944D}"/>
              </a:ext>
            </a:extLst>
          </p:cNvPr>
          <p:cNvSpPr/>
          <p:nvPr/>
        </p:nvSpPr>
        <p:spPr>
          <a:xfrm>
            <a:off x="2430281" y="3696960"/>
            <a:ext cx="385865" cy="10718"/>
          </a:xfrm>
          <a:custGeom>
            <a:avLst/>
            <a:gdLst>
              <a:gd name="csX0" fmla="*/ 0 w 385865"/>
              <a:gd name="csY0" fmla="*/ 0 h 10718"/>
              <a:gd name="csX1" fmla="*/ 385865 w 385865"/>
              <a:gd name="csY1" fmla="*/ 0 h 10718"/>
            </a:gdLst>
            <a:ahLst/>
            <a:cxnLst>
              <a:cxn ang="0">
                <a:pos x="csX0" y="csY0"/>
              </a:cxn>
              <a:cxn ang="0">
                <a:pos x="csX1" y="csY1"/>
              </a:cxn>
            </a:cxnLst>
            <a:rect l="l" t="t" r="r" b="b"/>
            <a:pathLst>
              <a:path w="385865" h="10718">
                <a:moveTo>
                  <a:pt x="0" y="0"/>
                </a:moveTo>
                <a:lnTo>
                  <a:pt x="385865" y="0"/>
                </a:lnTo>
              </a:path>
            </a:pathLst>
          </a:custGeom>
          <a:ln w="14994" cap="flat">
            <a:solidFill>
              <a:srgbClr val="444F9C"/>
            </a:solidFill>
            <a:custDash>
              <a:ds d="300000" sp="150000"/>
            </a:custDash>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267" name="Rectangle 266">
            <a:extLst>
              <a:ext uri="{FF2B5EF4-FFF2-40B4-BE49-F238E27FC236}">
                <a16:creationId xmlns:a16="http://schemas.microsoft.com/office/drawing/2014/main" id="{025D2399-E26A-9BCE-7DD5-98109F3DF769}"/>
              </a:ext>
            </a:extLst>
          </p:cNvPr>
          <p:cNvSpPr/>
          <p:nvPr/>
        </p:nvSpPr>
        <p:spPr>
          <a:xfrm>
            <a:off x="1725967" y="3419893"/>
            <a:ext cx="857478" cy="428739"/>
          </a:xfrm>
          <a:prstGeom prst="rect">
            <a:avLst/>
          </a:prstGeom>
          <a:solidFill>
            <a:srgbClr val="FFFFFF"/>
          </a:solidFill>
          <a:ln w="1071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268" name="TextBox 267">
            <a:extLst>
              <a:ext uri="{FF2B5EF4-FFF2-40B4-BE49-F238E27FC236}">
                <a16:creationId xmlns:a16="http://schemas.microsoft.com/office/drawing/2014/main" id="{97CA1408-0CC0-5D06-D611-5BD6D5DB34C6}"/>
              </a:ext>
            </a:extLst>
          </p:cNvPr>
          <p:cNvSpPr txBox="1"/>
          <p:nvPr/>
        </p:nvSpPr>
        <p:spPr>
          <a:xfrm>
            <a:off x="1785838" y="3395237"/>
            <a:ext cx="740908" cy="3231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solidFill>
                  <a:srgbClr val="444F9C"/>
                </a:solidFill>
                <a:effectLst/>
                <a:uLnTx/>
                <a:uFillTx/>
                <a:latin typeface="Segoe UI"/>
                <a:ea typeface="+mn-ea"/>
                <a:cs typeface="Segoe UI"/>
                <a:sym typeface="Segoe UI"/>
                <a:rtl val="0"/>
              </a:rPr>
              <a:t>Single</a:t>
            </a:r>
          </a:p>
        </p:txBody>
      </p:sp>
      <p:sp>
        <p:nvSpPr>
          <p:cNvPr id="269" name="TextBox 268">
            <a:extLst>
              <a:ext uri="{FF2B5EF4-FFF2-40B4-BE49-F238E27FC236}">
                <a16:creationId xmlns:a16="http://schemas.microsoft.com/office/drawing/2014/main" id="{2E84B827-9971-E015-2F99-1DBAA13B4D13}"/>
              </a:ext>
            </a:extLst>
          </p:cNvPr>
          <p:cNvSpPr txBox="1"/>
          <p:nvPr/>
        </p:nvSpPr>
        <p:spPr>
          <a:xfrm>
            <a:off x="1725256" y="3614301"/>
            <a:ext cx="887935"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solidFill>
                  <a:srgbClr val="444F9C"/>
                </a:solidFill>
                <a:effectLst/>
                <a:uLnTx/>
                <a:uFillTx/>
                <a:latin typeface="Segoe UI"/>
                <a:ea typeface="+mn-ea"/>
                <a:cs typeface="Segoe UI"/>
                <a:sym typeface="Segoe UI"/>
                <a:rtl val="0"/>
              </a:rPr>
              <a:t>best result</a:t>
            </a:r>
          </a:p>
        </p:txBody>
      </p:sp>
      <p:sp>
        <p:nvSpPr>
          <p:cNvPr id="270" name="Freeform: Shape 269">
            <a:extLst>
              <a:ext uri="{FF2B5EF4-FFF2-40B4-BE49-F238E27FC236}">
                <a16:creationId xmlns:a16="http://schemas.microsoft.com/office/drawing/2014/main" id="{3EB07A40-5762-55AB-023A-502B69F4B874}"/>
              </a:ext>
            </a:extLst>
          </p:cNvPr>
          <p:cNvSpPr/>
          <p:nvPr/>
        </p:nvSpPr>
        <p:spPr>
          <a:xfrm>
            <a:off x="2430281" y="5261858"/>
            <a:ext cx="385865" cy="10718"/>
          </a:xfrm>
          <a:custGeom>
            <a:avLst/>
            <a:gdLst>
              <a:gd name="csX0" fmla="*/ 0 w 385865"/>
              <a:gd name="csY0" fmla="*/ 0 h 10718"/>
              <a:gd name="csX1" fmla="*/ 385865 w 385865"/>
              <a:gd name="csY1" fmla="*/ 0 h 10718"/>
            </a:gdLst>
            <a:ahLst/>
            <a:cxnLst>
              <a:cxn ang="0">
                <a:pos x="csX0" y="csY0"/>
              </a:cxn>
              <a:cxn ang="0">
                <a:pos x="csX1" y="csY1"/>
              </a:cxn>
            </a:cxnLst>
            <a:rect l="l" t="t" r="r" b="b"/>
            <a:pathLst>
              <a:path w="385865" h="10718">
                <a:moveTo>
                  <a:pt x="0" y="0"/>
                </a:moveTo>
                <a:lnTo>
                  <a:pt x="385865" y="0"/>
                </a:lnTo>
              </a:path>
            </a:pathLst>
          </a:custGeom>
          <a:ln w="14994" cap="flat">
            <a:solidFill>
              <a:srgbClr val="444F9C"/>
            </a:solidFill>
            <a:custDash>
              <a:ds d="300000" sp="150000"/>
            </a:custDash>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271" name="Rectangle 270">
            <a:extLst>
              <a:ext uri="{FF2B5EF4-FFF2-40B4-BE49-F238E27FC236}">
                <a16:creationId xmlns:a16="http://schemas.microsoft.com/office/drawing/2014/main" id="{51BC4F73-1107-BAF9-C7F3-7B46E9824F3D}"/>
              </a:ext>
            </a:extLst>
          </p:cNvPr>
          <p:cNvSpPr/>
          <p:nvPr/>
        </p:nvSpPr>
        <p:spPr>
          <a:xfrm>
            <a:off x="1738129" y="4968462"/>
            <a:ext cx="857478" cy="428739"/>
          </a:xfrm>
          <a:prstGeom prst="rect">
            <a:avLst/>
          </a:prstGeom>
          <a:solidFill>
            <a:srgbClr val="FFFFFF"/>
          </a:solidFill>
          <a:ln w="10710"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272" name="TextBox 271">
            <a:extLst>
              <a:ext uri="{FF2B5EF4-FFF2-40B4-BE49-F238E27FC236}">
                <a16:creationId xmlns:a16="http://schemas.microsoft.com/office/drawing/2014/main" id="{D2692DF1-6FB2-5595-19AC-CB9698ABC629}"/>
              </a:ext>
            </a:extLst>
          </p:cNvPr>
          <p:cNvSpPr txBox="1"/>
          <p:nvPr/>
        </p:nvSpPr>
        <p:spPr>
          <a:xfrm>
            <a:off x="1710231" y="4927855"/>
            <a:ext cx="948401" cy="3231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solidFill>
                  <a:srgbClr val="444F9C"/>
                </a:solidFill>
                <a:effectLst/>
                <a:uLnTx/>
                <a:uFillTx/>
                <a:latin typeface="Segoe UI"/>
                <a:ea typeface="+mn-ea"/>
                <a:cs typeface="Segoe UI"/>
                <a:sym typeface="Segoe UI"/>
                <a:rtl val="0"/>
              </a:rPr>
              <a:t>Sortable</a:t>
            </a:r>
          </a:p>
        </p:txBody>
      </p:sp>
      <p:sp>
        <p:nvSpPr>
          <p:cNvPr id="273" name="TextBox 272">
            <a:extLst>
              <a:ext uri="{FF2B5EF4-FFF2-40B4-BE49-F238E27FC236}">
                <a16:creationId xmlns:a16="http://schemas.microsoft.com/office/drawing/2014/main" id="{611D928B-65FF-3FB6-B6CA-3C4B4B3026B3}"/>
              </a:ext>
            </a:extLst>
          </p:cNvPr>
          <p:cNvSpPr txBox="1"/>
          <p:nvPr/>
        </p:nvSpPr>
        <p:spPr>
          <a:xfrm>
            <a:off x="1863656" y="5143846"/>
            <a:ext cx="627095"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solidFill>
                  <a:srgbClr val="444F9C"/>
                </a:solidFill>
                <a:effectLst/>
                <a:uLnTx/>
                <a:uFillTx/>
                <a:latin typeface="Segoe UI"/>
                <a:ea typeface="+mn-ea"/>
                <a:cs typeface="Segoe UI"/>
                <a:sym typeface="Segoe UI"/>
                <a:rtl val="0"/>
              </a:rPr>
              <a:t>full list</a:t>
            </a:r>
          </a:p>
        </p:txBody>
      </p:sp>
      <p:sp>
        <p:nvSpPr>
          <p:cNvPr id="27" name="Isosceles Triangle 26">
            <a:extLst>
              <a:ext uri="{FF2B5EF4-FFF2-40B4-BE49-F238E27FC236}">
                <a16:creationId xmlns:a16="http://schemas.microsoft.com/office/drawing/2014/main" id="{3ECA69A1-7536-43AC-85EF-C7106179F5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604080" y="6453143"/>
            <a:ext cx="814903" cy="404857"/>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a:ea typeface="+mn-ea"/>
              <a:cs typeface="+mn-cs"/>
            </a:endParaRPr>
          </a:p>
        </p:txBody>
      </p:sp>
    </p:spTree>
    <p:extLst>
      <p:ext uri="{BB962C8B-B14F-4D97-AF65-F5344CB8AC3E}">
        <p14:creationId xmlns:p14="http://schemas.microsoft.com/office/powerpoint/2010/main" val="47027305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E2C7D9D-77D0-0372-41DE-63CA659AA200}"/>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75C7EA2-D396-92EC-F7FF-DA1EB5DF8B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a:ea typeface="+mn-ea"/>
              <a:cs typeface="+mn-cs"/>
            </a:endParaRPr>
          </a:p>
        </p:txBody>
      </p:sp>
      <p:graphicFrame>
        <p:nvGraphicFramePr>
          <p:cNvPr id="5" name="Content Placeholder 2">
            <a:extLst>
              <a:ext uri="{FF2B5EF4-FFF2-40B4-BE49-F238E27FC236}">
                <a16:creationId xmlns:a16="http://schemas.microsoft.com/office/drawing/2014/main" id="{45A60F35-0D16-B34F-372E-1E730DE2A344}"/>
              </a:ext>
            </a:extLst>
          </p:cNvPr>
          <p:cNvGraphicFramePr>
            <a:graphicFrameLocks noGrp="1"/>
          </p:cNvGraphicFramePr>
          <p:nvPr>
            <p:ph idx="1"/>
          </p:nvPr>
        </p:nvGraphicFramePr>
        <p:xfrm>
          <a:off x="680484" y="1417638"/>
          <a:ext cx="9409814" cy="466725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8" name="Title 1">
            <a:extLst>
              <a:ext uri="{FF2B5EF4-FFF2-40B4-BE49-F238E27FC236}">
                <a16:creationId xmlns:a16="http://schemas.microsoft.com/office/drawing/2014/main" id="{F7E4BCA0-2D49-E66C-1B4B-ACDD5BD01CF5}"/>
              </a:ext>
            </a:extLst>
          </p:cNvPr>
          <p:cNvSpPr>
            <a:spLocks noGrp="1"/>
          </p:cNvSpPr>
          <p:nvPr>
            <p:ph type="title"/>
          </p:nvPr>
        </p:nvSpPr>
        <p:spPr>
          <a:xfrm>
            <a:off x="680484" y="274638"/>
            <a:ext cx="11052856" cy="1143000"/>
          </a:xfrm>
        </p:spPr>
        <p:txBody>
          <a:bodyPr vert="horz" lIns="0" tIns="45720" rIns="10" bIns="45720" rtlCol="0" anchor="ctr">
            <a:noAutofit/>
          </a:bodyPr>
          <a:lstStyle/>
          <a:p>
            <a:r>
              <a:rPr lang="en-US" dirty="0"/>
              <a:t>Supporting Exploratory Browsing</a:t>
            </a:r>
            <a:endParaRPr dirty="0"/>
          </a:p>
        </p:txBody>
      </p:sp>
      <p:sp>
        <p:nvSpPr>
          <p:cNvPr id="3" name="Rectangle 2" descr="Maze">
            <a:extLst>
              <a:ext uri="{FF2B5EF4-FFF2-40B4-BE49-F238E27FC236}">
                <a16:creationId xmlns:a16="http://schemas.microsoft.com/office/drawing/2014/main" id="{BF3E2F93-5627-8566-07AB-82A17360B5E4}"/>
              </a:ext>
            </a:extLst>
          </p:cNvPr>
          <p:cNvSpPr/>
          <p:nvPr/>
        </p:nvSpPr>
        <p:spPr>
          <a:xfrm>
            <a:off x="9823872" y="1314336"/>
            <a:ext cx="2631505" cy="2631505"/>
          </a:xfrm>
          <a:prstGeom prst="rect">
            <a:avLst/>
          </a:prstGeom>
          <a: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a:blipFill>
          <a:ln>
            <a:noFill/>
          </a:ln>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a:ea typeface="+mn-ea"/>
              <a:cs typeface="+mn-cs"/>
            </a:endParaRPr>
          </a:p>
        </p:txBody>
      </p:sp>
    </p:spTree>
    <p:extLst>
      <p:ext uri="{BB962C8B-B14F-4D97-AF65-F5344CB8AC3E}">
        <p14:creationId xmlns:p14="http://schemas.microsoft.com/office/powerpoint/2010/main" val="277922415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D20E10D-DE91-FA67-86AE-AF2599E0A14B}"/>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A66F6EAE-22DC-0F9E-A005-3EE973C80A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venir"/>
              <a:ea typeface="+mn-ea"/>
              <a:cs typeface="+mn-cs"/>
            </a:endParaRPr>
          </a:p>
        </p:txBody>
      </p:sp>
      <p:sp>
        <p:nvSpPr>
          <p:cNvPr id="103" name="Freeform: Shape 102">
            <a:extLst>
              <a:ext uri="{FF2B5EF4-FFF2-40B4-BE49-F238E27FC236}">
                <a16:creationId xmlns:a16="http://schemas.microsoft.com/office/drawing/2014/main" id="{BB78A4D8-A22E-F4C0-1C3C-FA092E2C790D}"/>
              </a:ext>
            </a:extLst>
          </p:cNvPr>
          <p:cNvSpPr/>
          <p:nvPr/>
        </p:nvSpPr>
        <p:spPr>
          <a:xfrm>
            <a:off x="1428277" y="288485"/>
            <a:ext cx="2074543" cy="1659634"/>
          </a:xfrm>
          <a:custGeom>
            <a:avLst/>
            <a:gdLst>
              <a:gd name="csX0" fmla="*/ 0 w 2074543"/>
              <a:gd name="csY0" fmla="*/ 0 h 1659634"/>
              <a:gd name="csX1" fmla="*/ 2074544 w 2074543"/>
              <a:gd name="csY1" fmla="*/ 0 h 1659634"/>
              <a:gd name="csX2" fmla="*/ 0 w 2074543"/>
              <a:gd name="csY2" fmla="*/ 1659635 h 1659634"/>
            </a:gdLst>
            <a:ahLst/>
            <a:cxnLst>
              <a:cxn ang="0">
                <a:pos x="csX0" y="csY0"/>
              </a:cxn>
              <a:cxn ang="0">
                <a:pos x="csX1" y="csY1"/>
              </a:cxn>
              <a:cxn ang="0">
                <a:pos x="csX2" y="csY2"/>
              </a:cxn>
            </a:cxnLst>
            <a:rect l="l" t="t" r="r" b="b"/>
            <a:pathLst>
              <a:path w="2074543" h="1659634">
                <a:moveTo>
                  <a:pt x="0" y="0"/>
                </a:moveTo>
                <a:lnTo>
                  <a:pt x="2074544" y="0"/>
                </a:lnTo>
                <a:lnTo>
                  <a:pt x="0" y="1659635"/>
                </a:lnTo>
                <a:close/>
              </a:path>
            </a:pathLst>
          </a:custGeom>
          <a:solidFill>
            <a:srgbClr val="FEF8DD">
              <a:alpha val="55000"/>
            </a:srgbClr>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7" name="Freeform: Shape 16">
            <a:extLst>
              <a:ext uri="{FF2B5EF4-FFF2-40B4-BE49-F238E27FC236}">
                <a16:creationId xmlns:a16="http://schemas.microsoft.com/office/drawing/2014/main" id="{B5A67236-553D-3D0D-3E5E-95A02A9273F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376156" y="-253670"/>
            <a:ext cx="1827638" cy="1376989"/>
          </a:xfrm>
          <a:custGeom>
            <a:avLst/>
            <a:gdLst>
              <a:gd name="connsiteX0" fmla="*/ 0 w 1827638"/>
              <a:gd name="connsiteY0" fmla="*/ 987379 h 1376989"/>
              <a:gd name="connsiteX1" fmla="*/ 987379 w 1827638"/>
              <a:gd name="connsiteY1" fmla="*/ 0 h 1376989"/>
              <a:gd name="connsiteX2" fmla="*/ 1827638 w 1827638"/>
              <a:gd name="connsiteY2" fmla="*/ 840260 h 1376989"/>
              <a:gd name="connsiteX3" fmla="*/ 1827638 w 1827638"/>
              <a:gd name="connsiteY3" fmla="*/ 1376989 h 1376989"/>
              <a:gd name="connsiteX4" fmla="*/ 0 w 1827638"/>
              <a:gd name="connsiteY4" fmla="*/ 1376989 h 13769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27638" h="1376989">
                <a:moveTo>
                  <a:pt x="0" y="987379"/>
                </a:moveTo>
                <a:lnTo>
                  <a:pt x="987379" y="0"/>
                </a:lnTo>
                <a:lnTo>
                  <a:pt x="1827638" y="840260"/>
                </a:lnTo>
                <a:lnTo>
                  <a:pt x="1827638" y="1376989"/>
                </a:lnTo>
                <a:lnTo>
                  <a:pt x="0" y="1376989"/>
                </a:lnTo>
                <a:close/>
              </a:path>
            </a:pathLst>
          </a:cu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venir"/>
              <a:ea typeface="+mn-ea"/>
              <a:cs typeface="+mn-cs"/>
            </a:endParaRPr>
          </a:p>
        </p:txBody>
      </p:sp>
      <p:sp>
        <p:nvSpPr>
          <p:cNvPr id="19" name="Rectangle 18">
            <a:extLst>
              <a:ext uri="{FF2B5EF4-FFF2-40B4-BE49-F238E27FC236}">
                <a16:creationId xmlns:a16="http://schemas.microsoft.com/office/drawing/2014/main" id="{E65F86ED-96EC-6977-B192-27AC01FC28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891641" y="422146"/>
            <a:ext cx="645368" cy="645368"/>
          </a:xfrm>
          <a:prstGeom prst="rect">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a:ea typeface="+mn-ea"/>
              <a:cs typeface="+mn-cs"/>
            </a:endParaRPr>
          </a:p>
        </p:txBody>
      </p:sp>
      <p:sp>
        <p:nvSpPr>
          <p:cNvPr id="21" name="Rectangle 20">
            <a:extLst>
              <a:ext uri="{FF2B5EF4-FFF2-40B4-BE49-F238E27FC236}">
                <a16:creationId xmlns:a16="http://schemas.microsoft.com/office/drawing/2014/main" id="{58B5B73B-89E3-16CE-3F71-8800AC9166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10043482" y="655140"/>
            <a:ext cx="687472" cy="687472"/>
          </a:xfrm>
          <a:prstGeom prst="rect">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a:ea typeface="+mn-ea"/>
              <a:cs typeface="+mn-cs"/>
            </a:endParaRPr>
          </a:p>
        </p:txBody>
      </p:sp>
      <p:sp>
        <p:nvSpPr>
          <p:cNvPr id="23" name="Freeform: Shape 22">
            <a:extLst>
              <a:ext uri="{FF2B5EF4-FFF2-40B4-BE49-F238E27FC236}">
                <a16:creationId xmlns:a16="http://schemas.microsoft.com/office/drawing/2014/main" id="{A1C7F066-6C09-DF0B-921B-E4177611DDA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9356643" y="0"/>
            <a:ext cx="2835357" cy="1480837"/>
          </a:xfrm>
          <a:custGeom>
            <a:avLst/>
            <a:gdLst>
              <a:gd name="connsiteX0" fmla="*/ 2835357 w 2835357"/>
              <a:gd name="connsiteY0" fmla="*/ 1480837 h 1480837"/>
              <a:gd name="connsiteX1" fmla="*/ 0 w 2835357"/>
              <a:gd name="connsiteY1" fmla="*/ 1480837 h 1480837"/>
              <a:gd name="connsiteX2" fmla="*/ 1552727 w 2835357"/>
              <a:gd name="connsiteY2" fmla="*/ 0 h 1480837"/>
              <a:gd name="connsiteX3" fmla="*/ 2835357 w 2835357"/>
              <a:gd name="connsiteY3" fmla="*/ 1223245 h 1480837"/>
            </a:gdLst>
            <a:ahLst/>
            <a:cxnLst>
              <a:cxn ang="0">
                <a:pos x="connsiteX0" y="connsiteY0"/>
              </a:cxn>
              <a:cxn ang="0">
                <a:pos x="connsiteX1" y="connsiteY1"/>
              </a:cxn>
              <a:cxn ang="0">
                <a:pos x="connsiteX2" y="connsiteY2"/>
              </a:cxn>
              <a:cxn ang="0">
                <a:pos x="connsiteX3" y="connsiteY3"/>
              </a:cxn>
            </a:cxnLst>
            <a:rect l="l" t="t" r="r" b="b"/>
            <a:pathLst>
              <a:path w="2835357" h="1480837">
                <a:moveTo>
                  <a:pt x="2835357" y="1480837"/>
                </a:moveTo>
                <a:lnTo>
                  <a:pt x="0" y="1480837"/>
                </a:lnTo>
                <a:lnTo>
                  <a:pt x="1552727" y="0"/>
                </a:lnTo>
                <a:lnTo>
                  <a:pt x="2835357" y="1223245"/>
                </a:lnTo>
                <a:close/>
              </a:path>
            </a:pathLst>
          </a:cu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venir"/>
              <a:ea typeface="+mn-ea"/>
              <a:cs typeface="+mn-cs"/>
            </a:endParaRPr>
          </a:p>
        </p:txBody>
      </p:sp>
      <p:sp>
        <p:nvSpPr>
          <p:cNvPr id="25" name="Isosceles Triangle 24">
            <a:extLst>
              <a:ext uri="{FF2B5EF4-FFF2-40B4-BE49-F238E27FC236}">
                <a16:creationId xmlns:a16="http://schemas.microsoft.com/office/drawing/2014/main" id="{EFD6157D-652E-E3B8-B752-E4F0E2B3B5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976344" y="6115501"/>
            <a:ext cx="1494513" cy="742499"/>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a:ea typeface="+mn-ea"/>
              <a:cs typeface="+mn-cs"/>
            </a:endParaRPr>
          </a:p>
        </p:txBody>
      </p:sp>
      <p:sp>
        <p:nvSpPr>
          <p:cNvPr id="4" name="Freeform: Shape 3">
            <a:extLst>
              <a:ext uri="{FF2B5EF4-FFF2-40B4-BE49-F238E27FC236}">
                <a16:creationId xmlns:a16="http://schemas.microsoft.com/office/drawing/2014/main" id="{8EE4C2F5-5CDE-919C-32CB-918A689A5CD2}"/>
              </a:ext>
            </a:extLst>
          </p:cNvPr>
          <p:cNvSpPr/>
          <p:nvPr/>
        </p:nvSpPr>
        <p:spPr>
          <a:xfrm>
            <a:off x="7963089" y="4022663"/>
            <a:ext cx="2800634" cy="2696907"/>
          </a:xfrm>
          <a:custGeom>
            <a:avLst/>
            <a:gdLst>
              <a:gd name="csX0" fmla="*/ 2800634 w 2800634"/>
              <a:gd name="csY0" fmla="*/ 0 h 2696907"/>
              <a:gd name="csX1" fmla="*/ 2800634 w 2800634"/>
              <a:gd name="csY1" fmla="*/ 2696907 h 2696907"/>
              <a:gd name="csX2" fmla="*/ 0 w 2800634"/>
              <a:gd name="csY2" fmla="*/ 2696907 h 2696907"/>
            </a:gdLst>
            <a:ahLst/>
            <a:cxnLst>
              <a:cxn ang="0">
                <a:pos x="csX0" y="csY0"/>
              </a:cxn>
              <a:cxn ang="0">
                <a:pos x="csX1" y="csY1"/>
              </a:cxn>
              <a:cxn ang="0">
                <a:pos x="csX2" y="csY2"/>
              </a:cxn>
            </a:cxnLst>
            <a:rect l="l" t="t" r="r" b="b"/>
            <a:pathLst>
              <a:path w="2800634" h="2696907">
                <a:moveTo>
                  <a:pt x="2800634" y="0"/>
                </a:moveTo>
                <a:lnTo>
                  <a:pt x="2800634" y="2696907"/>
                </a:lnTo>
                <a:lnTo>
                  <a:pt x="0" y="2696907"/>
                </a:lnTo>
                <a:close/>
              </a:path>
            </a:pathLst>
          </a:custGeom>
          <a:solidFill>
            <a:srgbClr val="F4F4F4"/>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5" name="Freeform: Shape 4">
            <a:extLst>
              <a:ext uri="{FF2B5EF4-FFF2-40B4-BE49-F238E27FC236}">
                <a16:creationId xmlns:a16="http://schemas.microsoft.com/office/drawing/2014/main" id="{1B12B63A-B33A-5E5D-781D-9A9023A943DA}"/>
              </a:ext>
            </a:extLst>
          </p:cNvPr>
          <p:cNvSpPr/>
          <p:nvPr/>
        </p:nvSpPr>
        <p:spPr>
          <a:xfrm>
            <a:off x="8689180" y="4956208"/>
            <a:ext cx="2074543" cy="1763362"/>
          </a:xfrm>
          <a:custGeom>
            <a:avLst/>
            <a:gdLst>
              <a:gd name="csX0" fmla="*/ 2074544 w 2074543"/>
              <a:gd name="csY0" fmla="*/ 0 h 1763362"/>
              <a:gd name="csX1" fmla="*/ 2074544 w 2074543"/>
              <a:gd name="csY1" fmla="*/ 1763362 h 1763362"/>
              <a:gd name="csX2" fmla="*/ 0 w 2074543"/>
              <a:gd name="csY2" fmla="*/ 1763362 h 1763362"/>
            </a:gdLst>
            <a:ahLst/>
            <a:cxnLst>
              <a:cxn ang="0">
                <a:pos x="csX0" y="csY0"/>
              </a:cxn>
              <a:cxn ang="0">
                <a:pos x="csX1" y="csY1"/>
              </a:cxn>
              <a:cxn ang="0">
                <a:pos x="csX2" y="csY2"/>
              </a:cxn>
            </a:cxnLst>
            <a:rect l="l" t="t" r="r" b="b"/>
            <a:pathLst>
              <a:path w="2074543" h="1763362">
                <a:moveTo>
                  <a:pt x="2074544" y="0"/>
                </a:moveTo>
                <a:lnTo>
                  <a:pt x="2074544" y="1763362"/>
                </a:lnTo>
                <a:lnTo>
                  <a:pt x="0" y="1763362"/>
                </a:lnTo>
                <a:close/>
              </a:path>
            </a:pathLst>
          </a:custGeom>
          <a:solidFill>
            <a:srgbClr val="EDEEF5"/>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8" name="Oval 7">
            <a:extLst>
              <a:ext uri="{FF2B5EF4-FFF2-40B4-BE49-F238E27FC236}">
                <a16:creationId xmlns:a16="http://schemas.microsoft.com/office/drawing/2014/main" id="{F1CE83DB-2A3F-2734-D2D1-423D38159F39}"/>
              </a:ext>
            </a:extLst>
          </p:cNvPr>
          <p:cNvSpPr/>
          <p:nvPr/>
        </p:nvSpPr>
        <p:spPr>
          <a:xfrm>
            <a:off x="9083343" y="578921"/>
            <a:ext cx="1286217" cy="1286217"/>
          </a:xfrm>
          <a:prstGeom prst="ellipse">
            <a:avLst/>
          </a:prstGeom>
          <a:solidFill>
            <a:srgbClr val="FEF8DD">
              <a:alpha val="40000"/>
            </a:srgbClr>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0" name="TextBox 9">
            <a:extLst>
              <a:ext uri="{FF2B5EF4-FFF2-40B4-BE49-F238E27FC236}">
                <a16:creationId xmlns:a16="http://schemas.microsoft.com/office/drawing/2014/main" id="{59144EF7-6EDE-4190-AE34-91AAA842AA6D}"/>
              </a:ext>
            </a:extLst>
          </p:cNvPr>
          <p:cNvSpPr txBox="1"/>
          <p:nvPr/>
        </p:nvSpPr>
        <p:spPr>
          <a:xfrm>
            <a:off x="3392151" y="714693"/>
            <a:ext cx="54076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solidFill>
                  <a:srgbClr val="3E5760"/>
                </a:solidFill>
                <a:effectLst/>
                <a:uLnTx/>
                <a:uFillTx/>
                <a:latin typeface="Avenir"/>
                <a:ea typeface="+mn-ea"/>
                <a:cs typeface="Segoe UI"/>
                <a:sym typeface="Segoe UI"/>
                <a:rtl val="0"/>
              </a:rPr>
              <a:t>Users discover options matching a loosely-defined need</a:t>
            </a:r>
          </a:p>
        </p:txBody>
      </p:sp>
      <p:sp>
        <p:nvSpPr>
          <p:cNvPr id="11" name="Rectangle 10">
            <a:extLst>
              <a:ext uri="{FF2B5EF4-FFF2-40B4-BE49-F238E27FC236}">
                <a16:creationId xmlns:a16="http://schemas.microsoft.com/office/drawing/2014/main" id="{5B00B1FB-8FC0-E99A-45D2-C36C14EC11AB}"/>
              </a:ext>
            </a:extLst>
          </p:cNvPr>
          <p:cNvSpPr/>
          <p:nvPr/>
        </p:nvSpPr>
        <p:spPr>
          <a:xfrm>
            <a:off x="1946912" y="1139047"/>
            <a:ext cx="8298175" cy="5290086"/>
          </a:xfrm>
          <a:prstGeom prst="rect">
            <a:avLst/>
          </a:prstGeom>
          <a:solidFill>
            <a:srgbClr val="F0F1F7"/>
          </a:solidFill>
          <a:ln w="15558" cap="flat">
            <a:solidFill>
              <a:srgbClr val="CECDED"/>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2" name="Rectangle 11">
            <a:extLst>
              <a:ext uri="{FF2B5EF4-FFF2-40B4-BE49-F238E27FC236}">
                <a16:creationId xmlns:a16="http://schemas.microsoft.com/office/drawing/2014/main" id="{2D30D235-65F4-D0C6-863D-61A7723E2367}"/>
              </a:ext>
            </a:extLst>
          </p:cNvPr>
          <p:cNvSpPr/>
          <p:nvPr/>
        </p:nvSpPr>
        <p:spPr>
          <a:xfrm>
            <a:off x="1946912" y="1139047"/>
            <a:ext cx="8298175" cy="394163"/>
          </a:xfrm>
          <a:prstGeom prst="rect">
            <a:avLst/>
          </a:prstGeom>
          <a:solidFill>
            <a:srgbClr val="444F9C"/>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3" name="Rectangle 12">
            <a:extLst>
              <a:ext uri="{FF2B5EF4-FFF2-40B4-BE49-F238E27FC236}">
                <a16:creationId xmlns:a16="http://schemas.microsoft.com/office/drawing/2014/main" id="{FC9D2200-4060-BCDD-A9E9-2FE2CC6DDC33}"/>
              </a:ext>
            </a:extLst>
          </p:cNvPr>
          <p:cNvSpPr/>
          <p:nvPr/>
        </p:nvSpPr>
        <p:spPr>
          <a:xfrm>
            <a:off x="1946912" y="1367247"/>
            <a:ext cx="8298175" cy="165963"/>
          </a:xfrm>
          <a:prstGeom prst="rect">
            <a:avLst/>
          </a:prstGeom>
          <a:solidFill>
            <a:srgbClr val="444F9C"/>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4" name="Oval 13">
            <a:extLst>
              <a:ext uri="{FF2B5EF4-FFF2-40B4-BE49-F238E27FC236}">
                <a16:creationId xmlns:a16="http://schemas.microsoft.com/office/drawing/2014/main" id="{2085AAEC-3C20-133F-4AFD-3319FC8D3C8D}"/>
              </a:ext>
            </a:extLst>
          </p:cNvPr>
          <p:cNvSpPr/>
          <p:nvPr/>
        </p:nvSpPr>
        <p:spPr>
          <a:xfrm>
            <a:off x="2175112" y="1273893"/>
            <a:ext cx="124472" cy="124472"/>
          </a:xfrm>
          <a:prstGeom prst="ellipse">
            <a:avLst/>
          </a:prstGeom>
          <a:solidFill>
            <a:srgbClr val="C23592">
              <a:alpha val="90000"/>
            </a:srgbClr>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6" name="Oval 15">
            <a:extLst>
              <a:ext uri="{FF2B5EF4-FFF2-40B4-BE49-F238E27FC236}">
                <a16:creationId xmlns:a16="http://schemas.microsoft.com/office/drawing/2014/main" id="{303A07A4-FCEB-5C07-05D4-94C4617D7A24}"/>
              </a:ext>
            </a:extLst>
          </p:cNvPr>
          <p:cNvSpPr/>
          <p:nvPr/>
        </p:nvSpPr>
        <p:spPr>
          <a:xfrm>
            <a:off x="2382567" y="1273893"/>
            <a:ext cx="124472" cy="124472"/>
          </a:xfrm>
          <a:prstGeom prst="ellipse">
            <a:avLst/>
          </a:prstGeom>
          <a:solidFill>
            <a:srgbClr val="FDE379"/>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8" name="Oval 17">
            <a:extLst>
              <a:ext uri="{FF2B5EF4-FFF2-40B4-BE49-F238E27FC236}">
                <a16:creationId xmlns:a16="http://schemas.microsoft.com/office/drawing/2014/main" id="{E337BF73-DDB2-3E17-6A28-DB21E8D35F9A}"/>
              </a:ext>
            </a:extLst>
          </p:cNvPr>
          <p:cNvSpPr/>
          <p:nvPr/>
        </p:nvSpPr>
        <p:spPr>
          <a:xfrm>
            <a:off x="2590021" y="1273893"/>
            <a:ext cx="124472" cy="124472"/>
          </a:xfrm>
          <a:prstGeom prst="ellipse">
            <a:avLst/>
          </a:prstGeom>
          <a:solidFill>
            <a:srgbClr val="4E42DA">
              <a:alpha val="70000"/>
            </a:srgbClr>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20" name="Rectangle 19">
            <a:extLst>
              <a:ext uri="{FF2B5EF4-FFF2-40B4-BE49-F238E27FC236}">
                <a16:creationId xmlns:a16="http://schemas.microsoft.com/office/drawing/2014/main" id="{3B8BC888-B004-6249-39B0-3FD7EFD25681}"/>
              </a:ext>
            </a:extLst>
          </p:cNvPr>
          <p:cNvSpPr/>
          <p:nvPr/>
        </p:nvSpPr>
        <p:spPr>
          <a:xfrm>
            <a:off x="2921948" y="1201284"/>
            <a:ext cx="5808722" cy="248945"/>
          </a:xfrm>
          <a:prstGeom prst="rect">
            <a:avLst/>
          </a:prstGeom>
          <a:solidFill>
            <a:srgbClr val="FFFFFF">
              <a:alpha val="20000"/>
            </a:srgbClr>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22" name="TextBox 21">
            <a:extLst>
              <a:ext uri="{FF2B5EF4-FFF2-40B4-BE49-F238E27FC236}">
                <a16:creationId xmlns:a16="http://schemas.microsoft.com/office/drawing/2014/main" id="{872643C1-1DB0-583B-6896-B346FE0C066F}"/>
              </a:ext>
            </a:extLst>
          </p:cNvPr>
          <p:cNvSpPr txBox="1"/>
          <p:nvPr/>
        </p:nvSpPr>
        <p:spPr>
          <a:xfrm>
            <a:off x="4867603" y="1164822"/>
            <a:ext cx="1917413"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FFFFFF"/>
                </a:solidFill>
                <a:effectLst/>
                <a:uLnTx/>
                <a:uFillTx/>
                <a:latin typeface="Segoe UI"/>
                <a:ea typeface="+mn-ea"/>
                <a:cs typeface="Segoe UI"/>
                <a:sym typeface="Segoe UI"/>
                <a:rtl val="0"/>
              </a:rPr>
              <a:t>beachfinder.com / discover</a:t>
            </a:r>
          </a:p>
        </p:txBody>
      </p:sp>
      <p:sp>
        <p:nvSpPr>
          <p:cNvPr id="24" name="Rectangle 23">
            <a:extLst>
              <a:ext uri="{FF2B5EF4-FFF2-40B4-BE49-F238E27FC236}">
                <a16:creationId xmlns:a16="http://schemas.microsoft.com/office/drawing/2014/main" id="{EFC8FE76-E418-B282-F32E-7D1726CF4610}"/>
              </a:ext>
            </a:extLst>
          </p:cNvPr>
          <p:cNvSpPr/>
          <p:nvPr/>
        </p:nvSpPr>
        <p:spPr>
          <a:xfrm>
            <a:off x="1946912" y="1533211"/>
            <a:ext cx="8298175" cy="435654"/>
          </a:xfrm>
          <a:prstGeom prst="rect">
            <a:avLst/>
          </a:prstGeom>
          <a:solidFill>
            <a:srgbClr val="FFFFFF"/>
          </a:solidFill>
          <a:ln w="10372" cap="flat">
            <a:solidFill>
              <a:srgbClr val="EDEEF5"/>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26" name="Rectangle 25">
            <a:extLst>
              <a:ext uri="{FF2B5EF4-FFF2-40B4-BE49-F238E27FC236}">
                <a16:creationId xmlns:a16="http://schemas.microsoft.com/office/drawing/2014/main" id="{CA90087D-1DFA-8D5C-CA8E-3F3870F9C723}"/>
              </a:ext>
            </a:extLst>
          </p:cNvPr>
          <p:cNvSpPr/>
          <p:nvPr/>
        </p:nvSpPr>
        <p:spPr>
          <a:xfrm>
            <a:off x="2154367" y="1636938"/>
            <a:ext cx="207454" cy="207454"/>
          </a:xfrm>
          <a:prstGeom prst="rect">
            <a:avLst/>
          </a:prstGeom>
          <a:solidFill>
            <a:srgbClr val="C23592"/>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28" name="TextBox 27">
            <a:extLst>
              <a:ext uri="{FF2B5EF4-FFF2-40B4-BE49-F238E27FC236}">
                <a16:creationId xmlns:a16="http://schemas.microsoft.com/office/drawing/2014/main" id="{B5071184-B2DF-841E-375C-9409514191C5}"/>
              </a:ext>
            </a:extLst>
          </p:cNvPr>
          <p:cNvSpPr txBox="1"/>
          <p:nvPr/>
        </p:nvSpPr>
        <p:spPr>
          <a:xfrm>
            <a:off x="2353363" y="1589283"/>
            <a:ext cx="1080565" cy="29838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25" b="1" i="0" u="none" strike="noStrike" kern="1200" cap="none" spc="0" normalizeH="0" baseline="0" noProof="0">
                <a:ln/>
                <a:solidFill>
                  <a:srgbClr val="444F9C"/>
                </a:solidFill>
                <a:effectLst/>
                <a:uLnTx/>
                <a:uFillTx/>
                <a:latin typeface="Segoe UI"/>
                <a:ea typeface="+mn-ea"/>
                <a:cs typeface="Segoe UI"/>
                <a:sym typeface="Segoe UI"/>
                <a:rtl val="0"/>
              </a:rPr>
              <a:t>BeachFinder</a:t>
            </a:r>
          </a:p>
        </p:txBody>
      </p:sp>
      <p:sp>
        <p:nvSpPr>
          <p:cNvPr id="29" name="TextBox 28">
            <a:extLst>
              <a:ext uri="{FF2B5EF4-FFF2-40B4-BE49-F238E27FC236}">
                <a16:creationId xmlns:a16="http://schemas.microsoft.com/office/drawing/2014/main" id="{FF06F2FE-3109-FE1E-9D02-360CC2EB62EF}"/>
              </a:ext>
            </a:extLst>
          </p:cNvPr>
          <p:cNvSpPr txBox="1"/>
          <p:nvPr/>
        </p:nvSpPr>
        <p:spPr>
          <a:xfrm>
            <a:off x="4116725" y="1600476"/>
            <a:ext cx="729645"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Discover</a:t>
            </a:r>
          </a:p>
        </p:txBody>
      </p:sp>
      <p:sp>
        <p:nvSpPr>
          <p:cNvPr id="30" name="TextBox 29">
            <a:extLst>
              <a:ext uri="{FF2B5EF4-FFF2-40B4-BE49-F238E27FC236}">
                <a16:creationId xmlns:a16="http://schemas.microsoft.com/office/drawing/2014/main" id="{23B888B6-864B-2396-C48E-C22EFEAA656D}"/>
              </a:ext>
            </a:extLst>
          </p:cNvPr>
          <p:cNvSpPr txBox="1"/>
          <p:nvPr/>
        </p:nvSpPr>
        <p:spPr>
          <a:xfrm>
            <a:off x="4842815" y="1600476"/>
            <a:ext cx="762263"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By Mood</a:t>
            </a:r>
          </a:p>
        </p:txBody>
      </p:sp>
      <p:sp>
        <p:nvSpPr>
          <p:cNvPr id="31" name="TextBox 30">
            <a:extLst>
              <a:ext uri="{FF2B5EF4-FFF2-40B4-BE49-F238E27FC236}">
                <a16:creationId xmlns:a16="http://schemas.microsoft.com/office/drawing/2014/main" id="{8C77B2FD-3892-889A-B00F-63BA861864C4}"/>
              </a:ext>
            </a:extLst>
          </p:cNvPr>
          <p:cNvSpPr txBox="1"/>
          <p:nvPr/>
        </p:nvSpPr>
        <p:spPr>
          <a:xfrm>
            <a:off x="5568906" y="1600476"/>
            <a:ext cx="737942"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Near Me</a:t>
            </a:r>
          </a:p>
        </p:txBody>
      </p:sp>
      <p:sp>
        <p:nvSpPr>
          <p:cNvPr id="32" name="TextBox 31">
            <a:extLst>
              <a:ext uri="{FF2B5EF4-FFF2-40B4-BE49-F238E27FC236}">
                <a16:creationId xmlns:a16="http://schemas.microsoft.com/office/drawing/2014/main" id="{76305968-5001-F5DD-1E5D-2BA517705C86}"/>
              </a:ext>
            </a:extLst>
          </p:cNvPr>
          <p:cNvSpPr txBox="1"/>
          <p:nvPr/>
        </p:nvSpPr>
        <p:spPr>
          <a:xfrm>
            <a:off x="6191269" y="1600476"/>
            <a:ext cx="564928"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Saved</a:t>
            </a:r>
          </a:p>
        </p:txBody>
      </p:sp>
      <p:sp>
        <p:nvSpPr>
          <p:cNvPr id="33" name="TextBox 32">
            <a:extLst>
              <a:ext uri="{FF2B5EF4-FFF2-40B4-BE49-F238E27FC236}">
                <a16:creationId xmlns:a16="http://schemas.microsoft.com/office/drawing/2014/main" id="{0B49E9C8-80B3-F5F7-E3B6-91A2D3449204}"/>
              </a:ext>
            </a:extLst>
          </p:cNvPr>
          <p:cNvSpPr txBox="1"/>
          <p:nvPr/>
        </p:nvSpPr>
        <p:spPr>
          <a:xfrm>
            <a:off x="6772141" y="1600476"/>
            <a:ext cx="688661"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Reviews</a:t>
            </a:r>
          </a:p>
        </p:txBody>
      </p:sp>
      <p:sp>
        <p:nvSpPr>
          <p:cNvPr id="34" name="Rectangle 33">
            <a:extLst>
              <a:ext uri="{FF2B5EF4-FFF2-40B4-BE49-F238E27FC236}">
                <a16:creationId xmlns:a16="http://schemas.microsoft.com/office/drawing/2014/main" id="{62D03105-C9B3-D663-744F-7DE88641FC78}"/>
              </a:ext>
            </a:extLst>
          </p:cNvPr>
          <p:cNvSpPr/>
          <p:nvPr/>
        </p:nvSpPr>
        <p:spPr>
          <a:xfrm>
            <a:off x="7548181" y="1626565"/>
            <a:ext cx="2344234" cy="248945"/>
          </a:xfrm>
          <a:prstGeom prst="rect">
            <a:avLst/>
          </a:prstGeom>
          <a:solidFill>
            <a:srgbClr val="FEF8DD"/>
          </a:solidFill>
          <a:ln w="12446" cap="flat">
            <a:solidFill>
              <a:srgbClr val="FDE379"/>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35" name="TextBox 34">
            <a:extLst>
              <a:ext uri="{FF2B5EF4-FFF2-40B4-BE49-F238E27FC236}">
                <a16:creationId xmlns:a16="http://schemas.microsoft.com/office/drawing/2014/main" id="{A04A15FF-164A-D2C0-CA5C-1BCDB9182D8D}"/>
              </a:ext>
            </a:extLst>
          </p:cNvPr>
          <p:cNvSpPr txBox="1"/>
          <p:nvPr/>
        </p:nvSpPr>
        <p:spPr>
          <a:xfrm>
            <a:off x="7893301" y="1590104"/>
            <a:ext cx="1653992"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E5760"/>
                </a:solidFill>
                <a:effectLst/>
                <a:uLnTx/>
                <a:uFillTx/>
                <a:latin typeface="Segoe UI"/>
                <a:ea typeface="+mn-ea"/>
                <a:cs typeface="Segoe UI"/>
                <a:sym typeface="Segoe UI"/>
                <a:rtl val="0"/>
              </a:rPr>
              <a:t>quiet beach weekend…</a:t>
            </a:r>
          </a:p>
        </p:txBody>
      </p:sp>
      <p:sp>
        <p:nvSpPr>
          <p:cNvPr id="36" name="Rectangle 35">
            <a:extLst>
              <a:ext uri="{FF2B5EF4-FFF2-40B4-BE49-F238E27FC236}">
                <a16:creationId xmlns:a16="http://schemas.microsoft.com/office/drawing/2014/main" id="{F2ECCB4C-497C-893F-2C4D-0B15E5CD59FF}"/>
              </a:ext>
            </a:extLst>
          </p:cNvPr>
          <p:cNvSpPr/>
          <p:nvPr/>
        </p:nvSpPr>
        <p:spPr>
          <a:xfrm>
            <a:off x="1946912" y="1968865"/>
            <a:ext cx="8298175" cy="643108"/>
          </a:xfrm>
          <a:prstGeom prst="rect">
            <a:avLst/>
          </a:prstGeom>
          <a:solidFill>
            <a:srgbClr val="FFFFFF"/>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37" name="Freeform: Shape 36">
            <a:extLst>
              <a:ext uri="{FF2B5EF4-FFF2-40B4-BE49-F238E27FC236}">
                <a16:creationId xmlns:a16="http://schemas.microsoft.com/office/drawing/2014/main" id="{3421B5CD-5535-AC4B-588F-A17039A0BE28}"/>
              </a:ext>
            </a:extLst>
          </p:cNvPr>
          <p:cNvSpPr/>
          <p:nvPr/>
        </p:nvSpPr>
        <p:spPr>
          <a:xfrm>
            <a:off x="6614636" y="1968865"/>
            <a:ext cx="3215542" cy="643108"/>
          </a:xfrm>
          <a:custGeom>
            <a:avLst/>
            <a:gdLst>
              <a:gd name="csX0" fmla="*/ 0 w 3215542"/>
              <a:gd name="csY0" fmla="*/ 0 h 643108"/>
              <a:gd name="csX1" fmla="*/ 3215543 w 3215542"/>
              <a:gd name="csY1" fmla="*/ 0 h 643108"/>
              <a:gd name="csX2" fmla="*/ 3215543 w 3215542"/>
              <a:gd name="csY2" fmla="*/ 643109 h 643108"/>
              <a:gd name="csX3" fmla="*/ 1244726 w 3215542"/>
              <a:gd name="csY3" fmla="*/ 643109 h 643108"/>
            </a:gdLst>
            <a:ahLst/>
            <a:cxnLst>
              <a:cxn ang="0">
                <a:pos x="csX0" y="csY0"/>
              </a:cxn>
              <a:cxn ang="0">
                <a:pos x="csX1" y="csY1"/>
              </a:cxn>
              <a:cxn ang="0">
                <a:pos x="csX2" y="csY2"/>
              </a:cxn>
              <a:cxn ang="0">
                <a:pos x="csX3" y="csY3"/>
              </a:cxn>
            </a:cxnLst>
            <a:rect l="l" t="t" r="r" b="b"/>
            <a:pathLst>
              <a:path w="3215542" h="643108">
                <a:moveTo>
                  <a:pt x="0" y="0"/>
                </a:moveTo>
                <a:lnTo>
                  <a:pt x="3215543" y="0"/>
                </a:lnTo>
                <a:lnTo>
                  <a:pt x="3215543" y="643109"/>
                </a:lnTo>
                <a:lnTo>
                  <a:pt x="1244726" y="643109"/>
                </a:lnTo>
                <a:close/>
              </a:path>
            </a:pathLst>
          </a:custGeom>
          <a:solidFill>
            <a:srgbClr val="FEF8DD">
              <a:alpha val="45000"/>
            </a:srgbClr>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38" name="TextBox 37">
            <a:extLst>
              <a:ext uri="{FF2B5EF4-FFF2-40B4-BE49-F238E27FC236}">
                <a16:creationId xmlns:a16="http://schemas.microsoft.com/office/drawing/2014/main" id="{55F7B136-109B-2514-1FA9-DB3FD80ED50D}"/>
              </a:ext>
            </a:extLst>
          </p:cNvPr>
          <p:cNvSpPr txBox="1"/>
          <p:nvPr/>
        </p:nvSpPr>
        <p:spPr>
          <a:xfrm>
            <a:off x="2560817" y="2002551"/>
            <a:ext cx="2145739" cy="32598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75" b="1" i="0" u="none" strike="noStrike" kern="1200" cap="none" spc="0" normalizeH="0" baseline="0" noProof="0">
                <a:ln/>
                <a:solidFill>
                  <a:srgbClr val="444F9C"/>
                </a:solidFill>
                <a:effectLst/>
                <a:uLnTx/>
                <a:uFillTx/>
                <a:latin typeface="Segoe UI"/>
                <a:ea typeface="+mn-ea"/>
                <a:cs typeface="Segoe UI"/>
                <a:sym typeface="Segoe UI"/>
                <a:rtl val="0"/>
              </a:rPr>
              <a:t>Find Your Perfect Beach</a:t>
            </a:r>
          </a:p>
        </p:txBody>
      </p:sp>
      <p:sp>
        <p:nvSpPr>
          <p:cNvPr id="39" name="TextBox 38">
            <a:extLst>
              <a:ext uri="{FF2B5EF4-FFF2-40B4-BE49-F238E27FC236}">
                <a16:creationId xmlns:a16="http://schemas.microsoft.com/office/drawing/2014/main" id="{0CE0A94C-AF02-17E9-1056-CDE1A6423E99}"/>
              </a:ext>
            </a:extLst>
          </p:cNvPr>
          <p:cNvSpPr txBox="1"/>
          <p:nvPr/>
        </p:nvSpPr>
        <p:spPr>
          <a:xfrm>
            <a:off x="2560817" y="2243585"/>
            <a:ext cx="3957344"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E5760"/>
                </a:solidFill>
                <a:effectLst/>
                <a:uLnTx/>
                <a:uFillTx/>
                <a:latin typeface="Segoe UI"/>
                <a:ea typeface="+mn-ea"/>
                <a:cs typeface="Segoe UI"/>
                <a:sym typeface="Segoe UI"/>
                <a:rtl val="0"/>
              </a:rPr>
              <a:t>Not sure where to go? Explore by vibe, distance, or activity.</a:t>
            </a:r>
          </a:p>
        </p:txBody>
      </p:sp>
      <p:sp>
        <p:nvSpPr>
          <p:cNvPr id="40" name="Rectangle 39">
            <a:extLst>
              <a:ext uri="{FF2B5EF4-FFF2-40B4-BE49-F238E27FC236}">
                <a16:creationId xmlns:a16="http://schemas.microsoft.com/office/drawing/2014/main" id="{35F04D1E-F12F-41B3-AAC6-C3AA0F2D7C23}"/>
              </a:ext>
            </a:extLst>
          </p:cNvPr>
          <p:cNvSpPr/>
          <p:nvPr/>
        </p:nvSpPr>
        <p:spPr>
          <a:xfrm>
            <a:off x="1946912" y="2611974"/>
            <a:ext cx="8298175" cy="414908"/>
          </a:xfrm>
          <a:prstGeom prst="rect">
            <a:avLst/>
          </a:prstGeom>
          <a:solidFill>
            <a:srgbClr val="F0F1F7"/>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41" name="TextBox 40">
            <a:extLst>
              <a:ext uri="{FF2B5EF4-FFF2-40B4-BE49-F238E27FC236}">
                <a16:creationId xmlns:a16="http://schemas.microsoft.com/office/drawing/2014/main" id="{6D0AB738-97C8-D5F2-CBA8-212CF8BE69A4}"/>
              </a:ext>
            </a:extLst>
          </p:cNvPr>
          <p:cNvSpPr txBox="1"/>
          <p:nvPr/>
        </p:nvSpPr>
        <p:spPr>
          <a:xfrm>
            <a:off x="2166654" y="2658494"/>
            <a:ext cx="883301"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a:ln/>
                <a:solidFill>
                  <a:srgbClr val="3E5760"/>
                </a:solidFill>
                <a:effectLst/>
                <a:uLnTx/>
                <a:uFillTx/>
                <a:latin typeface="Segoe UI"/>
                <a:ea typeface="+mn-ea"/>
                <a:cs typeface="Segoe UI"/>
                <a:sym typeface="Segoe UI"/>
                <a:rtl val="0"/>
              </a:rPr>
              <a:t>FILTER BY:</a:t>
            </a:r>
          </a:p>
        </p:txBody>
      </p:sp>
      <p:sp>
        <p:nvSpPr>
          <p:cNvPr id="42" name="Rectangle 41">
            <a:extLst>
              <a:ext uri="{FF2B5EF4-FFF2-40B4-BE49-F238E27FC236}">
                <a16:creationId xmlns:a16="http://schemas.microsoft.com/office/drawing/2014/main" id="{849437E3-EA8B-16A6-5E3B-D194D3EC009D}"/>
              </a:ext>
            </a:extLst>
          </p:cNvPr>
          <p:cNvSpPr/>
          <p:nvPr/>
        </p:nvSpPr>
        <p:spPr>
          <a:xfrm>
            <a:off x="3253875" y="2674210"/>
            <a:ext cx="684599" cy="248945"/>
          </a:xfrm>
          <a:prstGeom prst="rect">
            <a:avLst/>
          </a:prstGeom>
          <a:solidFill>
            <a:srgbClr val="444F9C"/>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43" name="TextBox 42">
            <a:extLst>
              <a:ext uri="{FF2B5EF4-FFF2-40B4-BE49-F238E27FC236}">
                <a16:creationId xmlns:a16="http://schemas.microsoft.com/office/drawing/2014/main" id="{349B40F6-59C3-DCF8-3322-569250EFFA78}"/>
              </a:ext>
            </a:extLst>
          </p:cNvPr>
          <p:cNvSpPr txBox="1"/>
          <p:nvPr/>
        </p:nvSpPr>
        <p:spPr>
          <a:xfrm>
            <a:off x="3328743" y="2637748"/>
            <a:ext cx="534863"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FFFFFF"/>
                </a:solidFill>
                <a:effectLst/>
                <a:uLnTx/>
                <a:uFillTx/>
                <a:latin typeface="Segoe UI"/>
                <a:ea typeface="+mn-ea"/>
                <a:cs typeface="Segoe UI"/>
                <a:sym typeface="Segoe UI"/>
                <a:rtl val="0"/>
              </a:rPr>
              <a:t>Quiet</a:t>
            </a:r>
          </a:p>
        </p:txBody>
      </p:sp>
      <p:sp>
        <p:nvSpPr>
          <p:cNvPr id="44" name="Rectangle 43">
            <a:extLst>
              <a:ext uri="{FF2B5EF4-FFF2-40B4-BE49-F238E27FC236}">
                <a16:creationId xmlns:a16="http://schemas.microsoft.com/office/drawing/2014/main" id="{2AD2EF7A-5A34-E0CB-CD43-9D2123BCF5D4}"/>
              </a:ext>
            </a:extLst>
          </p:cNvPr>
          <p:cNvSpPr/>
          <p:nvPr/>
        </p:nvSpPr>
        <p:spPr>
          <a:xfrm>
            <a:off x="4021456" y="2674210"/>
            <a:ext cx="788326" cy="248945"/>
          </a:xfrm>
          <a:prstGeom prst="rect">
            <a:avLst/>
          </a:prstGeom>
          <a:solidFill>
            <a:srgbClr val="EDEEF5"/>
          </a:solidFill>
          <a:ln w="10372" cap="flat">
            <a:solidFill>
              <a:srgbClr val="CECDED"/>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45" name="TextBox 44">
            <a:extLst>
              <a:ext uri="{FF2B5EF4-FFF2-40B4-BE49-F238E27FC236}">
                <a16:creationId xmlns:a16="http://schemas.microsoft.com/office/drawing/2014/main" id="{7C546C70-E9AF-DC8F-5099-B438032D63CF}"/>
              </a:ext>
            </a:extLst>
          </p:cNvPr>
          <p:cNvSpPr txBox="1"/>
          <p:nvPr/>
        </p:nvSpPr>
        <p:spPr>
          <a:xfrm>
            <a:off x="4070190" y="2637748"/>
            <a:ext cx="690859"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Families</a:t>
            </a:r>
          </a:p>
        </p:txBody>
      </p:sp>
      <p:sp>
        <p:nvSpPr>
          <p:cNvPr id="46" name="Rectangle 45">
            <a:extLst>
              <a:ext uri="{FF2B5EF4-FFF2-40B4-BE49-F238E27FC236}">
                <a16:creationId xmlns:a16="http://schemas.microsoft.com/office/drawing/2014/main" id="{A559344F-C5F8-6282-5916-7EFC62F97EA0}"/>
              </a:ext>
            </a:extLst>
          </p:cNvPr>
          <p:cNvSpPr/>
          <p:nvPr/>
        </p:nvSpPr>
        <p:spPr>
          <a:xfrm>
            <a:off x="4892765" y="2674210"/>
            <a:ext cx="1099508" cy="248945"/>
          </a:xfrm>
          <a:prstGeom prst="rect">
            <a:avLst/>
          </a:prstGeom>
          <a:solidFill>
            <a:srgbClr val="EDEEF5"/>
          </a:solidFill>
          <a:ln w="10372" cap="flat">
            <a:solidFill>
              <a:srgbClr val="CECDED"/>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47" name="TextBox 46">
            <a:extLst>
              <a:ext uri="{FF2B5EF4-FFF2-40B4-BE49-F238E27FC236}">
                <a16:creationId xmlns:a16="http://schemas.microsoft.com/office/drawing/2014/main" id="{82A2ED84-B9E0-8E71-9F40-B9EA3082334A}"/>
              </a:ext>
            </a:extLst>
          </p:cNvPr>
          <p:cNvSpPr txBox="1"/>
          <p:nvPr/>
        </p:nvSpPr>
        <p:spPr>
          <a:xfrm>
            <a:off x="4917339" y="2637748"/>
            <a:ext cx="1050359"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This weekend</a:t>
            </a:r>
          </a:p>
        </p:txBody>
      </p:sp>
      <p:sp>
        <p:nvSpPr>
          <p:cNvPr id="48" name="Rectangle 47">
            <a:extLst>
              <a:ext uri="{FF2B5EF4-FFF2-40B4-BE49-F238E27FC236}">
                <a16:creationId xmlns:a16="http://schemas.microsoft.com/office/drawing/2014/main" id="{9B6008EB-2D75-F677-65ED-56DB0CEB4A32}"/>
              </a:ext>
            </a:extLst>
          </p:cNvPr>
          <p:cNvSpPr/>
          <p:nvPr/>
        </p:nvSpPr>
        <p:spPr>
          <a:xfrm>
            <a:off x="6075255" y="2674210"/>
            <a:ext cx="1037271" cy="248945"/>
          </a:xfrm>
          <a:prstGeom prst="rect">
            <a:avLst/>
          </a:prstGeom>
          <a:solidFill>
            <a:srgbClr val="EDEEF5"/>
          </a:solidFill>
          <a:ln w="10372" cap="flat">
            <a:solidFill>
              <a:srgbClr val="CECDED"/>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49" name="TextBox 48">
            <a:extLst>
              <a:ext uri="{FF2B5EF4-FFF2-40B4-BE49-F238E27FC236}">
                <a16:creationId xmlns:a16="http://schemas.microsoft.com/office/drawing/2014/main" id="{822D5BFE-D9FF-CAA2-E117-0E6FE22BE1CF}"/>
              </a:ext>
            </a:extLst>
          </p:cNvPr>
          <p:cNvSpPr txBox="1"/>
          <p:nvPr/>
        </p:nvSpPr>
        <p:spPr>
          <a:xfrm>
            <a:off x="6095266" y="2637748"/>
            <a:ext cx="997249"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 2 hrs away</a:t>
            </a:r>
          </a:p>
        </p:txBody>
      </p:sp>
      <p:sp>
        <p:nvSpPr>
          <p:cNvPr id="50" name="Rectangle 49">
            <a:extLst>
              <a:ext uri="{FF2B5EF4-FFF2-40B4-BE49-F238E27FC236}">
                <a16:creationId xmlns:a16="http://schemas.microsoft.com/office/drawing/2014/main" id="{20B2A009-3213-002F-92EB-0AAB8F075F17}"/>
              </a:ext>
            </a:extLst>
          </p:cNvPr>
          <p:cNvSpPr/>
          <p:nvPr/>
        </p:nvSpPr>
        <p:spPr>
          <a:xfrm>
            <a:off x="7195508" y="2674210"/>
            <a:ext cx="1120253" cy="248945"/>
          </a:xfrm>
          <a:prstGeom prst="rect">
            <a:avLst/>
          </a:prstGeom>
          <a:solidFill>
            <a:srgbClr val="EDEEF5"/>
          </a:solidFill>
          <a:ln w="10372" cap="flat">
            <a:solidFill>
              <a:srgbClr val="CECDED"/>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51" name="TextBox 50">
            <a:extLst>
              <a:ext uri="{FF2B5EF4-FFF2-40B4-BE49-F238E27FC236}">
                <a16:creationId xmlns:a16="http://schemas.microsoft.com/office/drawing/2014/main" id="{F9A784FF-66ED-5291-8F96-A76A9A21EE22}"/>
              </a:ext>
            </a:extLst>
          </p:cNvPr>
          <p:cNvSpPr txBox="1"/>
          <p:nvPr/>
        </p:nvSpPr>
        <p:spPr>
          <a:xfrm>
            <a:off x="7258854" y="2637748"/>
            <a:ext cx="993562"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Dog-friendly</a:t>
            </a:r>
          </a:p>
        </p:txBody>
      </p:sp>
      <p:sp>
        <p:nvSpPr>
          <p:cNvPr id="52" name="Rectangle 51">
            <a:extLst>
              <a:ext uri="{FF2B5EF4-FFF2-40B4-BE49-F238E27FC236}">
                <a16:creationId xmlns:a16="http://schemas.microsoft.com/office/drawing/2014/main" id="{89BBFC5C-22FB-1D03-B39A-89347E3E02EA}"/>
              </a:ext>
            </a:extLst>
          </p:cNvPr>
          <p:cNvSpPr/>
          <p:nvPr/>
        </p:nvSpPr>
        <p:spPr>
          <a:xfrm>
            <a:off x="8398744" y="2674210"/>
            <a:ext cx="933544" cy="248945"/>
          </a:xfrm>
          <a:prstGeom prst="rect">
            <a:avLst/>
          </a:prstGeom>
          <a:solidFill>
            <a:srgbClr val="EDEEF5"/>
          </a:solidFill>
          <a:ln w="10372" cap="flat">
            <a:solidFill>
              <a:srgbClr val="CECDED"/>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53" name="TextBox 52">
            <a:extLst>
              <a:ext uri="{FF2B5EF4-FFF2-40B4-BE49-F238E27FC236}">
                <a16:creationId xmlns:a16="http://schemas.microsoft.com/office/drawing/2014/main" id="{E3E25361-A83F-2E0B-D57C-AB7F85322D81}"/>
              </a:ext>
            </a:extLst>
          </p:cNvPr>
          <p:cNvSpPr txBox="1"/>
          <p:nvPr/>
        </p:nvSpPr>
        <p:spPr>
          <a:xfrm>
            <a:off x="8453504" y="2637748"/>
            <a:ext cx="824023"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Free entry</a:t>
            </a:r>
          </a:p>
        </p:txBody>
      </p:sp>
      <p:sp>
        <p:nvSpPr>
          <p:cNvPr id="54" name="TextBox 53">
            <a:extLst>
              <a:ext uri="{FF2B5EF4-FFF2-40B4-BE49-F238E27FC236}">
                <a16:creationId xmlns:a16="http://schemas.microsoft.com/office/drawing/2014/main" id="{36FDC206-2C5A-AE1A-2E6B-6BEBBFB3167C}"/>
              </a:ext>
            </a:extLst>
          </p:cNvPr>
          <p:cNvSpPr txBox="1"/>
          <p:nvPr/>
        </p:nvSpPr>
        <p:spPr>
          <a:xfrm>
            <a:off x="3837953" y="2969675"/>
            <a:ext cx="4516093"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a:ln/>
                <a:solidFill>
                  <a:srgbClr val="C23592"/>
                </a:solidFill>
                <a:effectLst/>
                <a:uLnTx/>
                <a:uFillTx/>
                <a:latin typeface="Segoe UI"/>
                <a:ea typeface="+mn-ea"/>
                <a:cs typeface="Segoe UI"/>
                <a:sym typeface="Segoe UI"/>
                <a:rtl val="0"/>
              </a:rPr>
              <a:t>↑ Faceted filters let users gradually narrow an open-ended need</a:t>
            </a:r>
          </a:p>
        </p:txBody>
      </p:sp>
      <p:sp>
        <p:nvSpPr>
          <p:cNvPr id="55" name="Rectangle 54">
            <a:extLst>
              <a:ext uri="{FF2B5EF4-FFF2-40B4-BE49-F238E27FC236}">
                <a16:creationId xmlns:a16="http://schemas.microsoft.com/office/drawing/2014/main" id="{EFC6AEFA-816B-7F95-1AF3-A0241C706A69}"/>
              </a:ext>
            </a:extLst>
          </p:cNvPr>
          <p:cNvSpPr/>
          <p:nvPr/>
        </p:nvSpPr>
        <p:spPr>
          <a:xfrm>
            <a:off x="2133621" y="3296573"/>
            <a:ext cx="2427216" cy="2655416"/>
          </a:xfrm>
          <a:prstGeom prst="rect">
            <a:avLst/>
          </a:prstGeom>
          <a:solidFill>
            <a:srgbClr val="FFFFFF"/>
          </a:solidFill>
          <a:ln w="15558" cap="flat">
            <a:solidFill>
              <a:srgbClr val="EDEEF5"/>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56" name="Rectangle 55">
            <a:extLst>
              <a:ext uri="{FF2B5EF4-FFF2-40B4-BE49-F238E27FC236}">
                <a16:creationId xmlns:a16="http://schemas.microsoft.com/office/drawing/2014/main" id="{E31FD42D-C89C-657E-0F5A-6C2BFF0BE198}"/>
              </a:ext>
            </a:extLst>
          </p:cNvPr>
          <p:cNvSpPr/>
          <p:nvPr/>
        </p:nvSpPr>
        <p:spPr>
          <a:xfrm>
            <a:off x="2133621" y="3296573"/>
            <a:ext cx="2427216" cy="1223980"/>
          </a:xfrm>
          <a:prstGeom prst="rect">
            <a:avLst/>
          </a:prstGeom>
          <a:solidFill>
            <a:srgbClr val="CECDED"/>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57" name="Rectangle 56">
            <a:extLst>
              <a:ext uri="{FF2B5EF4-FFF2-40B4-BE49-F238E27FC236}">
                <a16:creationId xmlns:a16="http://schemas.microsoft.com/office/drawing/2014/main" id="{178249BC-F77A-F2EC-B4E4-0078A7B906C4}"/>
              </a:ext>
            </a:extLst>
          </p:cNvPr>
          <p:cNvSpPr/>
          <p:nvPr/>
        </p:nvSpPr>
        <p:spPr>
          <a:xfrm>
            <a:off x="2133621" y="4230118"/>
            <a:ext cx="2427216" cy="290436"/>
          </a:xfrm>
          <a:prstGeom prst="rect">
            <a:avLst/>
          </a:prstGeom>
          <a:solidFill>
            <a:srgbClr val="CECDED"/>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58" name="TextBox 57">
            <a:extLst>
              <a:ext uri="{FF2B5EF4-FFF2-40B4-BE49-F238E27FC236}">
                <a16:creationId xmlns:a16="http://schemas.microsoft.com/office/drawing/2014/main" id="{F39E0D9D-C748-5434-9934-0164E0510CCE}"/>
              </a:ext>
            </a:extLst>
          </p:cNvPr>
          <p:cNvSpPr txBox="1"/>
          <p:nvPr/>
        </p:nvSpPr>
        <p:spPr>
          <a:xfrm>
            <a:off x="3120944" y="3602938"/>
            <a:ext cx="452570" cy="45014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50" b="0" i="0" u="none" strike="noStrike" kern="1200" cap="none" spc="0" normalizeH="0" baseline="0" noProof="0">
                <a:ln/>
                <a:solidFill>
                  <a:srgbClr val="FFFFFF"/>
                </a:solidFill>
                <a:effectLst/>
                <a:uLnTx/>
                <a:uFillTx/>
                <a:latin typeface="Segoe UI Symbol"/>
                <a:ea typeface="Segoe UI Symbol"/>
                <a:cs typeface="+mn-cs"/>
                <a:sym typeface="Segoe UI Symbol"/>
                <a:rtl val="0"/>
              </a:rPr>
              <a:t>🏖</a:t>
            </a:r>
          </a:p>
        </p:txBody>
      </p:sp>
      <p:sp>
        <p:nvSpPr>
          <p:cNvPr id="59" name="Rectangle 58">
            <a:extLst>
              <a:ext uri="{FF2B5EF4-FFF2-40B4-BE49-F238E27FC236}">
                <a16:creationId xmlns:a16="http://schemas.microsoft.com/office/drawing/2014/main" id="{949FF9B7-7452-6C0D-9BBF-8C53DE6B9891}"/>
              </a:ext>
            </a:extLst>
          </p:cNvPr>
          <p:cNvSpPr/>
          <p:nvPr/>
        </p:nvSpPr>
        <p:spPr>
          <a:xfrm>
            <a:off x="2258094" y="3379555"/>
            <a:ext cx="684599" cy="207454"/>
          </a:xfrm>
          <a:prstGeom prst="rect">
            <a:avLst/>
          </a:prstGeom>
          <a:solidFill>
            <a:srgbClr val="444F9C"/>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60" name="TextBox 59">
            <a:extLst>
              <a:ext uri="{FF2B5EF4-FFF2-40B4-BE49-F238E27FC236}">
                <a16:creationId xmlns:a16="http://schemas.microsoft.com/office/drawing/2014/main" id="{64AC7500-DD1B-2F80-50C4-6BB08F9C8CE7}"/>
              </a:ext>
            </a:extLst>
          </p:cNvPr>
          <p:cNvSpPr txBox="1"/>
          <p:nvPr/>
        </p:nvSpPr>
        <p:spPr>
          <a:xfrm>
            <a:off x="2253829" y="3322348"/>
            <a:ext cx="693128"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FFFFFF"/>
                </a:solidFill>
                <a:effectLst/>
                <a:uLnTx/>
                <a:uFillTx/>
                <a:latin typeface="Segoe UI Symbol"/>
                <a:ea typeface="Segoe UI Symbol"/>
                <a:cs typeface="+mn-cs"/>
                <a:sym typeface="Segoe UI Symbol"/>
                <a:rtl val="0"/>
              </a:rPr>
              <a:t>✦</a:t>
            </a:r>
            <a:r>
              <a:rPr kumimoji="0" lang="en-US" sz="1050" b="0" i="0" u="none" strike="noStrike" kern="1200" cap="none" spc="0" normalizeH="0" baseline="0" noProof="0">
                <a:ln/>
                <a:solidFill>
                  <a:srgbClr val="FFFFFF"/>
                </a:solidFill>
                <a:effectLst/>
                <a:uLnTx/>
                <a:uFillTx/>
                <a:latin typeface="Segoe UI"/>
                <a:ea typeface="Segoe UI Symbol"/>
                <a:cs typeface="Segoe UI"/>
                <a:sym typeface="Segoe UI"/>
                <a:rtl val="0"/>
              </a:rPr>
              <a:t> Quiet</a:t>
            </a:r>
          </a:p>
        </p:txBody>
      </p:sp>
      <p:sp>
        <p:nvSpPr>
          <p:cNvPr id="61" name="TextBox 60">
            <a:extLst>
              <a:ext uri="{FF2B5EF4-FFF2-40B4-BE49-F238E27FC236}">
                <a16:creationId xmlns:a16="http://schemas.microsoft.com/office/drawing/2014/main" id="{AA15EF53-7F88-58C5-4EB3-E64A08C3B1C1}"/>
              </a:ext>
            </a:extLst>
          </p:cNvPr>
          <p:cNvSpPr txBox="1"/>
          <p:nvPr/>
        </p:nvSpPr>
        <p:spPr>
          <a:xfrm>
            <a:off x="2187399" y="4514390"/>
            <a:ext cx="1263886" cy="29838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25" b="1" i="0" u="none" strike="noStrike" kern="1200" cap="none" spc="0" normalizeH="0" baseline="0" noProof="0">
                <a:ln/>
                <a:solidFill>
                  <a:srgbClr val="444F9C"/>
                </a:solidFill>
                <a:effectLst/>
                <a:uLnTx/>
                <a:uFillTx/>
                <a:latin typeface="Segoe UI"/>
                <a:ea typeface="+mn-ea"/>
                <a:cs typeface="Segoe UI"/>
                <a:sym typeface="Segoe UI"/>
                <a:rtl val="0"/>
              </a:rPr>
              <a:t>Caladesi Island</a:t>
            </a:r>
          </a:p>
        </p:txBody>
      </p:sp>
      <p:sp>
        <p:nvSpPr>
          <p:cNvPr id="62" name="TextBox 61">
            <a:extLst>
              <a:ext uri="{FF2B5EF4-FFF2-40B4-BE49-F238E27FC236}">
                <a16:creationId xmlns:a16="http://schemas.microsoft.com/office/drawing/2014/main" id="{900C2798-B475-2F93-927B-AD5F8C7BDBDC}"/>
              </a:ext>
            </a:extLst>
          </p:cNvPr>
          <p:cNvSpPr txBox="1"/>
          <p:nvPr/>
        </p:nvSpPr>
        <p:spPr>
          <a:xfrm>
            <a:off x="2187399" y="4722665"/>
            <a:ext cx="1778718"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E5760"/>
                </a:solidFill>
                <a:effectLst/>
                <a:uLnTx/>
                <a:uFillTx/>
                <a:latin typeface="Segoe UI"/>
                <a:ea typeface="+mn-ea"/>
                <a:cs typeface="Segoe UI"/>
                <a:sym typeface="Segoe UI"/>
                <a:rtl val="0"/>
              </a:rPr>
              <a:t>Dunedin, FL · 1 hr 20 min</a:t>
            </a:r>
          </a:p>
        </p:txBody>
      </p:sp>
      <p:sp>
        <p:nvSpPr>
          <p:cNvPr id="63" name="TextBox 62">
            <a:extLst>
              <a:ext uri="{FF2B5EF4-FFF2-40B4-BE49-F238E27FC236}">
                <a16:creationId xmlns:a16="http://schemas.microsoft.com/office/drawing/2014/main" id="{31B31A77-CB7C-C6A5-9EC2-4A9D534EF6D6}"/>
              </a:ext>
            </a:extLst>
          </p:cNvPr>
          <p:cNvSpPr txBox="1"/>
          <p:nvPr/>
        </p:nvSpPr>
        <p:spPr>
          <a:xfrm>
            <a:off x="2187399" y="4919747"/>
            <a:ext cx="787718"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FDE379"/>
                </a:solidFill>
                <a:effectLst/>
                <a:uLnTx/>
                <a:uFillTx/>
                <a:latin typeface="Segoe UI Symbol"/>
                <a:ea typeface="Segoe UI Symbol"/>
                <a:cs typeface="+mn-cs"/>
                <a:sym typeface="Segoe UI Symbol"/>
                <a:rtl val="0"/>
              </a:rPr>
              <a:t>★★★★★</a:t>
            </a:r>
          </a:p>
        </p:txBody>
      </p:sp>
      <p:sp>
        <p:nvSpPr>
          <p:cNvPr id="64" name="TextBox 63">
            <a:extLst>
              <a:ext uri="{FF2B5EF4-FFF2-40B4-BE49-F238E27FC236}">
                <a16:creationId xmlns:a16="http://schemas.microsoft.com/office/drawing/2014/main" id="{D53C2C16-79D5-08F3-BB37-1D4ACDCBFFA8}"/>
              </a:ext>
            </a:extLst>
          </p:cNvPr>
          <p:cNvSpPr txBox="1"/>
          <p:nvPr/>
        </p:nvSpPr>
        <p:spPr>
          <a:xfrm>
            <a:off x="2830508" y="4919747"/>
            <a:ext cx="733191"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E5760"/>
                </a:solidFill>
                <a:effectLst/>
                <a:uLnTx/>
                <a:uFillTx/>
                <a:latin typeface="Segoe UI"/>
                <a:ea typeface="+mn-ea"/>
                <a:cs typeface="Segoe UI"/>
                <a:sym typeface="Segoe UI"/>
                <a:rtl val="0"/>
              </a:rPr>
              <a:t>4.8 (312)</a:t>
            </a:r>
          </a:p>
        </p:txBody>
      </p:sp>
      <p:sp>
        <p:nvSpPr>
          <p:cNvPr id="65" name="TextBox 64">
            <a:extLst>
              <a:ext uri="{FF2B5EF4-FFF2-40B4-BE49-F238E27FC236}">
                <a16:creationId xmlns:a16="http://schemas.microsoft.com/office/drawing/2014/main" id="{D3CB624A-DC1C-E8E4-A79F-2FCBA52E2F26}"/>
              </a:ext>
            </a:extLst>
          </p:cNvPr>
          <p:cNvSpPr txBox="1"/>
          <p:nvPr/>
        </p:nvSpPr>
        <p:spPr>
          <a:xfrm>
            <a:off x="2187399" y="5106456"/>
            <a:ext cx="1865721"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Secluded, no cars allowed.</a:t>
            </a:r>
          </a:p>
        </p:txBody>
      </p:sp>
      <p:sp>
        <p:nvSpPr>
          <p:cNvPr id="66" name="TextBox 65">
            <a:extLst>
              <a:ext uri="{FF2B5EF4-FFF2-40B4-BE49-F238E27FC236}">
                <a16:creationId xmlns:a16="http://schemas.microsoft.com/office/drawing/2014/main" id="{2CA3EDC2-D732-26D1-90AD-C03ED98D25D0}"/>
              </a:ext>
            </a:extLst>
          </p:cNvPr>
          <p:cNvSpPr txBox="1"/>
          <p:nvPr/>
        </p:nvSpPr>
        <p:spPr>
          <a:xfrm>
            <a:off x="2187399" y="5282792"/>
            <a:ext cx="1399790"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Crystal-clear water.</a:t>
            </a:r>
          </a:p>
        </p:txBody>
      </p:sp>
      <p:sp>
        <p:nvSpPr>
          <p:cNvPr id="67" name="Rectangle 66">
            <a:extLst>
              <a:ext uri="{FF2B5EF4-FFF2-40B4-BE49-F238E27FC236}">
                <a16:creationId xmlns:a16="http://schemas.microsoft.com/office/drawing/2014/main" id="{2A59D0B7-8A85-19C5-CEE6-4FAEC53B15CD}"/>
              </a:ext>
            </a:extLst>
          </p:cNvPr>
          <p:cNvSpPr/>
          <p:nvPr/>
        </p:nvSpPr>
        <p:spPr>
          <a:xfrm>
            <a:off x="2278839" y="5599317"/>
            <a:ext cx="1140999" cy="228199"/>
          </a:xfrm>
          <a:prstGeom prst="rect">
            <a:avLst/>
          </a:prstGeom>
          <a:solidFill>
            <a:srgbClr val="C23592"/>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68" name="TextBox 67">
            <a:extLst>
              <a:ext uri="{FF2B5EF4-FFF2-40B4-BE49-F238E27FC236}">
                <a16:creationId xmlns:a16="http://schemas.microsoft.com/office/drawing/2014/main" id="{673BB6D0-0840-47BD-B7D8-AE7083ED9AF8}"/>
              </a:ext>
            </a:extLst>
          </p:cNvPr>
          <p:cNvSpPr txBox="1"/>
          <p:nvPr/>
        </p:nvSpPr>
        <p:spPr>
          <a:xfrm>
            <a:off x="2332704" y="5552483"/>
            <a:ext cx="1033270"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FFFFFF"/>
                </a:solidFill>
                <a:effectLst/>
                <a:uLnTx/>
                <a:uFillTx/>
                <a:latin typeface="Segoe UI"/>
                <a:ea typeface="+mn-ea"/>
                <a:cs typeface="Segoe UI"/>
                <a:sym typeface="Segoe UI"/>
                <a:rtl val="0"/>
              </a:rPr>
              <a:t>See details →</a:t>
            </a:r>
          </a:p>
        </p:txBody>
      </p:sp>
      <p:sp>
        <p:nvSpPr>
          <p:cNvPr id="69" name="Rectangle 68">
            <a:extLst>
              <a:ext uri="{FF2B5EF4-FFF2-40B4-BE49-F238E27FC236}">
                <a16:creationId xmlns:a16="http://schemas.microsoft.com/office/drawing/2014/main" id="{3EAC0BBF-2349-7C30-2F3F-343C9DF80116}"/>
              </a:ext>
            </a:extLst>
          </p:cNvPr>
          <p:cNvSpPr/>
          <p:nvPr/>
        </p:nvSpPr>
        <p:spPr>
          <a:xfrm>
            <a:off x="4789037" y="3296573"/>
            <a:ext cx="2427216" cy="2655416"/>
          </a:xfrm>
          <a:prstGeom prst="rect">
            <a:avLst/>
          </a:prstGeom>
          <a:solidFill>
            <a:srgbClr val="FFFFFF"/>
          </a:solidFill>
          <a:ln w="15558" cap="flat">
            <a:solidFill>
              <a:srgbClr val="EDEEF5"/>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70" name="Rectangle 69">
            <a:extLst>
              <a:ext uri="{FF2B5EF4-FFF2-40B4-BE49-F238E27FC236}">
                <a16:creationId xmlns:a16="http://schemas.microsoft.com/office/drawing/2014/main" id="{CF8CA735-694B-B970-543E-9664F4FC99A7}"/>
              </a:ext>
            </a:extLst>
          </p:cNvPr>
          <p:cNvSpPr/>
          <p:nvPr/>
        </p:nvSpPr>
        <p:spPr>
          <a:xfrm>
            <a:off x="4789037" y="3296573"/>
            <a:ext cx="2427216" cy="1223980"/>
          </a:xfrm>
          <a:prstGeom prst="rect">
            <a:avLst/>
          </a:prstGeom>
          <a:solidFill>
            <a:srgbClr val="C8CCE2"/>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71" name="Rectangle 70">
            <a:extLst>
              <a:ext uri="{FF2B5EF4-FFF2-40B4-BE49-F238E27FC236}">
                <a16:creationId xmlns:a16="http://schemas.microsoft.com/office/drawing/2014/main" id="{9938BF87-9C90-70F6-A961-462F52E3B996}"/>
              </a:ext>
            </a:extLst>
          </p:cNvPr>
          <p:cNvSpPr/>
          <p:nvPr/>
        </p:nvSpPr>
        <p:spPr>
          <a:xfrm>
            <a:off x="4789037" y="4230118"/>
            <a:ext cx="2427216" cy="290436"/>
          </a:xfrm>
          <a:prstGeom prst="rect">
            <a:avLst/>
          </a:prstGeom>
          <a:solidFill>
            <a:srgbClr val="C8CCE2"/>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72" name="TextBox 71">
            <a:extLst>
              <a:ext uri="{FF2B5EF4-FFF2-40B4-BE49-F238E27FC236}">
                <a16:creationId xmlns:a16="http://schemas.microsoft.com/office/drawing/2014/main" id="{6A74C9BD-1DD9-581D-593C-C311BC14C2B0}"/>
              </a:ext>
            </a:extLst>
          </p:cNvPr>
          <p:cNvSpPr txBox="1"/>
          <p:nvPr/>
        </p:nvSpPr>
        <p:spPr>
          <a:xfrm>
            <a:off x="5726057" y="3602938"/>
            <a:ext cx="553177" cy="45014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50" b="0" i="0" u="none" strike="noStrike" kern="1200" cap="none" spc="0" normalizeH="0" baseline="0" noProof="0">
                <a:ln/>
                <a:solidFill>
                  <a:srgbClr val="FFFFFF"/>
                </a:solidFill>
                <a:effectLst/>
                <a:uLnTx/>
                <a:uFillTx/>
                <a:latin typeface="Segoe UI Emoji"/>
                <a:ea typeface="Segoe UI Emoji"/>
                <a:cs typeface="+mn-cs"/>
                <a:sym typeface="Segoe UI Emoji"/>
                <a:rtl val="0"/>
              </a:rPr>
              <a:t>🌊</a:t>
            </a:r>
          </a:p>
        </p:txBody>
      </p:sp>
      <p:sp>
        <p:nvSpPr>
          <p:cNvPr id="73" name="Rectangle 72">
            <a:extLst>
              <a:ext uri="{FF2B5EF4-FFF2-40B4-BE49-F238E27FC236}">
                <a16:creationId xmlns:a16="http://schemas.microsoft.com/office/drawing/2014/main" id="{46D7ED9E-687A-2F9A-A401-C3D9B6D6A5A8}"/>
              </a:ext>
            </a:extLst>
          </p:cNvPr>
          <p:cNvSpPr/>
          <p:nvPr/>
        </p:nvSpPr>
        <p:spPr>
          <a:xfrm>
            <a:off x="4913510" y="3379555"/>
            <a:ext cx="871308" cy="207454"/>
          </a:xfrm>
          <a:prstGeom prst="rect">
            <a:avLst/>
          </a:prstGeom>
          <a:solidFill>
            <a:srgbClr val="4E42DA"/>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74" name="TextBox 73">
            <a:extLst>
              <a:ext uri="{FF2B5EF4-FFF2-40B4-BE49-F238E27FC236}">
                <a16:creationId xmlns:a16="http://schemas.microsoft.com/office/drawing/2014/main" id="{283A0AB2-362C-03F0-B676-E4E8E5ADB8AA}"/>
              </a:ext>
            </a:extLst>
          </p:cNvPr>
          <p:cNvSpPr txBox="1"/>
          <p:nvPr/>
        </p:nvSpPr>
        <p:spPr>
          <a:xfrm>
            <a:off x="4886347" y="3322348"/>
            <a:ext cx="925633"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FFFFFF"/>
                </a:solidFill>
                <a:effectLst/>
                <a:uLnTx/>
                <a:uFillTx/>
                <a:latin typeface="Segoe UI Symbol"/>
                <a:ea typeface="Segoe UI Symbol"/>
                <a:cs typeface="+mn-cs"/>
                <a:sym typeface="Segoe UI Symbol"/>
                <a:rtl val="0"/>
              </a:rPr>
              <a:t>✦</a:t>
            </a:r>
            <a:r>
              <a:rPr kumimoji="0" lang="en-US" sz="1050" b="0" i="0" u="none" strike="noStrike" kern="1200" cap="none" spc="0" normalizeH="0" baseline="0" noProof="0">
                <a:ln/>
                <a:solidFill>
                  <a:srgbClr val="FFFFFF"/>
                </a:solidFill>
                <a:effectLst/>
                <a:uLnTx/>
                <a:uFillTx/>
                <a:latin typeface="Segoe UI"/>
                <a:ea typeface="Segoe UI Symbol"/>
                <a:cs typeface="Segoe UI"/>
                <a:sym typeface="Segoe UI"/>
                <a:rtl val="0"/>
              </a:rPr>
              <a:t> Secluded</a:t>
            </a:r>
          </a:p>
        </p:txBody>
      </p:sp>
      <p:sp>
        <p:nvSpPr>
          <p:cNvPr id="75" name="TextBox 74">
            <a:extLst>
              <a:ext uri="{FF2B5EF4-FFF2-40B4-BE49-F238E27FC236}">
                <a16:creationId xmlns:a16="http://schemas.microsoft.com/office/drawing/2014/main" id="{D35C7460-B2E2-574D-E7EB-226C70EEBFC0}"/>
              </a:ext>
            </a:extLst>
          </p:cNvPr>
          <p:cNvSpPr txBox="1"/>
          <p:nvPr/>
        </p:nvSpPr>
        <p:spPr>
          <a:xfrm>
            <a:off x="4842815" y="4514390"/>
            <a:ext cx="1565191" cy="29838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25" b="1" i="0" u="none" strike="noStrike" kern="1200" cap="none" spc="0" normalizeH="0" baseline="0" noProof="0">
                <a:ln/>
                <a:solidFill>
                  <a:srgbClr val="444F9C"/>
                </a:solidFill>
                <a:effectLst/>
                <a:uLnTx/>
                <a:uFillTx/>
                <a:latin typeface="Segoe UI"/>
                <a:ea typeface="+mn-ea"/>
                <a:cs typeface="Segoe UI"/>
                <a:sym typeface="Segoe UI"/>
                <a:rtl val="0"/>
              </a:rPr>
              <a:t>Honeymoon Island</a:t>
            </a:r>
          </a:p>
        </p:txBody>
      </p:sp>
      <p:sp>
        <p:nvSpPr>
          <p:cNvPr id="76" name="TextBox 75">
            <a:extLst>
              <a:ext uri="{FF2B5EF4-FFF2-40B4-BE49-F238E27FC236}">
                <a16:creationId xmlns:a16="http://schemas.microsoft.com/office/drawing/2014/main" id="{D92301F9-D6B0-E387-9108-47A0B26040A0}"/>
              </a:ext>
            </a:extLst>
          </p:cNvPr>
          <p:cNvSpPr txBox="1"/>
          <p:nvPr/>
        </p:nvSpPr>
        <p:spPr>
          <a:xfrm>
            <a:off x="4842815" y="4722665"/>
            <a:ext cx="1778718"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E5760"/>
                </a:solidFill>
                <a:effectLst/>
                <a:uLnTx/>
                <a:uFillTx/>
                <a:latin typeface="Segoe UI"/>
                <a:ea typeface="+mn-ea"/>
                <a:cs typeface="Segoe UI"/>
                <a:sym typeface="Segoe UI"/>
                <a:rtl val="0"/>
              </a:rPr>
              <a:t>Dunedin, FL · 1 hr 25 min</a:t>
            </a:r>
          </a:p>
        </p:txBody>
      </p:sp>
      <p:sp>
        <p:nvSpPr>
          <p:cNvPr id="77" name="TextBox 76">
            <a:extLst>
              <a:ext uri="{FF2B5EF4-FFF2-40B4-BE49-F238E27FC236}">
                <a16:creationId xmlns:a16="http://schemas.microsoft.com/office/drawing/2014/main" id="{D5865536-F4AA-D670-95B9-AF6CD581B914}"/>
              </a:ext>
            </a:extLst>
          </p:cNvPr>
          <p:cNvSpPr txBox="1"/>
          <p:nvPr/>
        </p:nvSpPr>
        <p:spPr>
          <a:xfrm>
            <a:off x="4842815" y="4919747"/>
            <a:ext cx="787718"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FDE379"/>
                </a:solidFill>
                <a:effectLst/>
                <a:uLnTx/>
                <a:uFillTx/>
                <a:latin typeface="Segoe UI Symbol"/>
                <a:ea typeface="Segoe UI Symbol"/>
                <a:cs typeface="+mn-cs"/>
                <a:sym typeface="Segoe UI Symbol"/>
                <a:rtl val="0"/>
              </a:rPr>
              <a:t>★★★★☆</a:t>
            </a:r>
          </a:p>
        </p:txBody>
      </p:sp>
      <p:sp>
        <p:nvSpPr>
          <p:cNvPr id="78" name="TextBox 77">
            <a:extLst>
              <a:ext uri="{FF2B5EF4-FFF2-40B4-BE49-F238E27FC236}">
                <a16:creationId xmlns:a16="http://schemas.microsoft.com/office/drawing/2014/main" id="{EA449473-9C23-813D-3A5E-E3F0F6771C70}"/>
              </a:ext>
            </a:extLst>
          </p:cNvPr>
          <p:cNvSpPr txBox="1"/>
          <p:nvPr/>
        </p:nvSpPr>
        <p:spPr>
          <a:xfrm>
            <a:off x="5485924" y="4919747"/>
            <a:ext cx="733191"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E5760"/>
                </a:solidFill>
                <a:effectLst/>
                <a:uLnTx/>
                <a:uFillTx/>
                <a:latin typeface="Segoe UI"/>
                <a:ea typeface="+mn-ea"/>
                <a:cs typeface="Segoe UI"/>
                <a:sym typeface="Segoe UI"/>
                <a:rtl val="0"/>
              </a:rPr>
              <a:t>4.5 (890)</a:t>
            </a:r>
          </a:p>
        </p:txBody>
      </p:sp>
      <p:sp>
        <p:nvSpPr>
          <p:cNvPr id="79" name="TextBox 78">
            <a:extLst>
              <a:ext uri="{FF2B5EF4-FFF2-40B4-BE49-F238E27FC236}">
                <a16:creationId xmlns:a16="http://schemas.microsoft.com/office/drawing/2014/main" id="{DCCDD8E1-21DE-414B-BC64-7419355BCF9D}"/>
              </a:ext>
            </a:extLst>
          </p:cNvPr>
          <p:cNvSpPr txBox="1"/>
          <p:nvPr/>
        </p:nvSpPr>
        <p:spPr>
          <a:xfrm>
            <a:off x="4842815" y="5106456"/>
            <a:ext cx="1702138"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State park, osprey trails.</a:t>
            </a:r>
          </a:p>
        </p:txBody>
      </p:sp>
      <p:sp>
        <p:nvSpPr>
          <p:cNvPr id="80" name="TextBox 79">
            <a:extLst>
              <a:ext uri="{FF2B5EF4-FFF2-40B4-BE49-F238E27FC236}">
                <a16:creationId xmlns:a16="http://schemas.microsoft.com/office/drawing/2014/main" id="{A5FDB473-E8DD-DC04-96E4-70A5BF8E8D2D}"/>
              </a:ext>
            </a:extLst>
          </p:cNvPr>
          <p:cNvSpPr txBox="1"/>
          <p:nvPr/>
        </p:nvSpPr>
        <p:spPr>
          <a:xfrm>
            <a:off x="4842815" y="5282792"/>
            <a:ext cx="1489629"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Great for snorkeling.</a:t>
            </a:r>
          </a:p>
        </p:txBody>
      </p:sp>
      <p:sp>
        <p:nvSpPr>
          <p:cNvPr id="81" name="Rectangle 80">
            <a:extLst>
              <a:ext uri="{FF2B5EF4-FFF2-40B4-BE49-F238E27FC236}">
                <a16:creationId xmlns:a16="http://schemas.microsoft.com/office/drawing/2014/main" id="{B8EBEAB9-D70C-1672-8D21-35936BC7EE63}"/>
              </a:ext>
            </a:extLst>
          </p:cNvPr>
          <p:cNvSpPr/>
          <p:nvPr/>
        </p:nvSpPr>
        <p:spPr>
          <a:xfrm>
            <a:off x="4934255" y="5599317"/>
            <a:ext cx="1140999" cy="228199"/>
          </a:xfrm>
          <a:prstGeom prst="rect">
            <a:avLst/>
          </a:prstGeom>
          <a:solidFill>
            <a:srgbClr val="C23592"/>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82" name="TextBox 81">
            <a:extLst>
              <a:ext uri="{FF2B5EF4-FFF2-40B4-BE49-F238E27FC236}">
                <a16:creationId xmlns:a16="http://schemas.microsoft.com/office/drawing/2014/main" id="{B4CDB8C1-B32A-6D10-DEC7-025D6832F077}"/>
              </a:ext>
            </a:extLst>
          </p:cNvPr>
          <p:cNvSpPr txBox="1"/>
          <p:nvPr/>
        </p:nvSpPr>
        <p:spPr>
          <a:xfrm>
            <a:off x="4988120" y="5552483"/>
            <a:ext cx="1033270"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FFFFFF"/>
                </a:solidFill>
                <a:effectLst/>
                <a:uLnTx/>
                <a:uFillTx/>
                <a:latin typeface="Segoe UI"/>
                <a:ea typeface="+mn-ea"/>
                <a:cs typeface="Segoe UI"/>
                <a:sym typeface="Segoe UI"/>
                <a:rtl val="0"/>
              </a:rPr>
              <a:t>See details →</a:t>
            </a:r>
          </a:p>
        </p:txBody>
      </p:sp>
      <p:sp>
        <p:nvSpPr>
          <p:cNvPr id="83" name="Rectangle 82">
            <a:extLst>
              <a:ext uri="{FF2B5EF4-FFF2-40B4-BE49-F238E27FC236}">
                <a16:creationId xmlns:a16="http://schemas.microsoft.com/office/drawing/2014/main" id="{2D03FBD1-CA98-35E6-B29B-47F152128E97}"/>
              </a:ext>
            </a:extLst>
          </p:cNvPr>
          <p:cNvSpPr/>
          <p:nvPr/>
        </p:nvSpPr>
        <p:spPr>
          <a:xfrm>
            <a:off x="7444453" y="3296573"/>
            <a:ext cx="2427216" cy="2655416"/>
          </a:xfrm>
          <a:prstGeom prst="rect">
            <a:avLst/>
          </a:prstGeom>
          <a:solidFill>
            <a:srgbClr val="FFFFFF"/>
          </a:solidFill>
          <a:ln w="20743" cap="flat">
            <a:solidFill>
              <a:srgbClr val="FDE379"/>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84" name="Rectangle 83">
            <a:extLst>
              <a:ext uri="{FF2B5EF4-FFF2-40B4-BE49-F238E27FC236}">
                <a16:creationId xmlns:a16="http://schemas.microsoft.com/office/drawing/2014/main" id="{07294C12-6CAB-C79C-DF4E-531E4985A0DB}"/>
              </a:ext>
            </a:extLst>
          </p:cNvPr>
          <p:cNvSpPr/>
          <p:nvPr/>
        </p:nvSpPr>
        <p:spPr>
          <a:xfrm>
            <a:off x="7444453" y="3296573"/>
            <a:ext cx="2427216" cy="1223980"/>
          </a:xfrm>
          <a:prstGeom prst="rect">
            <a:avLst/>
          </a:prstGeom>
          <a:solidFill>
            <a:srgbClr val="EDEEF5"/>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85" name="Freeform: Shape 84">
            <a:extLst>
              <a:ext uri="{FF2B5EF4-FFF2-40B4-BE49-F238E27FC236}">
                <a16:creationId xmlns:a16="http://schemas.microsoft.com/office/drawing/2014/main" id="{9B22894E-8D29-8F56-8187-F1D4A781D906}"/>
              </a:ext>
            </a:extLst>
          </p:cNvPr>
          <p:cNvSpPr/>
          <p:nvPr/>
        </p:nvSpPr>
        <p:spPr>
          <a:xfrm>
            <a:off x="7444453" y="3296573"/>
            <a:ext cx="1037271" cy="518635"/>
          </a:xfrm>
          <a:custGeom>
            <a:avLst/>
            <a:gdLst>
              <a:gd name="csX0" fmla="*/ 0 w 1037271"/>
              <a:gd name="csY0" fmla="*/ 0 h 518635"/>
              <a:gd name="csX1" fmla="*/ 1037272 w 1037271"/>
              <a:gd name="csY1" fmla="*/ 0 h 518635"/>
              <a:gd name="csX2" fmla="*/ 518636 w 1037271"/>
              <a:gd name="csY2" fmla="*/ 518636 h 518635"/>
            </a:gdLst>
            <a:ahLst/>
            <a:cxnLst>
              <a:cxn ang="0">
                <a:pos x="csX0" y="csY0"/>
              </a:cxn>
              <a:cxn ang="0">
                <a:pos x="csX1" y="csY1"/>
              </a:cxn>
              <a:cxn ang="0">
                <a:pos x="csX2" y="csY2"/>
              </a:cxn>
            </a:cxnLst>
            <a:rect l="l" t="t" r="r" b="b"/>
            <a:pathLst>
              <a:path w="1037271" h="518635">
                <a:moveTo>
                  <a:pt x="0" y="0"/>
                </a:moveTo>
                <a:lnTo>
                  <a:pt x="1037272" y="0"/>
                </a:lnTo>
                <a:lnTo>
                  <a:pt x="518636" y="518636"/>
                </a:lnTo>
                <a:close/>
              </a:path>
            </a:pathLst>
          </a:custGeom>
          <a:solidFill>
            <a:srgbClr val="FEF8DD">
              <a:alpha val="60000"/>
            </a:srgbClr>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86" name="TextBox 85">
            <a:extLst>
              <a:ext uri="{FF2B5EF4-FFF2-40B4-BE49-F238E27FC236}">
                <a16:creationId xmlns:a16="http://schemas.microsoft.com/office/drawing/2014/main" id="{013D6B9A-8479-6F73-2757-ACF0604E7C2E}"/>
              </a:ext>
            </a:extLst>
          </p:cNvPr>
          <p:cNvSpPr txBox="1"/>
          <p:nvPr/>
        </p:nvSpPr>
        <p:spPr>
          <a:xfrm>
            <a:off x="8381473" y="3602938"/>
            <a:ext cx="553177" cy="45014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50" b="0" i="0" u="none" strike="noStrike" kern="1200" cap="none" spc="0" normalizeH="0" baseline="0" noProof="0">
                <a:ln/>
                <a:solidFill>
                  <a:srgbClr val="444F9C"/>
                </a:solidFill>
                <a:effectLst/>
                <a:uLnTx/>
                <a:uFillTx/>
                <a:latin typeface="Segoe UI Emoji"/>
                <a:ea typeface="Segoe UI Emoji"/>
                <a:cs typeface="+mn-cs"/>
                <a:sym typeface="Segoe UI Emoji"/>
                <a:rtl val="0"/>
              </a:rPr>
              <a:t>🌅</a:t>
            </a:r>
          </a:p>
        </p:txBody>
      </p:sp>
      <p:sp>
        <p:nvSpPr>
          <p:cNvPr id="87" name="Rectangle 86">
            <a:extLst>
              <a:ext uri="{FF2B5EF4-FFF2-40B4-BE49-F238E27FC236}">
                <a16:creationId xmlns:a16="http://schemas.microsoft.com/office/drawing/2014/main" id="{6B6E2722-A3CA-EC4C-DC7C-46AB94CC02FB}"/>
              </a:ext>
            </a:extLst>
          </p:cNvPr>
          <p:cNvSpPr/>
          <p:nvPr/>
        </p:nvSpPr>
        <p:spPr>
          <a:xfrm>
            <a:off x="7568926" y="3379555"/>
            <a:ext cx="1058017" cy="207454"/>
          </a:xfrm>
          <a:prstGeom prst="rect">
            <a:avLst/>
          </a:prstGeom>
          <a:solidFill>
            <a:srgbClr val="FDE379"/>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88" name="TextBox 87">
            <a:extLst>
              <a:ext uri="{FF2B5EF4-FFF2-40B4-BE49-F238E27FC236}">
                <a16:creationId xmlns:a16="http://schemas.microsoft.com/office/drawing/2014/main" id="{1A002C4E-E0D6-F2F4-EE57-64C2AEECD5C8}"/>
              </a:ext>
            </a:extLst>
          </p:cNvPr>
          <p:cNvSpPr txBox="1"/>
          <p:nvPr/>
        </p:nvSpPr>
        <p:spPr>
          <a:xfrm>
            <a:off x="7463320" y="3322348"/>
            <a:ext cx="1269229"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a:ln/>
                <a:solidFill>
                  <a:srgbClr val="3A3A3A"/>
                </a:solidFill>
                <a:effectLst/>
                <a:uLnTx/>
                <a:uFillTx/>
                <a:latin typeface="Segoe UI Emoji"/>
                <a:ea typeface="Segoe UI Emoji"/>
                <a:cs typeface="+mn-cs"/>
                <a:sym typeface="Segoe UI Emoji"/>
                <a:rtl val="0"/>
              </a:rPr>
              <a:t>⭐</a:t>
            </a:r>
            <a:r>
              <a:rPr kumimoji="0" lang="en-US" sz="1050" b="1" i="0" u="none" strike="noStrike" kern="1200" cap="none" spc="0" normalizeH="0" baseline="0" noProof="0">
                <a:ln/>
                <a:solidFill>
                  <a:srgbClr val="3A3A3A"/>
                </a:solidFill>
                <a:effectLst/>
                <a:uLnTx/>
                <a:uFillTx/>
                <a:latin typeface="Segoe UI"/>
                <a:ea typeface="Segoe UI Emoji"/>
                <a:cs typeface="Segoe UI"/>
                <a:sym typeface="Segoe UI"/>
                <a:rtl val="0"/>
              </a:rPr>
              <a:t> Editor's Pick</a:t>
            </a:r>
          </a:p>
        </p:txBody>
      </p:sp>
      <p:sp>
        <p:nvSpPr>
          <p:cNvPr id="89" name="TextBox 88">
            <a:extLst>
              <a:ext uri="{FF2B5EF4-FFF2-40B4-BE49-F238E27FC236}">
                <a16:creationId xmlns:a16="http://schemas.microsoft.com/office/drawing/2014/main" id="{4F8EC86F-261C-7F01-998B-162DF9FD9B56}"/>
              </a:ext>
            </a:extLst>
          </p:cNvPr>
          <p:cNvSpPr txBox="1"/>
          <p:nvPr/>
        </p:nvSpPr>
        <p:spPr>
          <a:xfrm>
            <a:off x="7498232" y="4514390"/>
            <a:ext cx="1475240" cy="29838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25" b="1" i="0" u="none" strike="noStrike" kern="1200" cap="none" spc="0" normalizeH="0" baseline="0" noProof="0">
                <a:ln/>
                <a:solidFill>
                  <a:srgbClr val="444F9C"/>
                </a:solidFill>
                <a:effectLst/>
                <a:uLnTx/>
                <a:uFillTx/>
                <a:latin typeface="Segoe UI"/>
                <a:ea typeface="+mn-ea"/>
                <a:cs typeface="Segoe UI"/>
                <a:sym typeface="Segoe UI"/>
                <a:rtl val="0"/>
              </a:rPr>
              <a:t>Fort De Soto Park</a:t>
            </a:r>
          </a:p>
        </p:txBody>
      </p:sp>
      <p:sp>
        <p:nvSpPr>
          <p:cNvPr id="90" name="TextBox 89">
            <a:extLst>
              <a:ext uri="{FF2B5EF4-FFF2-40B4-BE49-F238E27FC236}">
                <a16:creationId xmlns:a16="http://schemas.microsoft.com/office/drawing/2014/main" id="{E731E8DC-2A03-E931-9CEA-EE7528488AFA}"/>
              </a:ext>
            </a:extLst>
          </p:cNvPr>
          <p:cNvSpPr txBox="1"/>
          <p:nvPr/>
        </p:nvSpPr>
        <p:spPr>
          <a:xfrm>
            <a:off x="7498232" y="4722665"/>
            <a:ext cx="1618326"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E5760"/>
                </a:solidFill>
                <a:effectLst/>
                <a:uLnTx/>
                <a:uFillTx/>
                <a:latin typeface="Segoe UI"/>
                <a:ea typeface="+mn-ea"/>
                <a:cs typeface="Segoe UI"/>
                <a:sym typeface="Segoe UI"/>
                <a:rtl val="0"/>
              </a:rPr>
              <a:t>St. Petersburg · 55 min</a:t>
            </a:r>
          </a:p>
        </p:txBody>
      </p:sp>
      <p:sp>
        <p:nvSpPr>
          <p:cNvPr id="91" name="TextBox 90">
            <a:extLst>
              <a:ext uri="{FF2B5EF4-FFF2-40B4-BE49-F238E27FC236}">
                <a16:creationId xmlns:a16="http://schemas.microsoft.com/office/drawing/2014/main" id="{E1B365CD-790D-1B3F-A7C0-DA31DB6AB2B5}"/>
              </a:ext>
            </a:extLst>
          </p:cNvPr>
          <p:cNvSpPr txBox="1"/>
          <p:nvPr/>
        </p:nvSpPr>
        <p:spPr>
          <a:xfrm>
            <a:off x="7498232" y="4919747"/>
            <a:ext cx="787718"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FDE379"/>
                </a:solidFill>
                <a:effectLst/>
                <a:uLnTx/>
                <a:uFillTx/>
                <a:latin typeface="Segoe UI Symbol"/>
                <a:ea typeface="Segoe UI Symbol"/>
                <a:cs typeface="+mn-cs"/>
                <a:sym typeface="Segoe UI Symbol"/>
                <a:rtl val="0"/>
              </a:rPr>
              <a:t>★★★★★</a:t>
            </a:r>
          </a:p>
        </p:txBody>
      </p:sp>
      <p:sp>
        <p:nvSpPr>
          <p:cNvPr id="92" name="TextBox 91">
            <a:extLst>
              <a:ext uri="{FF2B5EF4-FFF2-40B4-BE49-F238E27FC236}">
                <a16:creationId xmlns:a16="http://schemas.microsoft.com/office/drawing/2014/main" id="{4ED2094D-BDE8-9CB0-2A8A-EBF4B33D261F}"/>
              </a:ext>
            </a:extLst>
          </p:cNvPr>
          <p:cNvSpPr txBox="1"/>
          <p:nvPr/>
        </p:nvSpPr>
        <p:spPr>
          <a:xfrm>
            <a:off x="8141340" y="4919747"/>
            <a:ext cx="758576"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E5760"/>
                </a:solidFill>
                <a:effectLst/>
                <a:uLnTx/>
                <a:uFillTx/>
                <a:latin typeface="Segoe UI"/>
                <a:ea typeface="+mn-ea"/>
                <a:cs typeface="Segoe UI"/>
                <a:sym typeface="Segoe UI"/>
                <a:rtl val="0"/>
              </a:rPr>
              <a:t>4.9 (2.1k)</a:t>
            </a:r>
          </a:p>
        </p:txBody>
      </p:sp>
      <p:sp>
        <p:nvSpPr>
          <p:cNvPr id="93" name="TextBox 92">
            <a:extLst>
              <a:ext uri="{FF2B5EF4-FFF2-40B4-BE49-F238E27FC236}">
                <a16:creationId xmlns:a16="http://schemas.microsoft.com/office/drawing/2014/main" id="{4E942166-F5B6-4F11-A187-58A6C1D78990}"/>
              </a:ext>
            </a:extLst>
          </p:cNvPr>
          <p:cNvSpPr txBox="1"/>
          <p:nvPr/>
        </p:nvSpPr>
        <p:spPr>
          <a:xfrm>
            <a:off x="7498232" y="5106456"/>
            <a:ext cx="1627757"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5 miles of quiet beach.</a:t>
            </a:r>
          </a:p>
        </p:txBody>
      </p:sp>
      <p:sp>
        <p:nvSpPr>
          <p:cNvPr id="94" name="TextBox 93">
            <a:extLst>
              <a:ext uri="{FF2B5EF4-FFF2-40B4-BE49-F238E27FC236}">
                <a16:creationId xmlns:a16="http://schemas.microsoft.com/office/drawing/2014/main" id="{2AC3942E-D047-26A8-9B45-8DABAF99DF54}"/>
              </a:ext>
            </a:extLst>
          </p:cNvPr>
          <p:cNvSpPr txBox="1"/>
          <p:nvPr/>
        </p:nvSpPr>
        <p:spPr>
          <a:xfrm>
            <a:off x="7498232" y="5282792"/>
            <a:ext cx="1817930"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Camping &amp; kayak rentals.</a:t>
            </a:r>
          </a:p>
        </p:txBody>
      </p:sp>
      <p:sp>
        <p:nvSpPr>
          <p:cNvPr id="95" name="Rectangle 94">
            <a:extLst>
              <a:ext uri="{FF2B5EF4-FFF2-40B4-BE49-F238E27FC236}">
                <a16:creationId xmlns:a16="http://schemas.microsoft.com/office/drawing/2014/main" id="{5CF45D7B-E9DB-8B36-250F-CD6C85002738}"/>
              </a:ext>
            </a:extLst>
          </p:cNvPr>
          <p:cNvSpPr/>
          <p:nvPr/>
        </p:nvSpPr>
        <p:spPr>
          <a:xfrm>
            <a:off x="7589672" y="5599317"/>
            <a:ext cx="1140999" cy="228199"/>
          </a:xfrm>
          <a:prstGeom prst="rect">
            <a:avLst/>
          </a:prstGeom>
          <a:solidFill>
            <a:srgbClr val="C23592"/>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96" name="TextBox 95">
            <a:extLst>
              <a:ext uri="{FF2B5EF4-FFF2-40B4-BE49-F238E27FC236}">
                <a16:creationId xmlns:a16="http://schemas.microsoft.com/office/drawing/2014/main" id="{B879D9A6-2814-A2C0-CEF4-B2232D306996}"/>
              </a:ext>
            </a:extLst>
          </p:cNvPr>
          <p:cNvSpPr txBox="1"/>
          <p:nvPr/>
        </p:nvSpPr>
        <p:spPr>
          <a:xfrm>
            <a:off x="7643536" y="5552483"/>
            <a:ext cx="1033270"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FFFFFF"/>
                </a:solidFill>
                <a:effectLst/>
                <a:uLnTx/>
                <a:uFillTx/>
                <a:latin typeface="Segoe UI"/>
                <a:ea typeface="+mn-ea"/>
                <a:cs typeface="Segoe UI"/>
                <a:sym typeface="Segoe UI"/>
                <a:rtl val="0"/>
              </a:rPr>
              <a:t>See details →</a:t>
            </a:r>
          </a:p>
        </p:txBody>
      </p:sp>
      <p:sp>
        <p:nvSpPr>
          <p:cNvPr id="97" name="TextBox 96">
            <a:extLst>
              <a:ext uri="{FF2B5EF4-FFF2-40B4-BE49-F238E27FC236}">
                <a16:creationId xmlns:a16="http://schemas.microsoft.com/office/drawing/2014/main" id="{640CB89E-C6EA-A8F8-B7A9-B06898F6D057}"/>
              </a:ext>
            </a:extLst>
          </p:cNvPr>
          <p:cNvSpPr txBox="1"/>
          <p:nvPr/>
        </p:nvSpPr>
        <p:spPr>
          <a:xfrm>
            <a:off x="2312135" y="5936273"/>
            <a:ext cx="7567729"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a:ln/>
                <a:solidFill>
                  <a:srgbClr val="444F9C"/>
                </a:solidFill>
                <a:effectLst/>
                <a:uLnTx/>
                <a:uFillTx/>
                <a:latin typeface="Segoe UI"/>
                <a:ea typeface="+mn-ea"/>
                <a:cs typeface="Segoe UI"/>
                <a:sym typeface="Segoe UI"/>
                <a:rtl val="0"/>
              </a:rPr>
              <a:t>Rich preview cards surface variety — users browse and compare rather than drilling down to a single answer</a:t>
            </a:r>
          </a:p>
        </p:txBody>
      </p:sp>
      <p:sp>
        <p:nvSpPr>
          <p:cNvPr id="98" name="Freeform: Shape 97">
            <a:extLst>
              <a:ext uri="{FF2B5EF4-FFF2-40B4-BE49-F238E27FC236}">
                <a16:creationId xmlns:a16="http://schemas.microsoft.com/office/drawing/2014/main" id="{1A157B89-FEB9-399E-A324-279BFAC36BF5}"/>
              </a:ext>
            </a:extLst>
          </p:cNvPr>
          <p:cNvSpPr/>
          <p:nvPr/>
        </p:nvSpPr>
        <p:spPr>
          <a:xfrm>
            <a:off x="9560488" y="3856700"/>
            <a:ext cx="352672" cy="165963"/>
          </a:xfrm>
          <a:custGeom>
            <a:avLst/>
            <a:gdLst>
              <a:gd name="csX0" fmla="*/ 0 w 352672"/>
              <a:gd name="csY0" fmla="*/ 165964 h 165963"/>
              <a:gd name="csX1" fmla="*/ 352672 w 352672"/>
              <a:gd name="csY1" fmla="*/ 0 h 165963"/>
            </a:gdLst>
            <a:ahLst/>
            <a:cxnLst>
              <a:cxn ang="0">
                <a:pos x="csX0" y="csY0"/>
              </a:cxn>
              <a:cxn ang="0">
                <a:pos x="csX1" y="csY1"/>
              </a:cxn>
            </a:cxnLst>
            <a:rect l="l" t="t" r="r" b="b"/>
            <a:pathLst>
              <a:path w="352672" h="165963">
                <a:moveTo>
                  <a:pt x="0" y="165964"/>
                </a:moveTo>
                <a:lnTo>
                  <a:pt x="352672" y="0"/>
                </a:lnTo>
              </a:path>
            </a:pathLst>
          </a:custGeom>
          <a:ln w="16595" cap="flat">
            <a:solidFill>
              <a:srgbClr val="1E282C"/>
            </a:solidFill>
            <a:custDash>
              <a:ds d="300000" sp="150000"/>
            </a:custDash>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99" name="Rectangle 98">
            <a:extLst>
              <a:ext uri="{FF2B5EF4-FFF2-40B4-BE49-F238E27FC236}">
                <a16:creationId xmlns:a16="http://schemas.microsoft.com/office/drawing/2014/main" id="{623F91D8-A586-0E30-1AD1-8308026EA777}"/>
              </a:ext>
            </a:extLst>
          </p:cNvPr>
          <p:cNvSpPr/>
          <p:nvPr/>
        </p:nvSpPr>
        <p:spPr>
          <a:xfrm>
            <a:off x="9892415" y="3649246"/>
            <a:ext cx="829817" cy="414908"/>
          </a:xfrm>
          <a:prstGeom prst="rect">
            <a:avLst/>
          </a:prstGeom>
          <a:solidFill>
            <a:srgbClr val="FFFFFF"/>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00" name="TextBox 99">
            <a:extLst>
              <a:ext uri="{FF2B5EF4-FFF2-40B4-BE49-F238E27FC236}">
                <a16:creationId xmlns:a16="http://schemas.microsoft.com/office/drawing/2014/main" id="{82BFE4F6-E4A2-B819-4B74-067CD4FB9CCE}"/>
              </a:ext>
            </a:extLst>
          </p:cNvPr>
          <p:cNvSpPr txBox="1"/>
          <p:nvPr/>
        </p:nvSpPr>
        <p:spPr>
          <a:xfrm>
            <a:off x="9842466" y="3612784"/>
            <a:ext cx="1043876" cy="492443"/>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solidFill>
                  <a:srgbClr val="3E5760"/>
                </a:solidFill>
                <a:effectLst/>
                <a:uLnTx/>
                <a:uFillTx/>
                <a:latin typeface="Segoe UI"/>
                <a:ea typeface="+mn-ea"/>
                <a:cs typeface="Segoe UI"/>
                <a:sym typeface="Segoe UI"/>
                <a:rtl val="0"/>
              </a:rPr>
              <a:t>Curated</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solidFill>
                  <a:srgbClr val="3E5760"/>
                </a:solidFill>
                <a:effectLst/>
                <a:uLnTx/>
                <a:uFillTx/>
                <a:latin typeface="Segoe UI"/>
                <a:ea typeface="+mn-ea"/>
                <a:cs typeface="Segoe UI"/>
                <a:sym typeface="Segoe UI"/>
                <a:rtl val="0"/>
              </a:rPr>
              <a:t>suggestion</a:t>
            </a:r>
          </a:p>
        </p:txBody>
      </p:sp>
      <p:sp>
        <p:nvSpPr>
          <p:cNvPr id="27" name="Isosceles Triangle 26">
            <a:extLst>
              <a:ext uri="{FF2B5EF4-FFF2-40B4-BE49-F238E27FC236}">
                <a16:creationId xmlns:a16="http://schemas.microsoft.com/office/drawing/2014/main" id="{F8DF2678-2EB4-2988-0817-8120AA02810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604080" y="6453143"/>
            <a:ext cx="814903" cy="404857"/>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a:ea typeface="+mn-ea"/>
              <a:cs typeface="+mn-cs"/>
            </a:endParaRPr>
          </a:p>
        </p:txBody>
      </p:sp>
      <p:sp>
        <p:nvSpPr>
          <p:cNvPr id="102" name="TextBox 101">
            <a:extLst>
              <a:ext uri="{FF2B5EF4-FFF2-40B4-BE49-F238E27FC236}">
                <a16:creationId xmlns:a16="http://schemas.microsoft.com/office/drawing/2014/main" id="{9CDB7DB7-3CA3-D395-19FA-CC856BA04796}"/>
              </a:ext>
            </a:extLst>
          </p:cNvPr>
          <p:cNvSpPr txBox="1"/>
          <p:nvPr/>
        </p:nvSpPr>
        <p:spPr>
          <a:xfrm>
            <a:off x="4199487" y="236016"/>
            <a:ext cx="3635932" cy="58477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solidFill>
                  <a:srgbClr val="444F9C"/>
                </a:solidFill>
                <a:effectLst/>
                <a:uLnTx/>
                <a:uFillTx/>
                <a:latin typeface="Text Me One"/>
                <a:ea typeface="+mn-ea"/>
                <a:cs typeface="Segoe UI"/>
                <a:sym typeface="Segoe UI"/>
                <a:rtl val="0"/>
              </a:rPr>
              <a:t>Exploratory Seeking</a:t>
            </a:r>
          </a:p>
        </p:txBody>
      </p:sp>
    </p:spTree>
    <p:extLst>
      <p:ext uri="{BB962C8B-B14F-4D97-AF65-F5344CB8AC3E}">
        <p14:creationId xmlns:p14="http://schemas.microsoft.com/office/powerpoint/2010/main" val="12896591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8679" name="Rectangle 28678">
            <a:extLst>
              <a:ext uri="{FF2B5EF4-FFF2-40B4-BE49-F238E27FC236}">
                <a16:creationId xmlns:a16="http://schemas.microsoft.com/office/drawing/2014/main" id="{1BB867FF-FC45-48F7-8104-F89BE54909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a:ea typeface="+mn-ea"/>
              <a:cs typeface="+mn-cs"/>
            </a:endParaRPr>
          </a:p>
        </p:txBody>
      </p:sp>
      <p:sp>
        <p:nvSpPr>
          <p:cNvPr id="28681" name="Freeform: Shape 28680">
            <a:extLst>
              <a:ext uri="{FF2B5EF4-FFF2-40B4-BE49-F238E27FC236}">
                <a16:creationId xmlns:a16="http://schemas.microsoft.com/office/drawing/2014/main" id="{8BB56887-D0D5-4F0C-9E19-7247EB83C8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08695" y="1"/>
            <a:ext cx="1135066" cy="477997"/>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a:ea typeface="+mn-ea"/>
              <a:cs typeface="+mn-cs"/>
            </a:endParaRPr>
          </a:p>
        </p:txBody>
      </p:sp>
      <p:sp>
        <p:nvSpPr>
          <p:cNvPr id="28674" name="Rectangle 2"/>
          <p:cNvSpPr>
            <a:spLocks noGrp="1" noChangeArrowheads="1"/>
          </p:cNvSpPr>
          <p:nvPr>
            <p:ph type="title"/>
          </p:nvPr>
        </p:nvSpPr>
        <p:spPr>
          <a:xfrm>
            <a:off x="838200" y="365125"/>
            <a:ext cx="10515600" cy="1325563"/>
          </a:xfrm>
        </p:spPr>
        <p:txBody>
          <a:bodyPr vert="horz" lIns="91440" tIns="45720" rIns="91440" bIns="45720" rtlCol="0" anchor="ctr">
            <a:normAutofit/>
          </a:bodyPr>
          <a:lstStyle/>
          <a:p>
            <a:pPr>
              <a:defRPr/>
            </a:pPr>
            <a:r>
              <a:rPr lang="en-US" kern="1200" dirty="0">
                <a:latin typeface="+mj-lt"/>
                <a:ea typeface="+mj-ea"/>
                <a:cs typeface="+mj-cs"/>
              </a:rPr>
              <a:t>Creating Labels &amp; Defining Structure</a:t>
            </a:r>
          </a:p>
        </p:txBody>
      </p:sp>
      <p:sp>
        <p:nvSpPr>
          <p:cNvPr id="28683" name="Arc 28682">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V="1">
            <a:off x="555710" y="2183223"/>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venir"/>
              <a:ea typeface="+mn-ea"/>
              <a:cs typeface="+mn-cs"/>
            </a:endParaRPr>
          </a:p>
        </p:txBody>
      </p:sp>
      <p:sp>
        <p:nvSpPr>
          <p:cNvPr id="22531" name="Rectangle 3"/>
          <p:cNvSpPr>
            <a:spLocks noGrp="1" noChangeArrowheads="1"/>
          </p:cNvSpPr>
          <p:nvPr>
            <p:ph idx="1"/>
          </p:nvPr>
        </p:nvSpPr>
        <p:spPr>
          <a:xfrm>
            <a:off x="969055" y="1690688"/>
            <a:ext cx="8445500" cy="4351338"/>
          </a:xfrm>
        </p:spPr>
        <p:txBody>
          <a:bodyPr vert="horz" lIns="91440" tIns="45720" rIns="91440" bIns="45720" rtlCol="0">
            <a:normAutofit/>
          </a:bodyPr>
          <a:lstStyle/>
          <a:p>
            <a:pPr>
              <a:spcAft>
                <a:spcPts val="1200"/>
              </a:spcAft>
            </a:pPr>
            <a:r>
              <a:rPr lang="en-US" altLang="en-US" dirty="0">
                <a:latin typeface="+mn-lt"/>
              </a:rPr>
              <a:t>Decide succinct, descriptive terms can be used to guide navigation</a:t>
            </a:r>
          </a:p>
          <a:p>
            <a:pPr marL="457200" lvl="1">
              <a:spcAft>
                <a:spcPts val="1200"/>
              </a:spcAft>
            </a:pPr>
            <a:r>
              <a:rPr lang="en-US" altLang="en-US" b="1" dirty="0">
                <a:solidFill>
                  <a:schemeClr val="accent5">
                    <a:lumMod val="75000"/>
                  </a:schemeClr>
                </a:solidFill>
                <a:latin typeface="+mn-lt"/>
              </a:rPr>
              <a:t>Think like the user </a:t>
            </a:r>
            <a:r>
              <a:rPr lang="en-US" altLang="en-US" dirty="0">
                <a:latin typeface="+mn-lt"/>
              </a:rPr>
              <a:t>not “an insider”</a:t>
            </a:r>
          </a:p>
          <a:p>
            <a:pPr>
              <a:spcAft>
                <a:spcPts val="1200"/>
              </a:spcAft>
            </a:pPr>
            <a:r>
              <a:rPr lang="en-US" altLang="en-US" dirty="0">
                <a:latin typeface="+mn-lt"/>
              </a:rPr>
              <a:t>Evaluate and improve resulting proposed structure</a:t>
            </a:r>
          </a:p>
          <a:p>
            <a:pPr>
              <a:spcAft>
                <a:spcPts val="1200"/>
              </a:spcAft>
            </a:pPr>
            <a:r>
              <a:rPr lang="en-US" altLang="en-US" dirty="0">
                <a:latin typeface="+mn-lt"/>
              </a:rPr>
              <a:t>How we organize content and is just as important as the content itself, if not more so</a:t>
            </a:r>
          </a:p>
          <a:p>
            <a:pPr>
              <a:spcAft>
                <a:spcPts val="1200"/>
              </a:spcAft>
            </a:pPr>
            <a:endParaRPr lang="en-US" altLang="en-US" dirty="0">
              <a:solidFill>
                <a:schemeClr val="tx1"/>
              </a:solidFill>
              <a:latin typeface="+mn-lt"/>
            </a:endParaRPr>
          </a:p>
        </p:txBody>
      </p:sp>
      <p:grpSp>
        <p:nvGrpSpPr>
          <p:cNvPr id="10" name="Group 9">
            <a:extLst>
              <a:ext uri="{FF2B5EF4-FFF2-40B4-BE49-F238E27FC236}">
                <a16:creationId xmlns:a16="http://schemas.microsoft.com/office/drawing/2014/main" id="{763C6B23-7C52-39C1-2C73-E145084BBC53}"/>
              </a:ext>
            </a:extLst>
          </p:cNvPr>
          <p:cNvGrpSpPr/>
          <p:nvPr/>
        </p:nvGrpSpPr>
        <p:grpSpPr>
          <a:xfrm>
            <a:off x="8991889" y="2055812"/>
            <a:ext cx="3047711" cy="3501717"/>
            <a:chOff x="8991889" y="1930400"/>
            <a:chExt cx="3047711" cy="3627129"/>
          </a:xfrm>
        </p:grpSpPr>
        <p:grpSp>
          <p:nvGrpSpPr>
            <p:cNvPr id="8" name="Group 7">
              <a:extLst>
                <a:ext uri="{FF2B5EF4-FFF2-40B4-BE49-F238E27FC236}">
                  <a16:creationId xmlns:a16="http://schemas.microsoft.com/office/drawing/2014/main" id="{78004776-A6A3-ADCD-1330-E501171B9760}"/>
                </a:ext>
              </a:extLst>
            </p:cNvPr>
            <p:cNvGrpSpPr/>
            <p:nvPr/>
          </p:nvGrpSpPr>
          <p:grpSpPr>
            <a:xfrm>
              <a:off x="9470172" y="1930400"/>
              <a:ext cx="2569428" cy="2844298"/>
              <a:chOff x="9866900" y="1074899"/>
              <a:chExt cx="2213864" cy="2381344"/>
            </a:xfrm>
          </p:grpSpPr>
          <p:pic>
            <p:nvPicPr>
              <p:cNvPr id="6" name="Graphic 5" descr="Tag with solid fill">
                <a:extLst>
                  <a:ext uri="{FF2B5EF4-FFF2-40B4-BE49-F238E27FC236}">
                    <a16:creationId xmlns:a16="http://schemas.microsoft.com/office/drawing/2014/main" id="{27E1F379-D471-868F-F7DD-D4E3D075BF1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rot="2562165">
                <a:off x="9870964" y="1074899"/>
                <a:ext cx="2209800" cy="2209800"/>
              </a:xfrm>
              <a:prstGeom prst="rect">
                <a:avLst/>
              </a:prstGeom>
            </p:spPr>
          </p:pic>
          <p:pic>
            <p:nvPicPr>
              <p:cNvPr id="3" name="Graphic 2" descr="Label outline">
                <a:extLst>
                  <a:ext uri="{FF2B5EF4-FFF2-40B4-BE49-F238E27FC236}">
                    <a16:creationId xmlns:a16="http://schemas.microsoft.com/office/drawing/2014/main" id="{917287DE-5427-906C-BED0-524C1EFAE1E0}"/>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rot="2416268">
                <a:off x="9866900" y="1246443"/>
                <a:ext cx="2209800" cy="2209800"/>
              </a:xfrm>
              <a:prstGeom prst="rect">
                <a:avLst/>
              </a:prstGeom>
            </p:spPr>
          </p:pic>
        </p:grpSp>
        <p:grpSp>
          <p:nvGrpSpPr>
            <p:cNvPr id="9" name="Group 8">
              <a:extLst>
                <a:ext uri="{FF2B5EF4-FFF2-40B4-BE49-F238E27FC236}">
                  <a16:creationId xmlns:a16="http://schemas.microsoft.com/office/drawing/2014/main" id="{8EE90C34-033E-25EA-8093-A8CE073D1A43}"/>
                </a:ext>
              </a:extLst>
            </p:cNvPr>
            <p:cNvGrpSpPr/>
            <p:nvPr/>
          </p:nvGrpSpPr>
          <p:grpSpPr>
            <a:xfrm>
              <a:off x="8991889" y="2742446"/>
              <a:ext cx="2728405" cy="2815083"/>
              <a:chOff x="8942232" y="2742489"/>
              <a:chExt cx="2350841" cy="2356884"/>
            </a:xfrm>
          </p:grpSpPr>
          <p:pic>
            <p:nvPicPr>
              <p:cNvPr id="7" name="Graphic 6" descr="Tag with solid fill">
                <a:extLst>
                  <a:ext uri="{FF2B5EF4-FFF2-40B4-BE49-F238E27FC236}">
                    <a16:creationId xmlns:a16="http://schemas.microsoft.com/office/drawing/2014/main" id="{F6BA5BE2-555F-03C8-9325-66013A58CAC2}"/>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942232" y="2742489"/>
                <a:ext cx="2209800" cy="2209800"/>
              </a:xfrm>
              <a:prstGeom prst="rect">
                <a:avLst/>
              </a:prstGeom>
            </p:spPr>
          </p:pic>
          <p:pic>
            <p:nvPicPr>
              <p:cNvPr id="4" name="Graphic 3" descr="Label outline">
                <a:extLst>
                  <a:ext uri="{FF2B5EF4-FFF2-40B4-BE49-F238E27FC236}">
                    <a16:creationId xmlns:a16="http://schemas.microsoft.com/office/drawing/2014/main" id="{2A9D62A7-8581-CE55-81E5-4509D348E3BE}"/>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9083273" y="2889573"/>
                <a:ext cx="2209800" cy="2209800"/>
              </a:xfrm>
              <a:prstGeom prst="rect">
                <a:avLst/>
              </a:prstGeom>
            </p:spPr>
          </p:pic>
        </p:grpSp>
      </p:grpSp>
    </p:spTree>
    <p:extLst>
      <p:ext uri="{BB962C8B-B14F-4D97-AF65-F5344CB8AC3E}">
        <p14:creationId xmlns:p14="http://schemas.microsoft.com/office/powerpoint/2010/main" val="186789312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2531">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2531">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2531">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showMasterPhAnim="0">
  <p:cSld>
    <p:bg>
      <p:bgPr>
        <a:solidFill>
          <a:schemeClr val="bg1"/>
        </a:solidFill>
        <a:effectLst/>
      </p:bgPr>
    </p:bg>
    <p:spTree>
      <p:nvGrpSpPr>
        <p:cNvPr id="1" name=""/>
        <p:cNvGrpSpPr/>
        <p:nvPr/>
      </p:nvGrpSpPr>
      <p:grpSpPr>
        <a:xfrm>
          <a:off x="0" y="0"/>
          <a:ext cx="0" cy="0"/>
          <a:chOff x="0" y="0"/>
          <a:chExt cx="0" cy="0"/>
        </a:xfrm>
      </p:grpSpPr>
      <p:sp useBgFill="1">
        <p:nvSpPr>
          <p:cNvPr id="37900" name="Rectangle 37899">
            <a:extLst>
              <a:ext uri="{FF2B5EF4-FFF2-40B4-BE49-F238E27FC236}">
                <a16:creationId xmlns:a16="http://schemas.microsoft.com/office/drawing/2014/main" id="{8D1AA55E-40D5-461B-A5A8-4AE8AAB71B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venir"/>
              <a:ea typeface="+mn-ea"/>
              <a:cs typeface="+mn-cs"/>
            </a:endParaRPr>
          </a:p>
        </p:txBody>
      </p:sp>
      <p:sp>
        <p:nvSpPr>
          <p:cNvPr id="30722" name="Rectangle 2"/>
          <p:cNvSpPr>
            <a:spLocks noGrp="1" noChangeArrowheads="1"/>
          </p:cNvSpPr>
          <p:nvPr>
            <p:ph type="title"/>
          </p:nvPr>
        </p:nvSpPr>
        <p:spPr>
          <a:xfrm>
            <a:off x="838199" y="962036"/>
            <a:ext cx="9931401" cy="863284"/>
          </a:xfrm>
        </p:spPr>
        <p:txBody>
          <a:bodyPr vert="horz" lIns="91440" tIns="45720" rIns="91440" bIns="45720" rtlCol="0" anchor="b">
            <a:normAutofit fontScale="90000"/>
          </a:bodyPr>
          <a:lstStyle/>
          <a:p>
            <a:pPr>
              <a:defRPr/>
            </a:pPr>
            <a:r>
              <a:rPr lang="en-US" sz="4600" kern="1200" dirty="0">
                <a:latin typeface="+mj-lt"/>
                <a:ea typeface="+mj-ea"/>
                <a:cs typeface="+mj-cs"/>
              </a:rPr>
              <a:t>Exercise – </a:t>
            </a:r>
            <a:r>
              <a:rPr lang="en-US" kern="1200" dirty="0">
                <a:solidFill>
                  <a:schemeClr val="accent4">
                    <a:lumMod val="50000"/>
                  </a:schemeClr>
                </a:solidFill>
                <a:latin typeface="+mj-lt"/>
                <a:ea typeface="+mj-ea"/>
                <a:cs typeface="+mj-cs"/>
              </a:rPr>
              <a:t>Organizing Items Into Categories</a:t>
            </a:r>
          </a:p>
        </p:txBody>
      </p:sp>
      <p:cxnSp>
        <p:nvCxnSpPr>
          <p:cNvPr id="37902" name="Straight Connector 37901">
            <a:extLst>
              <a:ext uri="{FF2B5EF4-FFF2-40B4-BE49-F238E27FC236}">
                <a16:creationId xmlns:a16="http://schemas.microsoft.com/office/drawing/2014/main" id="{7EB498BD-8089-4626-91EA-4978EBEF535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806470"/>
            <a:ext cx="7903723" cy="0"/>
          </a:xfrm>
          <a:prstGeom prst="line">
            <a:avLst/>
          </a:prstGeom>
          <a:ln w="25400" cap="sq">
            <a:gradFill flip="none" rotWithShape="1">
              <a:gsLst>
                <a:gs pos="0">
                  <a:schemeClr val="accent1"/>
                </a:gs>
                <a:gs pos="100000">
                  <a:schemeClr val="accent2"/>
                </a:gs>
              </a:gsLst>
              <a:lin ang="10800000" scaled="0"/>
              <a:tileRect/>
            </a:gradFill>
            <a:bevel/>
          </a:ln>
        </p:spPr>
        <p:style>
          <a:lnRef idx="1">
            <a:schemeClr val="accent1"/>
          </a:lnRef>
          <a:fillRef idx="0">
            <a:schemeClr val="accent1"/>
          </a:fillRef>
          <a:effectRef idx="0">
            <a:schemeClr val="accent1"/>
          </a:effectRef>
          <a:fontRef idx="minor">
            <a:schemeClr val="tx1"/>
          </a:fontRef>
        </p:style>
      </p:cxnSp>
      <p:sp>
        <p:nvSpPr>
          <p:cNvPr id="37891" name="Rectangle 3"/>
          <p:cNvSpPr>
            <a:spLocks noGrp="1" noChangeArrowheads="1"/>
          </p:cNvSpPr>
          <p:nvPr>
            <p:ph idx="1"/>
          </p:nvPr>
        </p:nvSpPr>
        <p:spPr>
          <a:xfrm>
            <a:off x="864000" y="1968804"/>
            <a:ext cx="6190412" cy="505547"/>
          </a:xfrm>
        </p:spPr>
        <p:txBody>
          <a:bodyPr vert="horz" lIns="91440" tIns="45720" rIns="91440" bIns="45720" rtlCol="0" anchor="t">
            <a:noAutofit/>
          </a:bodyPr>
          <a:lstStyle/>
          <a:p>
            <a:pPr marL="0" indent="0">
              <a:spcAft>
                <a:spcPts val="300"/>
              </a:spcAft>
              <a:buNone/>
            </a:pPr>
            <a:r>
              <a:rPr lang="en-US" altLang="en-US" sz="2900" dirty="0">
                <a:solidFill>
                  <a:schemeClr val="tx1">
                    <a:alpha val="80000"/>
                  </a:schemeClr>
                </a:solidFill>
                <a:latin typeface="+mn-lt"/>
              </a:rPr>
              <a:t>Organize the following list of items:</a:t>
            </a:r>
          </a:p>
        </p:txBody>
      </p:sp>
      <p:pic>
        <p:nvPicPr>
          <p:cNvPr id="37895" name="Graphic 37894" descr="Mop and bucket">
            <a:extLst>
              <a:ext uri="{FF2B5EF4-FFF2-40B4-BE49-F238E27FC236}">
                <a16:creationId xmlns:a16="http://schemas.microsoft.com/office/drawing/2014/main" id="{87ECC4FE-9B98-6A57-B504-01ED43831C84}"/>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7572653" y="1980885"/>
            <a:ext cx="3548404" cy="3548404"/>
          </a:xfrm>
          <a:prstGeom prst="rect">
            <a:avLst/>
          </a:prstGeom>
        </p:spPr>
      </p:pic>
      <p:sp>
        <p:nvSpPr>
          <p:cNvPr id="37904" name="Graphic 11">
            <a:extLst>
              <a:ext uri="{FF2B5EF4-FFF2-40B4-BE49-F238E27FC236}">
                <a16:creationId xmlns:a16="http://schemas.microsoft.com/office/drawing/2014/main" id="{6CB927A4-E432-4310-9CD5-E89FF50631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924552" y="1899284"/>
            <a:ext cx="139039" cy="139039"/>
          </a:xfrm>
          <a:custGeom>
            <a:avLst/>
            <a:gdLst>
              <a:gd name="connsiteX0" fmla="*/ 129602 w 139039"/>
              <a:gd name="connsiteY0" fmla="*/ 60082 h 139039"/>
              <a:gd name="connsiteX1" fmla="*/ 78957 w 139039"/>
              <a:gd name="connsiteY1" fmla="*/ 60082 h 139039"/>
              <a:gd name="connsiteX2" fmla="*/ 78957 w 139039"/>
              <a:gd name="connsiteY2" fmla="*/ 9437 h 139039"/>
              <a:gd name="connsiteX3" fmla="*/ 69520 w 139039"/>
              <a:gd name="connsiteY3" fmla="*/ 0 h 139039"/>
              <a:gd name="connsiteX4" fmla="*/ 60082 w 139039"/>
              <a:gd name="connsiteY4" fmla="*/ 9437 h 139039"/>
              <a:gd name="connsiteX5" fmla="*/ 60082 w 139039"/>
              <a:gd name="connsiteY5" fmla="*/ 60082 h 139039"/>
              <a:gd name="connsiteX6" fmla="*/ 9437 w 139039"/>
              <a:gd name="connsiteY6" fmla="*/ 60082 h 139039"/>
              <a:gd name="connsiteX7" fmla="*/ 0 w 139039"/>
              <a:gd name="connsiteY7" fmla="*/ 69520 h 139039"/>
              <a:gd name="connsiteX8" fmla="*/ 9437 w 139039"/>
              <a:gd name="connsiteY8" fmla="*/ 78957 h 139039"/>
              <a:gd name="connsiteX9" fmla="*/ 60082 w 139039"/>
              <a:gd name="connsiteY9" fmla="*/ 78957 h 139039"/>
              <a:gd name="connsiteX10" fmla="*/ 60082 w 139039"/>
              <a:gd name="connsiteY10" fmla="*/ 129602 h 139039"/>
              <a:gd name="connsiteX11" fmla="*/ 69520 w 139039"/>
              <a:gd name="connsiteY11" fmla="*/ 139039 h 139039"/>
              <a:gd name="connsiteX12" fmla="*/ 78957 w 139039"/>
              <a:gd name="connsiteY12" fmla="*/ 129602 h 139039"/>
              <a:gd name="connsiteX13" fmla="*/ 78957 w 139039"/>
              <a:gd name="connsiteY13" fmla="*/ 78957 h 139039"/>
              <a:gd name="connsiteX14" fmla="*/ 129602 w 139039"/>
              <a:gd name="connsiteY14" fmla="*/ 78957 h 139039"/>
              <a:gd name="connsiteX15" fmla="*/ 139039 w 139039"/>
              <a:gd name="connsiteY15" fmla="*/ 69520 h 139039"/>
              <a:gd name="connsiteX16" fmla="*/ 129602 w 139039"/>
              <a:gd name="connsiteY16" fmla="*/ 60082 h 139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9039" h="139039">
                <a:moveTo>
                  <a:pt x="129602" y="60082"/>
                </a:moveTo>
                <a:lnTo>
                  <a:pt x="78957" y="60082"/>
                </a:lnTo>
                <a:lnTo>
                  <a:pt x="78957" y="9437"/>
                </a:lnTo>
                <a:cubicBezTo>
                  <a:pt x="78957" y="4225"/>
                  <a:pt x="74731" y="0"/>
                  <a:pt x="69520" y="0"/>
                </a:cubicBezTo>
                <a:cubicBezTo>
                  <a:pt x="64308" y="0"/>
                  <a:pt x="60082" y="4225"/>
                  <a:pt x="60082" y="9437"/>
                </a:cubicBezTo>
                <a:lnTo>
                  <a:pt x="60082" y="60082"/>
                </a:lnTo>
                <a:lnTo>
                  <a:pt x="9437" y="60082"/>
                </a:lnTo>
                <a:cubicBezTo>
                  <a:pt x="4225" y="60082"/>
                  <a:pt x="0" y="64308"/>
                  <a:pt x="0" y="69520"/>
                </a:cubicBezTo>
                <a:cubicBezTo>
                  <a:pt x="0" y="74731"/>
                  <a:pt x="4225" y="78957"/>
                  <a:pt x="9437" y="78957"/>
                </a:cubicBezTo>
                <a:lnTo>
                  <a:pt x="60082" y="78957"/>
                </a:lnTo>
                <a:lnTo>
                  <a:pt x="60082" y="129602"/>
                </a:lnTo>
                <a:cubicBezTo>
                  <a:pt x="60082" y="134814"/>
                  <a:pt x="64308" y="139039"/>
                  <a:pt x="69520" y="139039"/>
                </a:cubicBezTo>
                <a:cubicBezTo>
                  <a:pt x="74731" y="139039"/>
                  <a:pt x="78957" y="134814"/>
                  <a:pt x="78957" y="129602"/>
                </a:cubicBezTo>
                <a:lnTo>
                  <a:pt x="78957" y="78957"/>
                </a:lnTo>
                <a:lnTo>
                  <a:pt x="129602" y="78957"/>
                </a:lnTo>
                <a:cubicBezTo>
                  <a:pt x="134814" y="78957"/>
                  <a:pt x="139039" y="74731"/>
                  <a:pt x="139039" y="69520"/>
                </a:cubicBezTo>
                <a:cubicBezTo>
                  <a:pt x="139039" y="64308"/>
                  <a:pt x="134814" y="60082"/>
                  <a:pt x="129602" y="60082"/>
                </a:cubicBezTo>
                <a:close/>
              </a:path>
            </a:pathLst>
          </a:custGeom>
          <a:solidFill>
            <a:schemeClr val="accent1"/>
          </a:solidFill>
          <a:ln w="60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37906" name="Graphic 10">
            <a:extLst>
              <a:ext uri="{FF2B5EF4-FFF2-40B4-BE49-F238E27FC236}">
                <a16:creationId xmlns:a16="http://schemas.microsoft.com/office/drawing/2014/main" id="{E3020543-B24B-4EC4-8FFC-8DD88EEA91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36862" y="2189928"/>
            <a:ext cx="91138" cy="91138"/>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1"/>
          </a:solidFill>
          <a:ln w="422"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3" name="TextBox 2">
            <a:extLst>
              <a:ext uri="{FF2B5EF4-FFF2-40B4-BE49-F238E27FC236}">
                <a16:creationId xmlns:a16="http://schemas.microsoft.com/office/drawing/2014/main" id="{5817C120-7878-2143-CFC6-13452A2FEE26}"/>
              </a:ext>
            </a:extLst>
          </p:cNvPr>
          <p:cNvSpPr txBox="1"/>
          <p:nvPr/>
        </p:nvSpPr>
        <p:spPr>
          <a:xfrm>
            <a:off x="3739460" y="2617835"/>
            <a:ext cx="2762250" cy="1808187"/>
          </a:xfrm>
          <a:prstGeom prst="rect">
            <a:avLst/>
          </a:prstGeom>
          <a:noFill/>
        </p:spPr>
        <p:txBody>
          <a:bodyPr wrap="square">
            <a:spAutoFit/>
          </a:bodyPr>
          <a:lstStyle/>
          <a:p>
            <a:pPr marL="742813" marR="0" lvl="1" indent="-285750" algn="l" defTabSz="914400" rtl="0" eaLnBrk="1" fontAlgn="auto" latinLnBrk="0" hangingPunct="1">
              <a:lnSpc>
                <a:spcPct val="100000"/>
              </a:lnSpc>
              <a:spcBef>
                <a:spcPts val="0"/>
              </a:spcBef>
              <a:spcAft>
                <a:spcPts val="300"/>
              </a:spcAft>
              <a:buClrTx/>
              <a:buSzTx/>
              <a:buFont typeface="Arial" panose="020B0604020202020204" pitchFamily="34" charset="0"/>
              <a:buChar char="•"/>
              <a:tabLst/>
              <a:defRPr/>
            </a:pPr>
            <a:r>
              <a:rPr kumimoji="0" lang="en-US" altLang="en-US" sz="2600" b="0" i="0" u="none" strike="noStrike" kern="1200" cap="none" spc="0" normalizeH="0" baseline="0" noProof="0" dirty="0">
                <a:ln>
                  <a:noFill/>
                </a:ln>
                <a:solidFill>
                  <a:prstClr val="black">
                    <a:alpha val="80000"/>
                  </a:prstClr>
                </a:solidFill>
                <a:effectLst/>
                <a:uLnTx/>
                <a:uFillTx/>
                <a:latin typeface="Avenir"/>
                <a:ea typeface="+mn-ea"/>
                <a:cs typeface="+mn-cs"/>
              </a:rPr>
              <a:t>Kitchen</a:t>
            </a:r>
          </a:p>
          <a:p>
            <a:pPr marL="742813" marR="0" lvl="1" indent="-285750" algn="l" defTabSz="914400" rtl="0" eaLnBrk="1" fontAlgn="auto" latinLnBrk="0" hangingPunct="1">
              <a:lnSpc>
                <a:spcPct val="100000"/>
              </a:lnSpc>
              <a:spcBef>
                <a:spcPts val="0"/>
              </a:spcBef>
              <a:spcAft>
                <a:spcPts val="300"/>
              </a:spcAft>
              <a:buClrTx/>
              <a:buSzTx/>
              <a:buFont typeface="Arial" panose="020B0604020202020204" pitchFamily="34" charset="0"/>
              <a:buChar char="•"/>
              <a:tabLst/>
              <a:defRPr/>
            </a:pPr>
            <a:r>
              <a:rPr kumimoji="0" lang="en-US" altLang="en-US" sz="2600" b="0" i="0" u="none" strike="noStrike" kern="1200" cap="none" spc="0" normalizeH="0" baseline="0" noProof="0" dirty="0">
                <a:ln>
                  <a:noFill/>
                </a:ln>
                <a:solidFill>
                  <a:prstClr val="black">
                    <a:alpha val="80000"/>
                  </a:prstClr>
                </a:solidFill>
                <a:effectLst/>
                <a:uLnTx/>
                <a:uFillTx/>
                <a:latin typeface="Avenir"/>
                <a:ea typeface="+mn-ea"/>
                <a:cs typeface="+mn-cs"/>
              </a:rPr>
              <a:t>Milk</a:t>
            </a:r>
          </a:p>
          <a:p>
            <a:pPr marL="742813" marR="0" lvl="1" indent="-285750" algn="l" defTabSz="914400" rtl="0" eaLnBrk="1" fontAlgn="auto" latinLnBrk="0" hangingPunct="1">
              <a:lnSpc>
                <a:spcPct val="100000"/>
              </a:lnSpc>
              <a:spcBef>
                <a:spcPts val="0"/>
              </a:spcBef>
              <a:spcAft>
                <a:spcPts val="300"/>
              </a:spcAft>
              <a:buClrTx/>
              <a:buSzTx/>
              <a:buFont typeface="Arial" panose="020B0604020202020204" pitchFamily="34" charset="0"/>
              <a:buChar char="•"/>
              <a:tabLst/>
              <a:defRPr/>
            </a:pPr>
            <a:r>
              <a:rPr kumimoji="0" lang="en-US" altLang="en-US" sz="2600" b="0" i="0" u="none" strike="noStrike" kern="1200" cap="none" spc="0" normalizeH="0" baseline="0" noProof="0" dirty="0">
                <a:ln>
                  <a:noFill/>
                </a:ln>
                <a:solidFill>
                  <a:prstClr val="black">
                    <a:alpha val="80000"/>
                  </a:prstClr>
                </a:solidFill>
                <a:effectLst/>
                <a:uLnTx/>
                <a:uFillTx/>
                <a:latin typeface="Avenir"/>
                <a:ea typeface="+mn-ea"/>
                <a:cs typeface="+mn-cs"/>
              </a:rPr>
              <a:t>Bookshelf</a:t>
            </a:r>
          </a:p>
          <a:p>
            <a:pPr marL="742813" marR="0" lvl="1" indent="-285750" algn="l" defTabSz="914400" rtl="0" eaLnBrk="1" fontAlgn="auto" latinLnBrk="0" hangingPunct="1">
              <a:lnSpc>
                <a:spcPct val="100000"/>
              </a:lnSpc>
              <a:spcBef>
                <a:spcPts val="0"/>
              </a:spcBef>
              <a:spcAft>
                <a:spcPts val="300"/>
              </a:spcAft>
              <a:buClrTx/>
              <a:buSzTx/>
              <a:buFont typeface="Arial" panose="020B0604020202020204" pitchFamily="34" charset="0"/>
              <a:buChar char="•"/>
              <a:tabLst/>
              <a:defRPr/>
            </a:pPr>
            <a:r>
              <a:rPr kumimoji="0" lang="en-US" altLang="en-US" sz="2600" b="0" i="0" u="none" strike="noStrike" kern="1200" cap="none" spc="0" normalizeH="0" baseline="0" noProof="0" dirty="0">
                <a:ln>
                  <a:noFill/>
                </a:ln>
                <a:solidFill>
                  <a:prstClr val="black">
                    <a:alpha val="80000"/>
                  </a:prstClr>
                </a:solidFill>
                <a:effectLst/>
                <a:uLnTx/>
                <a:uFillTx/>
                <a:latin typeface="Avenir"/>
                <a:ea typeface="+mn-ea"/>
                <a:cs typeface="+mn-cs"/>
              </a:rPr>
              <a:t>Bedroom</a:t>
            </a:r>
          </a:p>
        </p:txBody>
      </p:sp>
      <p:sp>
        <p:nvSpPr>
          <p:cNvPr id="5" name="TextBox 4">
            <a:extLst>
              <a:ext uri="{FF2B5EF4-FFF2-40B4-BE49-F238E27FC236}">
                <a16:creationId xmlns:a16="http://schemas.microsoft.com/office/drawing/2014/main" id="{3982E851-4328-A16D-4322-E1EA12795AEF}"/>
              </a:ext>
            </a:extLst>
          </p:cNvPr>
          <p:cNvSpPr txBox="1"/>
          <p:nvPr/>
        </p:nvSpPr>
        <p:spPr>
          <a:xfrm>
            <a:off x="645944" y="2617835"/>
            <a:ext cx="3270250" cy="2246769"/>
          </a:xfrm>
          <a:prstGeom prst="rect">
            <a:avLst/>
          </a:prstGeom>
          <a:noFill/>
        </p:spPr>
        <p:txBody>
          <a:bodyPr wrap="square">
            <a:spAutoFit/>
          </a:bodyPr>
          <a:lstStyle/>
          <a:p>
            <a:pPr marL="742813" marR="0" lvl="1" indent="-285750" algn="l" defTabSz="914400" rtl="0" eaLnBrk="1" fontAlgn="auto" latinLnBrk="0" hangingPunct="1">
              <a:lnSpc>
                <a:spcPct val="100000"/>
              </a:lnSpc>
              <a:spcBef>
                <a:spcPts val="0"/>
              </a:spcBef>
              <a:spcAft>
                <a:spcPts val="300"/>
              </a:spcAft>
              <a:buClrTx/>
              <a:buSzTx/>
              <a:buFont typeface="Arial" panose="020B0604020202020204" pitchFamily="34" charset="0"/>
              <a:buChar char="•"/>
              <a:tabLst/>
              <a:defRPr/>
            </a:pPr>
            <a:r>
              <a:rPr kumimoji="0" lang="en-US" altLang="en-US" sz="2600" b="0" i="0" u="none" strike="noStrike" kern="1200" cap="none" spc="0" normalizeH="0" baseline="0" noProof="0" dirty="0">
                <a:ln>
                  <a:noFill/>
                </a:ln>
                <a:solidFill>
                  <a:prstClr val="black">
                    <a:alpha val="80000"/>
                  </a:prstClr>
                </a:solidFill>
                <a:effectLst/>
                <a:uLnTx/>
                <a:uFillTx/>
                <a:latin typeface="Avenir"/>
                <a:ea typeface="+mn-ea"/>
                <a:cs typeface="+mn-cs"/>
              </a:rPr>
              <a:t>Refrigerator</a:t>
            </a:r>
          </a:p>
          <a:p>
            <a:pPr marL="742813" marR="0" lvl="1" indent="-285750" algn="l" defTabSz="914400" rtl="0" eaLnBrk="1" fontAlgn="auto" latinLnBrk="0" hangingPunct="1">
              <a:lnSpc>
                <a:spcPct val="100000"/>
              </a:lnSpc>
              <a:spcBef>
                <a:spcPts val="0"/>
              </a:spcBef>
              <a:spcAft>
                <a:spcPts val="300"/>
              </a:spcAft>
              <a:buClrTx/>
              <a:buSzTx/>
              <a:buFont typeface="Arial" panose="020B0604020202020204" pitchFamily="34" charset="0"/>
              <a:buChar char="•"/>
              <a:tabLst/>
              <a:defRPr/>
            </a:pPr>
            <a:r>
              <a:rPr kumimoji="0" lang="en-US" altLang="en-US" sz="2600" b="0" i="0" u="none" strike="noStrike" kern="1200" cap="none" spc="0" normalizeH="0" baseline="0" noProof="0" dirty="0">
                <a:ln>
                  <a:noFill/>
                </a:ln>
                <a:solidFill>
                  <a:prstClr val="black">
                    <a:alpha val="80000"/>
                  </a:prstClr>
                </a:solidFill>
                <a:effectLst/>
                <a:uLnTx/>
                <a:uFillTx/>
                <a:latin typeface="Avenir"/>
                <a:ea typeface="+mn-ea"/>
                <a:cs typeface="+mn-cs"/>
              </a:rPr>
              <a:t>Socks</a:t>
            </a:r>
          </a:p>
          <a:p>
            <a:pPr marL="742813" marR="0" lvl="1" indent="-285750" algn="l" defTabSz="914400" rtl="0" eaLnBrk="1" fontAlgn="auto" latinLnBrk="0" hangingPunct="1">
              <a:lnSpc>
                <a:spcPct val="100000"/>
              </a:lnSpc>
              <a:spcBef>
                <a:spcPts val="0"/>
              </a:spcBef>
              <a:spcAft>
                <a:spcPts val="300"/>
              </a:spcAft>
              <a:buClrTx/>
              <a:buSzTx/>
              <a:buFont typeface="Arial" panose="020B0604020202020204" pitchFamily="34" charset="0"/>
              <a:buChar char="•"/>
              <a:tabLst/>
              <a:defRPr/>
            </a:pPr>
            <a:r>
              <a:rPr kumimoji="0" lang="en-US" altLang="en-US" sz="2600" b="0" i="0" u="none" strike="noStrike" kern="1200" cap="none" spc="0" normalizeH="0" baseline="0" noProof="0" dirty="0">
                <a:ln>
                  <a:noFill/>
                </a:ln>
                <a:solidFill>
                  <a:prstClr val="black">
                    <a:alpha val="80000"/>
                  </a:prstClr>
                </a:solidFill>
                <a:effectLst/>
                <a:uLnTx/>
                <a:uFillTx/>
                <a:latin typeface="Avenir"/>
                <a:ea typeface="+mn-ea"/>
                <a:cs typeface="+mn-cs"/>
              </a:rPr>
              <a:t>Dresser</a:t>
            </a:r>
          </a:p>
          <a:p>
            <a:pPr marL="742813" marR="0" lvl="1" indent="-285750" algn="l" defTabSz="914400" rtl="0" eaLnBrk="1" fontAlgn="auto" latinLnBrk="0" hangingPunct="1">
              <a:lnSpc>
                <a:spcPct val="100000"/>
              </a:lnSpc>
              <a:spcBef>
                <a:spcPts val="0"/>
              </a:spcBef>
              <a:spcAft>
                <a:spcPts val="300"/>
              </a:spcAft>
              <a:buClrTx/>
              <a:buSzTx/>
              <a:buFont typeface="Arial" panose="020B0604020202020204" pitchFamily="34" charset="0"/>
              <a:buChar char="•"/>
              <a:tabLst/>
              <a:defRPr/>
            </a:pPr>
            <a:r>
              <a:rPr kumimoji="0" lang="en-US" altLang="en-US" sz="2600" b="0" i="0" u="none" strike="noStrike" kern="1200" cap="none" spc="0" normalizeH="0" baseline="0" noProof="0" dirty="0">
                <a:ln>
                  <a:noFill/>
                </a:ln>
                <a:solidFill>
                  <a:prstClr val="black">
                    <a:alpha val="80000"/>
                  </a:prstClr>
                </a:solidFill>
                <a:effectLst/>
                <a:uLnTx/>
                <a:uFillTx/>
                <a:latin typeface="Avenir"/>
                <a:ea typeface="+mn-ea"/>
                <a:cs typeface="+mn-cs"/>
              </a:rPr>
              <a:t>Living room</a:t>
            </a:r>
          </a:p>
          <a:p>
            <a:pPr marL="742813" marR="0" lvl="1" indent="-285750" algn="l" defTabSz="914400" rtl="0" eaLnBrk="1" fontAlgn="auto" latinLnBrk="0" hangingPunct="1">
              <a:lnSpc>
                <a:spcPct val="100000"/>
              </a:lnSpc>
              <a:spcBef>
                <a:spcPts val="0"/>
              </a:spcBef>
              <a:spcAft>
                <a:spcPts val="300"/>
              </a:spcAft>
              <a:buClrTx/>
              <a:buSzTx/>
              <a:buFont typeface="Arial" panose="020B0604020202020204" pitchFamily="34" charset="0"/>
              <a:buChar char="•"/>
              <a:tabLst/>
              <a:defRPr/>
            </a:pPr>
            <a:r>
              <a:rPr kumimoji="0" lang="en-US" altLang="en-US" sz="2600" b="0" i="0" u="none" strike="noStrike" kern="1200" cap="none" spc="0" normalizeH="0" baseline="0" noProof="0" dirty="0">
                <a:ln>
                  <a:noFill/>
                </a:ln>
                <a:solidFill>
                  <a:prstClr val="black">
                    <a:alpha val="80000"/>
                  </a:prstClr>
                </a:solidFill>
                <a:effectLst/>
                <a:uLnTx/>
                <a:uFillTx/>
                <a:latin typeface="Avenir"/>
                <a:ea typeface="+mn-ea"/>
                <a:cs typeface="+mn-cs"/>
              </a:rPr>
              <a:t>Dictionary</a:t>
            </a:r>
          </a:p>
        </p:txBody>
      </p:sp>
    </p:spTree>
    <p:extLst>
      <p:ext uri="{BB962C8B-B14F-4D97-AF65-F5344CB8AC3E}">
        <p14:creationId xmlns:p14="http://schemas.microsoft.com/office/powerpoint/2010/main" val="29661963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7891">
                                            <p:txEl>
                                              <p:pRg st="0" end="0"/>
                                            </p:txEl>
                                          </p:spTgt>
                                        </p:tgtEl>
                                        <p:attrNameLst>
                                          <p:attrName>style.visibility</p:attrName>
                                        </p:attrNameLst>
                                      </p:cBhvr>
                                      <p:to>
                                        <p:strVal val="visible"/>
                                      </p:to>
                                    </p:set>
                                    <p:animEffect transition="in" filter="fade">
                                      <p:cBhvr>
                                        <p:cTn id="7" dur="500"/>
                                        <p:tgtEl>
                                          <p:spTgt spid="37891">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7891"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showMasterPhAnim="0">
  <p:cSld>
    <p:bg>
      <p:bgPr>
        <a:solidFill>
          <a:schemeClr val="bg1"/>
        </a:solidFill>
        <a:effectLst/>
      </p:bgPr>
    </p:bg>
    <p:spTree>
      <p:nvGrpSpPr>
        <p:cNvPr id="1" name="">
          <a:extLst>
            <a:ext uri="{FF2B5EF4-FFF2-40B4-BE49-F238E27FC236}">
              <a16:creationId xmlns:a16="http://schemas.microsoft.com/office/drawing/2014/main" id="{BEE304C6-9F09-6D59-4B35-B3CD252091BB}"/>
            </a:ext>
          </a:extLst>
        </p:cNvPr>
        <p:cNvGrpSpPr/>
        <p:nvPr/>
      </p:nvGrpSpPr>
      <p:grpSpPr>
        <a:xfrm>
          <a:off x="0" y="0"/>
          <a:ext cx="0" cy="0"/>
          <a:chOff x="0" y="0"/>
          <a:chExt cx="0" cy="0"/>
        </a:xfrm>
      </p:grpSpPr>
      <p:sp useBgFill="1">
        <p:nvSpPr>
          <p:cNvPr id="37900" name="Rectangle 37899">
            <a:extLst>
              <a:ext uri="{FF2B5EF4-FFF2-40B4-BE49-F238E27FC236}">
                <a16:creationId xmlns:a16="http://schemas.microsoft.com/office/drawing/2014/main" id="{75554570-2332-A6BA-D4A0-893796BA666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venir"/>
              <a:ea typeface="+mn-ea"/>
              <a:cs typeface="+mn-cs"/>
            </a:endParaRPr>
          </a:p>
        </p:txBody>
      </p:sp>
      <p:sp>
        <p:nvSpPr>
          <p:cNvPr id="30722" name="Rectangle 2">
            <a:extLst>
              <a:ext uri="{FF2B5EF4-FFF2-40B4-BE49-F238E27FC236}">
                <a16:creationId xmlns:a16="http://schemas.microsoft.com/office/drawing/2014/main" id="{BB5B6848-6B0D-B435-6401-58E36C17315A}"/>
              </a:ext>
            </a:extLst>
          </p:cNvPr>
          <p:cNvSpPr>
            <a:spLocks noGrp="1" noChangeArrowheads="1"/>
          </p:cNvSpPr>
          <p:nvPr>
            <p:ph type="title"/>
          </p:nvPr>
        </p:nvSpPr>
        <p:spPr>
          <a:xfrm>
            <a:off x="838200" y="962036"/>
            <a:ext cx="6155988" cy="863284"/>
          </a:xfrm>
        </p:spPr>
        <p:txBody>
          <a:bodyPr vert="horz" lIns="91440" tIns="45720" rIns="91440" bIns="45720" rtlCol="0" anchor="b">
            <a:normAutofit/>
          </a:bodyPr>
          <a:lstStyle/>
          <a:p>
            <a:pPr>
              <a:defRPr/>
            </a:pPr>
            <a:r>
              <a:rPr lang="en-US" kern="1200" dirty="0">
                <a:latin typeface="+mj-lt"/>
                <a:ea typeface="+mj-ea"/>
                <a:cs typeface="+mj-cs"/>
              </a:rPr>
              <a:t>Many Ways to Organize</a:t>
            </a:r>
          </a:p>
        </p:txBody>
      </p:sp>
      <p:cxnSp>
        <p:nvCxnSpPr>
          <p:cNvPr id="37902" name="Straight Connector 37901">
            <a:extLst>
              <a:ext uri="{FF2B5EF4-FFF2-40B4-BE49-F238E27FC236}">
                <a16:creationId xmlns:a16="http://schemas.microsoft.com/office/drawing/2014/main" id="{47AD64DB-3F8C-754E-9F17-9E779CBAEFD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806470"/>
            <a:ext cx="7903723" cy="0"/>
          </a:xfrm>
          <a:prstGeom prst="line">
            <a:avLst/>
          </a:prstGeom>
          <a:ln w="25400" cap="sq">
            <a:gradFill flip="none" rotWithShape="1">
              <a:gsLst>
                <a:gs pos="0">
                  <a:schemeClr val="accent1"/>
                </a:gs>
                <a:gs pos="100000">
                  <a:schemeClr val="accent2"/>
                </a:gs>
              </a:gsLst>
              <a:lin ang="10800000" scaled="0"/>
              <a:tileRect/>
            </a:gradFill>
            <a:bevel/>
          </a:ln>
        </p:spPr>
        <p:style>
          <a:lnRef idx="1">
            <a:schemeClr val="accent1"/>
          </a:lnRef>
          <a:fillRef idx="0">
            <a:schemeClr val="accent1"/>
          </a:fillRef>
          <a:effectRef idx="0">
            <a:schemeClr val="accent1"/>
          </a:effectRef>
          <a:fontRef idx="minor">
            <a:schemeClr val="tx1"/>
          </a:fontRef>
        </p:style>
      </p:cxnSp>
      <p:sp>
        <p:nvSpPr>
          <p:cNvPr id="37904" name="Graphic 11">
            <a:extLst>
              <a:ext uri="{FF2B5EF4-FFF2-40B4-BE49-F238E27FC236}">
                <a16:creationId xmlns:a16="http://schemas.microsoft.com/office/drawing/2014/main" id="{86610A76-C54E-9326-0FFD-EFAB01E80B8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924552" y="1899284"/>
            <a:ext cx="139039" cy="139039"/>
          </a:xfrm>
          <a:custGeom>
            <a:avLst/>
            <a:gdLst>
              <a:gd name="connsiteX0" fmla="*/ 129602 w 139039"/>
              <a:gd name="connsiteY0" fmla="*/ 60082 h 139039"/>
              <a:gd name="connsiteX1" fmla="*/ 78957 w 139039"/>
              <a:gd name="connsiteY1" fmla="*/ 60082 h 139039"/>
              <a:gd name="connsiteX2" fmla="*/ 78957 w 139039"/>
              <a:gd name="connsiteY2" fmla="*/ 9437 h 139039"/>
              <a:gd name="connsiteX3" fmla="*/ 69520 w 139039"/>
              <a:gd name="connsiteY3" fmla="*/ 0 h 139039"/>
              <a:gd name="connsiteX4" fmla="*/ 60082 w 139039"/>
              <a:gd name="connsiteY4" fmla="*/ 9437 h 139039"/>
              <a:gd name="connsiteX5" fmla="*/ 60082 w 139039"/>
              <a:gd name="connsiteY5" fmla="*/ 60082 h 139039"/>
              <a:gd name="connsiteX6" fmla="*/ 9437 w 139039"/>
              <a:gd name="connsiteY6" fmla="*/ 60082 h 139039"/>
              <a:gd name="connsiteX7" fmla="*/ 0 w 139039"/>
              <a:gd name="connsiteY7" fmla="*/ 69520 h 139039"/>
              <a:gd name="connsiteX8" fmla="*/ 9437 w 139039"/>
              <a:gd name="connsiteY8" fmla="*/ 78957 h 139039"/>
              <a:gd name="connsiteX9" fmla="*/ 60082 w 139039"/>
              <a:gd name="connsiteY9" fmla="*/ 78957 h 139039"/>
              <a:gd name="connsiteX10" fmla="*/ 60082 w 139039"/>
              <a:gd name="connsiteY10" fmla="*/ 129602 h 139039"/>
              <a:gd name="connsiteX11" fmla="*/ 69520 w 139039"/>
              <a:gd name="connsiteY11" fmla="*/ 139039 h 139039"/>
              <a:gd name="connsiteX12" fmla="*/ 78957 w 139039"/>
              <a:gd name="connsiteY12" fmla="*/ 129602 h 139039"/>
              <a:gd name="connsiteX13" fmla="*/ 78957 w 139039"/>
              <a:gd name="connsiteY13" fmla="*/ 78957 h 139039"/>
              <a:gd name="connsiteX14" fmla="*/ 129602 w 139039"/>
              <a:gd name="connsiteY14" fmla="*/ 78957 h 139039"/>
              <a:gd name="connsiteX15" fmla="*/ 139039 w 139039"/>
              <a:gd name="connsiteY15" fmla="*/ 69520 h 139039"/>
              <a:gd name="connsiteX16" fmla="*/ 129602 w 139039"/>
              <a:gd name="connsiteY16" fmla="*/ 60082 h 139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9039" h="139039">
                <a:moveTo>
                  <a:pt x="129602" y="60082"/>
                </a:moveTo>
                <a:lnTo>
                  <a:pt x="78957" y="60082"/>
                </a:lnTo>
                <a:lnTo>
                  <a:pt x="78957" y="9437"/>
                </a:lnTo>
                <a:cubicBezTo>
                  <a:pt x="78957" y="4225"/>
                  <a:pt x="74731" y="0"/>
                  <a:pt x="69520" y="0"/>
                </a:cubicBezTo>
                <a:cubicBezTo>
                  <a:pt x="64308" y="0"/>
                  <a:pt x="60082" y="4225"/>
                  <a:pt x="60082" y="9437"/>
                </a:cubicBezTo>
                <a:lnTo>
                  <a:pt x="60082" y="60082"/>
                </a:lnTo>
                <a:lnTo>
                  <a:pt x="9437" y="60082"/>
                </a:lnTo>
                <a:cubicBezTo>
                  <a:pt x="4225" y="60082"/>
                  <a:pt x="0" y="64308"/>
                  <a:pt x="0" y="69520"/>
                </a:cubicBezTo>
                <a:cubicBezTo>
                  <a:pt x="0" y="74731"/>
                  <a:pt x="4225" y="78957"/>
                  <a:pt x="9437" y="78957"/>
                </a:cubicBezTo>
                <a:lnTo>
                  <a:pt x="60082" y="78957"/>
                </a:lnTo>
                <a:lnTo>
                  <a:pt x="60082" y="129602"/>
                </a:lnTo>
                <a:cubicBezTo>
                  <a:pt x="60082" y="134814"/>
                  <a:pt x="64308" y="139039"/>
                  <a:pt x="69520" y="139039"/>
                </a:cubicBezTo>
                <a:cubicBezTo>
                  <a:pt x="74731" y="139039"/>
                  <a:pt x="78957" y="134814"/>
                  <a:pt x="78957" y="129602"/>
                </a:cubicBezTo>
                <a:lnTo>
                  <a:pt x="78957" y="78957"/>
                </a:lnTo>
                <a:lnTo>
                  <a:pt x="129602" y="78957"/>
                </a:lnTo>
                <a:cubicBezTo>
                  <a:pt x="134814" y="78957"/>
                  <a:pt x="139039" y="74731"/>
                  <a:pt x="139039" y="69520"/>
                </a:cubicBezTo>
                <a:cubicBezTo>
                  <a:pt x="139039" y="64308"/>
                  <a:pt x="134814" y="60082"/>
                  <a:pt x="129602" y="60082"/>
                </a:cubicBezTo>
                <a:close/>
              </a:path>
            </a:pathLst>
          </a:custGeom>
          <a:solidFill>
            <a:schemeClr val="accent1"/>
          </a:solidFill>
          <a:ln w="603"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37906" name="Graphic 10">
            <a:extLst>
              <a:ext uri="{FF2B5EF4-FFF2-40B4-BE49-F238E27FC236}">
                <a16:creationId xmlns:a16="http://schemas.microsoft.com/office/drawing/2014/main" id="{33BD8BF6-368B-5599-8EC4-9ABC688D5E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36862" y="2189928"/>
            <a:ext cx="91138" cy="91138"/>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1"/>
          </a:solidFill>
          <a:ln w="422"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6" name="Rectangle 3">
            <a:extLst>
              <a:ext uri="{FF2B5EF4-FFF2-40B4-BE49-F238E27FC236}">
                <a16:creationId xmlns:a16="http://schemas.microsoft.com/office/drawing/2014/main" id="{DAB7DD9C-9E31-7B44-E15E-38D5C001DE85}"/>
              </a:ext>
            </a:extLst>
          </p:cNvPr>
          <p:cNvSpPr>
            <a:spLocks noGrp="1" noChangeArrowheads="1"/>
          </p:cNvSpPr>
          <p:nvPr>
            <p:ph idx="1"/>
          </p:nvPr>
        </p:nvSpPr>
        <p:spPr>
          <a:xfrm>
            <a:off x="6844939" y="2334405"/>
            <a:ext cx="3821086" cy="589916"/>
          </a:xfrm>
        </p:spPr>
        <p:txBody>
          <a:bodyPr rtlCol="0">
            <a:normAutofit/>
          </a:bodyPr>
          <a:lstStyle/>
          <a:p>
            <a:pPr marL="0" indent="0">
              <a:buNone/>
              <a:defRPr/>
            </a:pPr>
            <a:r>
              <a:rPr lang="en-US" dirty="0">
                <a:solidFill>
                  <a:schemeClr val="accent4">
                    <a:lumMod val="50000"/>
                  </a:schemeClr>
                </a:solidFill>
              </a:rPr>
              <a:t>Simple alphabetic list?</a:t>
            </a:r>
          </a:p>
        </p:txBody>
      </p:sp>
      <p:grpSp>
        <p:nvGrpSpPr>
          <p:cNvPr id="22" name="Group 21">
            <a:extLst>
              <a:ext uri="{FF2B5EF4-FFF2-40B4-BE49-F238E27FC236}">
                <a16:creationId xmlns:a16="http://schemas.microsoft.com/office/drawing/2014/main" id="{01967E51-3160-D13E-ABFF-053F340C01D4}"/>
              </a:ext>
            </a:extLst>
          </p:cNvPr>
          <p:cNvGrpSpPr/>
          <p:nvPr/>
        </p:nvGrpSpPr>
        <p:grpSpPr>
          <a:xfrm>
            <a:off x="841082" y="2042801"/>
            <a:ext cx="5928018" cy="1661993"/>
            <a:chOff x="841082" y="2042801"/>
            <a:chExt cx="5928018" cy="1661993"/>
          </a:xfrm>
        </p:grpSpPr>
        <p:sp>
          <p:nvSpPr>
            <p:cNvPr id="9" name="TextBox 8">
              <a:extLst>
                <a:ext uri="{FF2B5EF4-FFF2-40B4-BE49-F238E27FC236}">
                  <a16:creationId xmlns:a16="http://schemas.microsoft.com/office/drawing/2014/main" id="{1C206244-35C5-F3AD-7477-4F4D809BE18B}"/>
                </a:ext>
              </a:extLst>
            </p:cNvPr>
            <p:cNvSpPr txBox="1"/>
            <p:nvPr/>
          </p:nvSpPr>
          <p:spPr>
            <a:xfrm>
              <a:off x="995194" y="2042801"/>
              <a:ext cx="5773906" cy="1661993"/>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0" i="0" u="none" strike="noStrike" kern="1200" cap="none" spc="0" normalizeH="0" baseline="0" noProof="0" dirty="0">
                  <a:ln>
                    <a:noFill/>
                  </a:ln>
                  <a:solidFill>
                    <a:srgbClr val="4A3ED0"/>
                  </a:solidFill>
                  <a:effectLst/>
                  <a:uLnTx/>
                  <a:uFillTx/>
                  <a:latin typeface="Avenir"/>
                  <a:ea typeface="+mn-ea"/>
                  <a:cs typeface="+mn-cs"/>
                </a:rPr>
                <a:t>By size:</a:t>
              </a:r>
            </a:p>
            <a:p>
              <a:pPr marL="457200" marR="0" lvl="1"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venir"/>
                  <a:ea typeface="+mn-ea"/>
                  <a:cs typeface="+mn-cs"/>
                </a:rPr>
                <a:t>Large:  kitchen, bedroom, living room</a:t>
              </a:r>
            </a:p>
            <a:p>
              <a:pPr marL="457200" marR="0" lvl="1"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venir"/>
                  <a:ea typeface="+mn-ea"/>
                  <a:cs typeface="+mn-cs"/>
                </a:rPr>
                <a:t>Medium:  bookshelf, refrigerator, dresser</a:t>
              </a:r>
            </a:p>
            <a:p>
              <a:pPr marL="457200" marR="0" lvl="1"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venir"/>
                  <a:ea typeface="+mn-ea"/>
                  <a:cs typeface="+mn-cs"/>
                </a:rPr>
                <a:t>Small:  socks, dictionary, milk</a:t>
              </a:r>
            </a:p>
          </p:txBody>
        </p:sp>
        <p:pic>
          <p:nvPicPr>
            <p:cNvPr id="13" name="Graphic 12" descr="Maximize with solid fill">
              <a:extLst>
                <a:ext uri="{FF2B5EF4-FFF2-40B4-BE49-F238E27FC236}">
                  <a16:creationId xmlns:a16="http://schemas.microsoft.com/office/drawing/2014/main" id="{CCAF184C-218C-A49D-668D-4B7583DE27A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41082" y="2771051"/>
              <a:ext cx="589916" cy="589916"/>
            </a:xfrm>
            <a:prstGeom prst="rect">
              <a:avLst/>
            </a:prstGeom>
          </p:spPr>
        </p:pic>
      </p:grpSp>
      <p:grpSp>
        <p:nvGrpSpPr>
          <p:cNvPr id="24" name="Group 23">
            <a:extLst>
              <a:ext uri="{FF2B5EF4-FFF2-40B4-BE49-F238E27FC236}">
                <a16:creationId xmlns:a16="http://schemas.microsoft.com/office/drawing/2014/main" id="{8389E893-D09F-4C0F-FFD9-40A8EA0B5825}"/>
              </a:ext>
            </a:extLst>
          </p:cNvPr>
          <p:cNvGrpSpPr/>
          <p:nvPr/>
        </p:nvGrpSpPr>
        <p:grpSpPr>
          <a:xfrm>
            <a:off x="838200" y="4278487"/>
            <a:ext cx="5257800" cy="1661993"/>
            <a:chOff x="838200" y="4278487"/>
            <a:chExt cx="5257800" cy="1661993"/>
          </a:xfrm>
        </p:grpSpPr>
        <p:sp>
          <p:nvSpPr>
            <p:cNvPr id="11" name="TextBox 10">
              <a:extLst>
                <a:ext uri="{FF2B5EF4-FFF2-40B4-BE49-F238E27FC236}">
                  <a16:creationId xmlns:a16="http://schemas.microsoft.com/office/drawing/2014/main" id="{3405AD71-4F60-4C1D-B12C-CCC7588D1FD6}"/>
                </a:ext>
              </a:extLst>
            </p:cNvPr>
            <p:cNvSpPr txBox="1"/>
            <p:nvPr/>
          </p:nvSpPr>
          <p:spPr>
            <a:xfrm>
              <a:off x="938383" y="4278487"/>
              <a:ext cx="5157617" cy="1661993"/>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0" i="0" u="none" strike="noStrike" kern="1200" cap="none" spc="0" normalizeH="0" baseline="0" noProof="0" dirty="0">
                  <a:ln>
                    <a:noFill/>
                  </a:ln>
                  <a:solidFill>
                    <a:srgbClr val="FF5DBA">
                      <a:lumMod val="50000"/>
                    </a:srgbClr>
                  </a:solidFill>
                  <a:effectLst/>
                  <a:uLnTx/>
                  <a:uFillTx/>
                  <a:latin typeface="Avenir"/>
                  <a:ea typeface="+mn-ea"/>
                  <a:cs typeface="+mn-cs"/>
                </a:rPr>
                <a:t>By exact location:</a:t>
              </a:r>
            </a:p>
            <a:p>
              <a:pPr marL="457200" marR="0" lvl="1"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E8E8E8">
                      <a:lumMod val="25000"/>
                    </a:srgbClr>
                  </a:solidFill>
                  <a:effectLst/>
                  <a:uLnTx/>
                  <a:uFillTx/>
                  <a:latin typeface="Avenir"/>
                  <a:ea typeface="+mn-ea"/>
                  <a:cs typeface="+mn-cs"/>
                </a:rPr>
                <a:t>Kitchen &gt; refrigerator &gt; milk</a:t>
              </a:r>
            </a:p>
            <a:p>
              <a:pPr marL="457200" marR="0" lvl="1"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E8E8E8">
                      <a:lumMod val="25000"/>
                    </a:srgbClr>
                  </a:solidFill>
                  <a:effectLst/>
                  <a:uLnTx/>
                  <a:uFillTx/>
                  <a:latin typeface="Avenir"/>
                  <a:ea typeface="+mn-ea"/>
                  <a:cs typeface="+mn-cs"/>
                </a:rPr>
                <a:t>Living room: bookshelf &gt; dictionary</a:t>
              </a:r>
            </a:p>
            <a:p>
              <a:pPr marL="457200" marR="0" lvl="1"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E8E8E8">
                      <a:lumMod val="25000"/>
                    </a:srgbClr>
                  </a:solidFill>
                  <a:effectLst/>
                  <a:uLnTx/>
                  <a:uFillTx/>
                  <a:latin typeface="Avenir"/>
                  <a:ea typeface="+mn-ea"/>
                  <a:cs typeface="+mn-cs"/>
                </a:rPr>
                <a:t>Bedroom: dresser &gt; socks</a:t>
              </a:r>
            </a:p>
          </p:txBody>
        </p:sp>
        <p:pic>
          <p:nvPicPr>
            <p:cNvPr id="14" name="Graphic 13" descr="Marker with solid fill">
              <a:extLst>
                <a:ext uri="{FF2B5EF4-FFF2-40B4-BE49-F238E27FC236}">
                  <a16:creationId xmlns:a16="http://schemas.microsoft.com/office/drawing/2014/main" id="{9D9B976F-B5D9-473A-3F14-DE63C0C0E2BF}"/>
                </a:ext>
              </a:extLst>
            </p:cNvPr>
            <p:cNvPicPr>
              <a:picLocks noChangeAspect="1"/>
            </p:cNvPicPr>
            <p:nvPr/>
          </p:nvPicPr>
          <p:blipFill>
            <a:blip r:embed="rId5">
              <a:extLst>
                <a:ext uri="{96DAC541-7B7A-43D3-8B79-37D633B846F1}">
                  <asvg:svgBlip xmlns:asvg="http://schemas.microsoft.com/office/drawing/2016/SVG/main" r:embed="rId6"/>
                </a:ext>
              </a:extLst>
            </a:blip>
            <a:srcRect/>
            <a:stretch/>
          </p:blipFill>
          <p:spPr>
            <a:xfrm>
              <a:off x="838200" y="5042171"/>
              <a:ext cx="589916" cy="589916"/>
            </a:xfrm>
            <a:prstGeom prst="rect">
              <a:avLst/>
            </a:prstGeom>
          </p:spPr>
        </p:pic>
      </p:grpSp>
      <p:grpSp>
        <p:nvGrpSpPr>
          <p:cNvPr id="23" name="Group 22">
            <a:extLst>
              <a:ext uri="{FF2B5EF4-FFF2-40B4-BE49-F238E27FC236}">
                <a16:creationId xmlns:a16="http://schemas.microsoft.com/office/drawing/2014/main" id="{2F10415B-ADEC-B174-9F8A-4679C3F9B02C}"/>
              </a:ext>
            </a:extLst>
          </p:cNvPr>
          <p:cNvGrpSpPr/>
          <p:nvPr/>
        </p:nvGrpSpPr>
        <p:grpSpPr>
          <a:xfrm>
            <a:off x="6328610" y="3646519"/>
            <a:ext cx="5036432" cy="1931646"/>
            <a:chOff x="6328610" y="3646519"/>
            <a:chExt cx="5036432" cy="1931646"/>
          </a:xfrm>
        </p:grpSpPr>
        <p:sp>
          <p:nvSpPr>
            <p:cNvPr id="7" name="Rectangle 3">
              <a:extLst>
                <a:ext uri="{FF2B5EF4-FFF2-40B4-BE49-F238E27FC236}">
                  <a16:creationId xmlns:a16="http://schemas.microsoft.com/office/drawing/2014/main" id="{9939B8C2-817A-F030-95A3-D69DEC10E56D}"/>
                </a:ext>
              </a:extLst>
            </p:cNvPr>
            <p:cNvSpPr txBox="1">
              <a:spLocks noChangeArrowheads="1"/>
            </p:cNvSpPr>
            <p:nvPr/>
          </p:nvSpPr>
          <p:spPr>
            <a:xfrm>
              <a:off x="6415184" y="3646519"/>
              <a:ext cx="4949858" cy="193164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3000" b="0" i="0" u="none" strike="noStrike" kern="1200" cap="none" spc="0" normalizeH="0" baseline="0" noProof="0" dirty="0">
                  <a:ln>
                    <a:noFill/>
                  </a:ln>
                  <a:solidFill>
                    <a:srgbClr val="9B8BBD">
                      <a:lumMod val="75000"/>
                    </a:srgbClr>
                  </a:solidFill>
                  <a:effectLst/>
                  <a:uLnTx/>
                  <a:uFillTx/>
                  <a:latin typeface="Avenir"/>
                  <a:ea typeface="+mn-ea"/>
                  <a:cs typeface="+mn-cs"/>
                </a:rPr>
                <a:t>By room:</a:t>
              </a:r>
            </a:p>
            <a:p>
              <a:pPr marL="457200" marR="0" lvl="1" indent="0" algn="l" defTabSz="914400" rtl="0" eaLnBrk="1" fontAlgn="auto" latinLnBrk="0" hangingPunct="1">
                <a:lnSpc>
                  <a:spcPct val="90000"/>
                </a:lnSpc>
                <a:spcBef>
                  <a:spcPts val="500"/>
                </a:spcBef>
                <a:spcAft>
                  <a:spcPts val="0"/>
                </a:spcAft>
                <a:buClrTx/>
                <a:buSzTx/>
                <a:buFont typeface="Arial" panose="020B0604020202020204" pitchFamily="34" charset="0"/>
                <a:buNone/>
                <a:tabLst/>
                <a:defRPr/>
              </a:pPr>
              <a:r>
                <a:rPr kumimoji="0" lang="en-US" sz="2400" b="0" i="0" u="none" strike="noStrike" kern="1200" cap="none" spc="0" normalizeH="0" baseline="0" noProof="0" dirty="0">
                  <a:ln>
                    <a:noFill/>
                  </a:ln>
                  <a:solidFill>
                    <a:srgbClr val="E8E8E8">
                      <a:lumMod val="25000"/>
                    </a:srgbClr>
                  </a:solidFill>
                  <a:effectLst/>
                  <a:uLnTx/>
                  <a:uFillTx/>
                  <a:latin typeface="Avenir"/>
                  <a:ea typeface="+mn-ea"/>
                  <a:cs typeface="+mn-cs"/>
                </a:rPr>
                <a:t>Kitchen:  refrigerator, milk</a:t>
              </a:r>
            </a:p>
            <a:p>
              <a:pPr marL="457200" marR="0" lvl="1" indent="0" algn="l" defTabSz="914400" rtl="0" eaLnBrk="1" fontAlgn="auto" latinLnBrk="0" hangingPunct="1">
                <a:lnSpc>
                  <a:spcPct val="90000"/>
                </a:lnSpc>
                <a:spcBef>
                  <a:spcPts val="500"/>
                </a:spcBef>
                <a:spcAft>
                  <a:spcPts val="0"/>
                </a:spcAft>
                <a:buClrTx/>
                <a:buSzTx/>
                <a:buFont typeface="Arial" panose="020B0604020202020204" pitchFamily="34" charset="0"/>
                <a:buNone/>
                <a:tabLst/>
                <a:defRPr/>
              </a:pPr>
              <a:r>
                <a:rPr kumimoji="0" lang="en-US" sz="2400" b="0" i="0" u="none" strike="noStrike" kern="1200" cap="none" spc="0" normalizeH="0" baseline="0" noProof="0" dirty="0">
                  <a:ln>
                    <a:noFill/>
                  </a:ln>
                  <a:solidFill>
                    <a:srgbClr val="E8E8E8">
                      <a:lumMod val="25000"/>
                    </a:srgbClr>
                  </a:solidFill>
                  <a:effectLst/>
                  <a:uLnTx/>
                  <a:uFillTx/>
                  <a:latin typeface="Avenir"/>
                  <a:ea typeface="+mn-ea"/>
                  <a:cs typeface="+mn-cs"/>
                </a:rPr>
                <a:t>Living Room:  dictionary, bookshelf</a:t>
              </a:r>
            </a:p>
            <a:p>
              <a:pPr marL="457200" marR="0" lvl="1" indent="0" algn="l" defTabSz="914400" rtl="0" eaLnBrk="1" fontAlgn="auto" latinLnBrk="0" hangingPunct="1">
                <a:lnSpc>
                  <a:spcPct val="90000"/>
                </a:lnSpc>
                <a:spcBef>
                  <a:spcPts val="500"/>
                </a:spcBef>
                <a:spcAft>
                  <a:spcPts val="0"/>
                </a:spcAft>
                <a:buClrTx/>
                <a:buSzTx/>
                <a:buFont typeface="Arial" panose="020B0604020202020204" pitchFamily="34" charset="0"/>
                <a:buNone/>
                <a:tabLst/>
                <a:defRPr/>
              </a:pPr>
              <a:r>
                <a:rPr kumimoji="0" lang="en-US" sz="2400" b="0" i="0" u="none" strike="noStrike" kern="1200" cap="none" spc="0" normalizeH="0" baseline="0" noProof="0" dirty="0">
                  <a:ln>
                    <a:noFill/>
                  </a:ln>
                  <a:solidFill>
                    <a:srgbClr val="E8E8E8">
                      <a:lumMod val="25000"/>
                    </a:srgbClr>
                  </a:solidFill>
                  <a:effectLst/>
                  <a:uLnTx/>
                  <a:uFillTx/>
                  <a:latin typeface="Avenir"/>
                  <a:ea typeface="+mn-ea"/>
                  <a:cs typeface="+mn-cs"/>
                </a:rPr>
                <a:t>Bedroom:  dresser, socks</a:t>
              </a:r>
            </a:p>
          </p:txBody>
        </p:sp>
        <p:pic>
          <p:nvPicPr>
            <p:cNvPr id="17" name="Graphic 16" descr="Building Brick Wall with solid fill">
              <a:extLst>
                <a:ext uri="{FF2B5EF4-FFF2-40B4-BE49-F238E27FC236}">
                  <a16:creationId xmlns:a16="http://schemas.microsoft.com/office/drawing/2014/main" id="{7E729B96-D3A9-0985-24A9-1F3574195671}"/>
                </a:ext>
              </a:extLst>
            </p:cNvPr>
            <p:cNvPicPr>
              <a:picLocks noChangeAspect="1"/>
            </p:cNvPicPr>
            <p:nvPr/>
          </p:nvPicPr>
          <p:blipFill>
            <a:blip r:embed="rId7">
              <a:extLst>
                <a:ext uri="{96DAC541-7B7A-43D3-8B79-37D633B846F1}">
                  <asvg:svgBlip xmlns:asvg="http://schemas.microsoft.com/office/drawing/2016/SVG/main" r:embed="rId8"/>
                </a:ext>
              </a:extLst>
            </a:blip>
            <a:srcRect/>
            <a:stretch/>
          </p:blipFill>
          <p:spPr>
            <a:xfrm>
              <a:off x="6328610" y="4371730"/>
              <a:ext cx="589916" cy="589916"/>
            </a:xfrm>
            <a:prstGeom prst="rect">
              <a:avLst/>
            </a:prstGeom>
          </p:spPr>
        </p:pic>
      </p:grpSp>
      <p:pic>
        <p:nvPicPr>
          <p:cNvPr id="21" name="Picture 20">
            <a:extLst>
              <a:ext uri="{FF2B5EF4-FFF2-40B4-BE49-F238E27FC236}">
                <a16:creationId xmlns:a16="http://schemas.microsoft.com/office/drawing/2014/main" id="{00BC492F-3F61-2F40-E78C-9EA530E8E9FB}"/>
              </a:ext>
            </a:extLst>
          </p:cNvPr>
          <p:cNvPicPr>
            <a:picLocks noChangeAspect="1"/>
          </p:cNvPicPr>
          <p:nvPr/>
        </p:nvPicPr>
        <p:blipFill>
          <a:blip r:embed="rId9"/>
          <a:stretch>
            <a:fillRect/>
          </a:stretch>
        </p:blipFill>
        <p:spPr>
          <a:xfrm>
            <a:off x="10666025" y="2385664"/>
            <a:ext cx="456701" cy="456701"/>
          </a:xfrm>
          <a:prstGeom prst="rect">
            <a:avLst/>
          </a:prstGeom>
        </p:spPr>
      </p:pic>
    </p:spTree>
    <p:extLst>
      <p:ext uri="{BB962C8B-B14F-4D97-AF65-F5344CB8AC3E}">
        <p14:creationId xmlns:p14="http://schemas.microsoft.com/office/powerpoint/2010/main" val="36304513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27B5B1A9-337A-4F33-F287-21567023C3A5}"/>
              </a:ext>
            </a:extLst>
          </p:cNvPr>
          <p:cNvSpPr>
            <a:spLocks noGrp="1"/>
          </p:cNvSpPr>
          <p:nvPr>
            <p:ph type="title"/>
          </p:nvPr>
        </p:nvSpPr>
        <p:spPr>
          <a:xfrm>
            <a:off x="458788" y="274638"/>
            <a:ext cx="11274552" cy="1143000"/>
          </a:xfrm>
        </p:spPr>
        <p:txBody>
          <a:bodyPr vert="horz" lIns="0" tIns="45720" rIns="10" bIns="45720" rtlCol="0" anchor="ctr">
            <a:noAutofit/>
          </a:bodyPr>
          <a:lstStyle/>
          <a:p>
            <a:pPr algn="l"/>
            <a:r>
              <a:rPr dirty="0"/>
              <a:t>Information Architecture (IA)</a:t>
            </a:r>
          </a:p>
        </p:txBody>
      </p:sp>
      <p:sp>
        <p:nvSpPr>
          <p:cNvPr id="7" name="Content Placeholder 2">
            <a:extLst>
              <a:ext uri="{FF2B5EF4-FFF2-40B4-BE49-F238E27FC236}">
                <a16:creationId xmlns:a16="http://schemas.microsoft.com/office/drawing/2014/main" id="{40AA31E9-7AC4-A953-CCEB-6680D801646B}"/>
              </a:ext>
            </a:extLst>
          </p:cNvPr>
          <p:cNvSpPr txBox="1">
            <a:spLocks/>
          </p:cNvSpPr>
          <p:nvPr/>
        </p:nvSpPr>
        <p:spPr>
          <a:xfrm>
            <a:off x="1010093" y="1626781"/>
            <a:ext cx="10723247" cy="4761319"/>
          </a:xfrm>
          <a:prstGeom prst="rect">
            <a:avLst/>
          </a:prstGeom>
        </p:spPr>
        <p:txBody>
          <a:bodyPr vert="horz" wrap="square" lIns="0" tIns="45720" rIns="10" bIns="45720" rtlCol="0">
            <a:noAutofit/>
          </a:bodyPr>
          <a:lstStyle>
            <a:lvl1pPr marL="228600" indent="-228600" algn="l" defTabSz="914400" rtl="0" eaLnBrk="1" latinLnBrk="0" hangingPunct="1">
              <a:lnSpc>
                <a:spcPct val="90000"/>
              </a:lnSpc>
              <a:spcBef>
                <a:spcPts val="1000"/>
              </a:spcBef>
              <a:spcAft>
                <a:spcPts val="1800"/>
              </a:spcAft>
              <a:buFont typeface="Arial" panose="020B0604020202020204" pitchFamily="34" charset="0"/>
              <a:buChar char="•"/>
              <a:defRPr sz="3100" kern="1200">
                <a:solidFill>
                  <a:schemeClr val="bg2">
                    <a:lumMod val="25000"/>
                  </a:schemeClr>
                </a:solidFill>
                <a:latin typeface="Avenir"/>
                <a:ea typeface="+mn-ea"/>
                <a:cs typeface="+mn-cs"/>
              </a:defRPr>
            </a:lvl1pPr>
            <a:lvl2pPr marL="685800" indent="-228600" algn="l" defTabSz="914400" rtl="0" eaLnBrk="1" latinLnBrk="0" hangingPunct="1">
              <a:lnSpc>
                <a:spcPct val="90000"/>
              </a:lnSpc>
              <a:spcBef>
                <a:spcPts val="500"/>
              </a:spcBef>
              <a:spcAft>
                <a:spcPts val="1800"/>
              </a:spcAft>
              <a:buFont typeface="Arial" panose="020B0604020202020204" pitchFamily="34" charset="0"/>
              <a:buChar char="•"/>
              <a:defRPr sz="2700" kern="1200">
                <a:solidFill>
                  <a:schemeClr val="bg2">
                    <a:lumMod val="25000"/>
                  </a:schemeClr>
                </a:solidFill>
                <a:latin typeface="Avenir"/>
                <a:ea typeface="+mn-ea"/>
                <a:cs typeface="+mn-cs"/>
              </a:defRPr>
            </a:lvl2pPr>
            <a:lvl3pPr marL="1143000" indent="-228600" algn="l" defTabSz="914400" rtl="0" eaLnBrk="1" latinLnBrk="0" hangingPunct="1">
              <a:lnSpc>
                <a:spcPct val="90000"/>
              </a:lnSpc>
              <a:spcBef>
                <a:spcPts val="500"/>
              </a:spcBef>
              <a:spcAft>
                <a:spcPts val="1200"/>
              </a:spcAft>
              <a:buFont typeface="Arial" panose="020B0604020202020204" pitchFamily="34" charset="0"/>
              <a:buChar char="•"/>
              <a:defRPr sz="2400" kern="1200">
                <a:solidFill>
                  <a:schemeClr val="bg2">
                    <a:lumMod val="25000"/>
                  </a:schemeClr>
                </a:solidFill>
                <a:latin typeface="Avenir"/>
                <a:ea typeface="+mn-ea"/>
                <a:cs typeface="+mn-cs"/>
              </a:defRPr>
            </a:lvl3pPr>
            <a:lvl4pPr marL="1600200" indent="-228600" algn="l" defTabSz="914400" rtl="0" eaLnBrk="1" latinLnBrk="0" hangingPunct="1">
              <a:lnSpc>
                <a:spcPct val="90000"/>
              </a:lnSpc>
              <a:spcBef>
                <a:spcPts val="500"/>
              </a:spcBef>
              <a:spcAft>
                <a:spcPts val="600"/>
              </a:spcAft>
              <a:buFont typeface="Arial" panose="020B0604020202020204" pitchFamily="34" charset="0"/>
              <a:buChar char="•"/>
              <a:defRPr sz="2100" kern="1200">
                <a:solidFill>
                  <a:schemeClr val="bg2">
                    <a:lumMod val="25000"/>
                  </a:schemeClr>
                </a:solidFill>
                <a:latin typeface="Avenir"/>
                <a:ea typeface="+mn-ea"/>
                <a:cs typeface="+mn-cs"/>
              </a:defRPr>
            </a:lvl4pPr>
            <a:lvl5pPr marL="2057400" indent="-228600" algn="l" defTabSz="914400" rtl="0" eaLnBrk="1" latinLnBrk="0" hangingPunct="1">
              <a:lnSpc>
                <a:spcPct val="90000"/>
              </a:lnSpc>
              <a:spcBef>
                <a:spcPts val="500"/>
              </a:spcBef>
              <a:spcAft>
                <a:spcPts val="300"/>
              </a:spcAft>
              <a:buFont typeface="Arial" panose="020B0604020202020204" pitchFamily="34" charset="0"/>
              <a:buChar char="•"/>
              <a:defRPr sz="2000" kern="1200">
                <a:solidFill>
                  <a:schemeClr val="bg2">
                    <a:lumMod val="25000"/>
                  </a:schemeClr>
                </a:solidFill>
                <a:latin typeface="Avenir"/>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1200"/>
              </a:spcAft>
              <a:buClrTx/>
              <a:buSzTx/>
              <a:buFont typeface="Arial" panose="020B0604020202020204" pitchFamily="34" charset="0"/>
              <a:buNone/>
              <a:tabLst/>
              <a:defRPr/>
            </a:pPr>
            <a:r>
              <a:rPr kumimoji="0" lang="en-US" altLang="en-US" sz="2900" b="1" i="0" u="none" strike="noStrike" kern="1200" cap="none" spc="0" normalizeH="0" baseline="0" noProof="0" dirty="0">
                <a:ln>
                  <a:noFill/>
                </a:ln>
                <a:solidFill>
                  <a:srgbClr val="9B8BBD">
                    <a:lumMod val="75000"/>
                  </a:srgbClr>
                </a:solidFill>
                <a:effectLst/>
                <a:uLnTx/>
                <a:uFillTx/>
                <a:latin typeface="Avenir"/>
                <a:ea typeface="+mn-ea"/>
                <a:cs typeface="+mn-cs"/>
              </a:rPr>
              <a:t>Structural: </a:t>
            </a:r>
            <a:r>
              <a:rPr kumimoji="0" lang="en-US" altLang="en-US" sz="2900" b="0" i="0" u="none" strike="noStrike" kern="1200" cap="none" spc="0" normalizeH="0" baseline="0" noProof="0" dirty="0">
                <a:ln>
                  <a:noFill/>
                </a:ln>
                <a:solidFill>
                  <a:srgbClr val="E8E8E8">
                    <a:lumMod val="25000"/>
                  </a:srgbClr>
                </a:solidFill>
                <a:effectLst/>
                <a:uLnTx/>
                <a:uFillTx/>
                <a:latin typeface="Avenir"/>
                <a:ea typeface="+mn-ea"/>
                <a:cs typeface="+mn-cs"/>
              </a:rPr>
              <a:t>basic linkage between pages defining overall site structure</a:t>
            </a:r>
          </a:p>
          <a:p>
            <a:pPr marL="0" marR="0" lvl="0" indent="0" algn="l" defTabSz="914400" rtl="0" eaLnBrk="1" fontAlgn="auto" latinLnBrk="0" hangingPunct="1">
              <a:lnSpc>
                <a:spcPct val="90000"/>
              </a:lnSpc>
              <a:spcBef>
                <a:spcPts val="1000"/>
              </a:spcBef>
              <a:spcAft>
                <a:spcPts val="1200"/>
              </a:spcAft>
              <a:buClrTx/>
              <a:buSzTx/>
              <a:buFont typeface="Arial" panose="020B0604020202020204" pitchFamily="34" charset="0"/>
              <a:buNone/>
              <a:tabLst/>
              <a:defRPr/>
            </a:pPr>
            <a:r>
              <a:rPr kumimoji="0" lang="en-US" altLang="en-US" sz="2900" b="1" i="0" u="none" strike="noStrike" kern="1200" cap="none" spc="0" normalizeH="0" baseline="0" noProof="0" dirty="0">
                <a:ln>
                  <a:noFill/>
                </a:ln>
                <a:solidFill>
                  <a:srgbClr val="9B8BBD">
                    <a:lumMod val="75000"/>
                  </a:srgbClr>
                </a:solidFill>
                <a:effectLst/>
                <a:uLnTx/>
                <a:uFillTx/>
                <a:latin typeface="Avenir"/>
                <a:ea typeface="+mn-ea"/>
                <a:cs typeface="+mn-cs"/>
              </a:rPr>
              <a:t>Categorical: </a:t>
            </a:r>
            <a:r>
              <a:rPr kumimoji="0" lang="en-US" altLang="en-US" sz="2900" b="0" i="0" u="none" strike="noStrike" kern="1200" cap="none" spc="0" normalizeH="0" baseline="0" noProof="0" dirty="0">
                <a:ln>
                  <a:noFill/>
                </a:ln>
                <a:solidFill>
                  <a:srgbClr val="E8E8E8">
                    <a:lumMod val="25000"/>
                  </a:srgbClr>
                </a:solidFill>
                <a:effectLst/>
                <a:uLnTx/>
                <a:uFillTx/>
                <a:latin typeface="Avenir"/>
                <a:ea typeface="+mn-ea"/>
                <a:cs typeface="+mn-cs"/>
              </a:rPr>
              <a:t>breaking of content into different categories understandable to user</a:t>
            </a:r>
          </a:p>
          <a:p>
            <a:pPr marL="0" marR="0" lvl="0" indent="0" algn="l" defTabSz="914400" rtl="0" eaLnBrk="1" fontAlgn="auto" latinLnBrk="0" hangingPunct="1">
              <a:lnSpc>
                <a:spcPct val="90000"/>
              </a:lnSpc>
              <a:spcBef>
                <a:spcPts val="1000"/>
              </a:spcBef>
              <a:spcAft>
                <a:spcPts val="1200"/>
              </a:spcAft>
              <a:buClrTx/>
              <a:buSzTx/>
              <a:buFont typeface="Arial" panose="020B0604020202020204" pitchFamily="34" charset="0"/>
              <a:buNone/>
              <a:tabLst/>
              <a:defRPr/>
            </a:pPr>
            <a:r>
              <a:rPr kumimoji="0" lang="en-US" altLang="en-US" sz="2900" b="1" i="0" u="none" strike="noStrike" kern="1200" cap="none" spc="0" normalizeH="0" baseline="0" noProof="0" dirty="0">
                <a:ln>
                  <a:noFill/>
                </a:ln>
                <a:solidFill>
                  <a:srgbClr val="9B8BBD">
                    <a:lumMod val="75000"/>
                  </a:srgbClr>
                </a:solidFill>
                <a:effectLst/>
                <a:uLnTx/>
                <a:uFillTx/>
                <a:latin typeface="Avenir"/>
                <a:ea typeface="+mn-ea"/>
                <a:cs typeface="+mn-cs"/>
              </a:rPr>
              <a:t>Relational: </a:t>
            </a:r>
            <a:r>
              <a:rPr kumimoji="0" lang="en-US" altLang="en-US" sz="2900" b="0" i="0" u="none" strike="noStrike" kern="1200" cap="none" spc="0" normalizeH="0" baseline="0" noProof="0" dirty="0">
                <a:ln>
                  <a:noFill/>
                </a:ln>
                <a:solidFill>
                  <a:srgbClr val="E8E8E8">
                    <a:lumMod val="25000"/>
                  </a:srgbClr>
                </a:solidFill>
                <a:effectLst/>
                <a:uLnTx/>
                <a:uFillTx/>
                <a:latin typeface="Avenir"/>
                <a:ea typeface="+mn-ea"/>
                <a:cs typeface="+mn-cs"/>
              </a:rPr>
              <a:t>linkage between content related in some manner in thought process</a:t>
            </a:r>
          </a:p>
          <a:p>
            <a:pPr marL="0" marR="0" lvl="0" indent="0" algn="l" defTabSz="914400" rtl="0" eaLnBrk="1" fontAlgn="auto" latinLnBrk="0" hangingPunct="1">
              <a:lnSpc>
                <a:spcPct val="90000"/>
              </a:lnSpc>
              <a:spcBef>
                <a:spcPts val="1000"/>
              </a:spcBef>
              <a:spcAft>
                <a:spcPts val="1200"/>
              </a:spcAft>
              <a:buClrTx/>
              <a:buSzTx/>
              <a:buFont typeface="Arial" panose="020B0604020202020204" pitchFamily="34" charset="0"/>
              <a:buNone/>
              <a:tabLst/>
              <a:defRPr/>
            </a:pPr>
            <a:r>
              <a:rPr kumimoji="0" lang="en-US" altLang="en-US" sz="2900" b="1" i="0" u="none" strike="noStrike" kern="1200" cap="none" spc="0" normalizeH="0" baseline="0" noProof="0" dirty="0">
                <a:ln>
                  <a:noFill/>
                </a:ln>
                <a:solidFill>
                  <a:srgbClr val="9B8BBD">
                    <a:lumMod val="75000"/>
                  </a:srgbClr>
                </a:solidFill>
                <a:effectLst/>
                <a:uLnTx/>
                <a:uFillTx/>
                <a:latin typeface="Avenir"/>
                <a:ea typeface="+mn-ea"/>
                <a:cs typeface="+mn-cs"/>
              </a:rPr>
              <a:t>Promotional: </a:t>
            </a:r>
            <a:r>
              <a:rPr kumimoji="0" lang="en-US" altLang="en-US" sz="2900" b="0" i="0" u="none" strike="noStrike" kern="1200" cap="none" spc="0" normalizeH="0" baseline="0" noProof="0" dirty="0">
                <a:ln>
                  <a:noFill/>
                </a:ln>
                <a:solidFill>
                  <a:srgbClr val="E8E8E8">
                    <a:lumMod val="25000"/>
                  </a:srgbClr>
                </a:solidFill>
                <a:effectLst/>
                <a:uLnTx/>
                <a:uFillTx/>
                <a:latin typeface="Avenir"/>
                <a:ea typeface="+mn-ea"/>
                <a:cs typeface="+mn-cs"/>
              </a:rPr>
              <a:t>calls attention to special items or content</a:t>
            </a:r>
          </a:p>
          <a:p>
            <a:pPr marL="0" marR="0" lvl="0" indent="0" algn="l" defTabSz="914400" rtl="0" eaLnBrk="1" fontAlgn="auto" latinLnBrk="0" hangingPunct="1">
              <a:lnSpc>
                <a:spcPct val="90000"/>
              </a:lnSpc>
              <a:spcBef>
                <a:spcPts val="1000"/>
              </a:spcBef>
              <a:spcAft>
                <a:spcPts val="1200"/>
              </a:spcAft>
              <a:buClrTx/>
              <a:buSzTx/>
              <a:buFont typeface="Arial" panose="020B0604020202020204" pitchFamily="34" charset="0"/>
              <a:buNone/>
              <a:tabLst/>
              <a:defRPr/>
            </a:pPr>
            <a:r>
              <a:rPr kumimoji="0" lang="en-US" altLang="en-US" sz="2900" b="1" i="0" u="none" strike="noStrike" kern="1200" cap="none" spc="0" normalizeH="0" baseline="0" noProof="0" dirty="0">
                <a:ln>
                  <a:noFill/>
                </a:ln>
                <a:solidFill>
                  <a:srgbClr val="9B8BBD">
                    <a:lumMod val="75000"/>
                  </a:srgbClr>
                </a:solidFill>
                <a:effectLst/>
                <a:uLnTx/>
                <a:uFillTx/>
                <a:latin typeface="Avenir"/>
                <a:ea typeface="+mn-ea"/>
                <a:cs typeface="+mn-cs"/>
              </a:rPr>
              <a:t>Search: </a:t>
            </a:r>
            <a:r>
              <a:rPr kumimoji="0" lang="en-US" altLang="en-US" sz="2900" b="0" i="0" u="none" strike="noStrike" kern="1200" cap="none" spc="0" normalizeH="0" baseline="0" noProof="0" dirty="0">
                <a:ln>
                  <a:noFill/>
                </a:ln>
                <a:solidFill>
                  <a:srgbClr val="E8E8E8">
                    <a:lumMod val="25000"/>
                  </a:srgbClr>
                </a:solidFill>
                <a:effectLst/>
                <a:uLnTx/>
                <a:uFillTx/>
                <a:latin typeface="Avenir"/>
                <a:ea typeface="+mn-ea"/>
                <a:cs typeface="+mn-cs"/>
              </a:rPr>
              <a:t>direct path to items specifically identified by user</a:t>
            </a:r>
          </a:p>
        </p:txBody>
      </p:sp>
    </p:spTree>
    <p:extLst>
      <p:ext uri="{BB962C8B-B14F-4D97-AF65-F5344CB8AC3E}">
        <p14:creationId xmlns:p14="http://schemas.microsoft.com/office/powerpoint/2010/main" val="412926698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4E70ED9-8C29-4FDF-ACC6-9D716C7EFFE7}"/>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EEE57B98-D01A-7D62-F3CA-5B30D237B58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a:ea typeface="+mn-ea"/>
              <a:cs typeface="+mn-cs"/>
            </a:endParaRPr>
          </a:p>
        </p:txBody>
      </p:sp>
      <p:graphicFrame>
        <p:nvGraphicFramePr>
          <p:cNvPr id="5" name="Content Placeholder 2">
            <a:extLst>
              <a:ext uri="{FF2B5EF4-FFF2-40B4-BE49-F238E27FC236}">
                <a16:creationId xmlns:a16="http://schemas.microsoft.com/office/drawing/2014/main" id="{E38C73B6-B775-295A-470D-23804A036C94}"/>
              </a:ext>
            </a:extLst>
          </p:cNvPr>
          <p:cNvGraphicFramePr>
            <a:graphicFrameLocks noGrp="1"/>
          </p:cNvGraphicFramePr>
          <p:nvPr>
            <p:ph idx="1"/>
          </p:nvPr>
        </p:nvGraphicFramePr>
        <p:xfrm>
          <a:off x="680484" y="1417638"/>
          <a:ext cx="9409814" cy="466725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8" name="Title 1">
            <a:extLst>
              <a:ext uri="{FF2B5EF4-FFF2-40B4-BE49-F238E27FC236}">
                <a16:creationId xmlns:a16="http://schemas.microsoft.com/office/drawing/2014/main" id="{98930E41-F0AA-7DD9-23D7-6478A23937F4}"/>
              </a:ext>
            </a:extLst>
          </p:cNvPr>
          <p:cNvSpPr>
            <a:spLocks noGrp="1"/>
          </p:cNvSpPr>
          <p:nvPr>
            <p:ph type="title"/>
          </p:nvPr>
        </p:nvSpPr>
        <p:spPr>
          <a:xfrm>
            <a:off x="680484" y="274638"/>
            <a:ext cx="11052856" cy="1143000"/>
          </a:xfrm>
        </p:spPr>
        <p:txBody>
          <a:bodyPr vert="horz" lIns="0" tIns="45720" rIns="10" bIns="45720" rtlCol="0" anchor="ctr">
            <a:noAutofit/>
          </a:bodyPr>
          <a:lstStyle/>
          <a:p>
            <a:pPr algn="l"/>
            <a:r>
              <a:rPr lang="en-US" dirty="0"/>
              <a:t>Balancing Browsing Needs </a:t>
            </a:r>
            <a:r>
              <a:rPr lang="en-US" sz="3100" dirty="0">
                <a:solidFill>
                  <a:schemeClr val="accent4">
                    <a:lumMod val="50000"/>
                  </a:schemeClr>
                </a:solidFill>
              </a:rPr>
              <a:t>Known &amp; Exploratory</a:t>
            </a:r>
            <a:endParaRPr sz="3100" dirty="0">
              <a:solidFill>
                <a:schemeClr val="accent4">
                  <a:lumMod val="50000"/>
                </a:schemeClr>
              </a:solidFill>
            </a:endParaRPr>
          </a:p>
        </p:txBody>
      </p:sp>
      <p:pic>
        <p:nvPicPr>
          <p:cNvPr id="7" name="Graphic 6" descr="Stacked Rocks outline">
            <a:extLst>
              <a:ext uri="{FF2B5EF4-FFF2-40B4-BE49-F238E27FC236}">
                <a16:creationId xmlns:a16="http://schemas.microsoft.com/office/drawing/2014/main" id="{8343699F-BD49-B290-2EA7-E4F88C20C975}"/>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9802323" y="1322872"/>
            <a:ext cx="2614434" cy="2614434"/>
          </a:xfrm>
          <a:prstGeom prst="rect">
            <a:avLst/>
          </a:prstGeom>
        </p:spPr>
      </p:pic>
    </p:spTree>
    <p:extLst>
      <p:ext uri="{BB962C8B-B14F-4D97-AF65-F5344CB8AC3E}">
        <p14:creationId xmlns:p14="http://schemas.microsoft.com/office/powerpoint/2010/main" val="309489238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E2D693E-BD73-48D7-5559-89B924F0D0FF}"/>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107E5272-D942-44F0-25F3-B2E5AEDE121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venir"/>
              <a:ea typeface="+mn-ea"/>
              <a:cs typeface="+mn-cs"/>
            </a:endParaRPr>
          </a:p>
        </p:txBody>
      </p:sp>
      <p:sp>
        <p:nvSpPr>
          <p:cNvPr id="17" name="Freeform: Shape 16">
            <a:extLst>
              <a:ext uri="{FF2B5EF4-FFF2-40B4-BE49-F238E27FC236}">
                <a16:creationId xmlns:a16="http://schemas.microsoft.com/office/drawing/2014/main" id="{D2EACF26-9B9B-B57D-1E80-6E67DB7486D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376156" y="-253670"/>
            <a:ext cx="1827638" cy="1376989"/>
          </a:xfrm>
          <a:custGeom>
            <a:avLst/>
            <a:gdLst>
              <a:gd name="connsiteX0" fmla="*/ 0 w 1827638"/>
              <a:gd name="connsiteY0" fmla="*/ 987379 h 1376989"/>
              <a:gd name="connsiteX1" fmla="*/ 987379 w 1827638"/>
              <a:gd name="connsiteY1" fmla="*/ 0 h 1376989"/>
              <a:gd name="connsiteX2" fmla="*/ 1827638 w 1827638"/>
              <a:gd name="connsiteY2" fmla="*/ 840260 h 1376989"/>
              <a:gd name="connsiteX3" fmla="*/ 1827638 w 1827638"/>
              <a:gd name="connsiteY3" fmla="*/ 1376989 h 1376989"/>
              <a:gd name="connsiteX4" fmla="*/ 0 w 1827638"/>
              <a:gd name="connsiteY4" fmla="*/ 1376989 h 13769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27638" h="1376989">
                <a:moveTo>
                  <a:pt x="0" y="987379"/>
                </a:moveTo>
                <a:lnTo>
                  <a:pt x="987379" y="0"/>
                </a:lnTo>
                <a:lnTo>
                  <a:pt x="1827638" y="840260"/>
                </a:lnTo>
                <a:lnTo>
                  <a:pt x="1827638" y="1376989"/>
                </a:lnTo>
                <a:lnTo>
                  <a:pt x="0" y="1376989"/>
                </a:lnTo>
                <a:close/>
              </a:path>
            </a:pathLst>
          </a:cu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venir"/>
              <a:ea typeface="+mn-ea"/>
              <a:cs typeface="+mn-cs"/>
            </a:endParaRPr>
          </a:p>
        </p:txBody>
      </p:sp>
      <p:sp>
        <p:nvSpPr>
          <p:cNvPr id="19" name="Rectangle 18">
            <a:extLst>
              <a:ext uri="{FF2B5EF4-FFF2-40B4-BE49-F238E27FC236}">
                <a16:creationId xmlns:a16="http://schemas.microsoft.com/office/drawing/2014/main" id="{A3F552DA-F11E-C62F-8C98-5052EEF38F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891641" y="422146"/>
            <a:ext cx="645368" cy="645368"/>
          </a:xfrm>
          <a:prstGeom prst="rect">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a:ea typeface="+mn-ea"/>
              <a:cs typeface="+mn-cs"/>
            </a:endParaRPr>
          </a:p>
        </p:txBody>
      </p:sp>
      <p:sp>
        <p:nvSpPr>
          <p:cNvPr id="21" name="Rectangle 20">
            <a:extLst>
              <a:ext uri="{FF2B5EF4-FFF2-40B4-BE49-F238E27FC236}">
                <a16:creationId xmlns:a16="http://schemas.microsoft.com/office/drawing/2014/main" id="{68380F64-8C63-0928-A39B-A170808C75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10043482" y="655140"/>
            <a:ext cx="687472" cy="687472"/>
          </a:xfrm>
          <a:prstGeom prst="rect">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a:ea typeface="+mn-ea"/>
              <a:cs typeface="+mn-cs"/>
            </a:endParaRPr>
          </a:p>
        </p:txBody>
      </p:sp>
      <p:sp>
        <p:nvSpPr>
          <p:cNvPr id="23" name="Freeform: Shape 22">
            <a:extLst>
              <a:ext uri="{FF2B5EF4-FFF2-40B4-BE49-F238E27FC236}">
                <a16:creationId xmlns:a16="http://schemas.microsoft.com/office/drawing/2014/main" id="{76989CDB-BE1E-E85A-B0CB-2565C6C7A4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9356643" y="0"/>
            <a:ext cx="2835357" cy="1480837"/>
          </a:xfrm>
          <a:custGeom>
            <a:avLst/>
            <a:gdLst>
              <a:gd name="connsiteX0" fmla="*/ 2835357 w 2835357"/>
              <a:gd name="connsiteY0" fmla="*/ 1480837 h 1480837"/>
              <a:gd name="connsiteX1" fmla="*/ 0 w 2835357"/>
              <a:gd name="connsiteY1" fmla="*/ 1480837 h 1480837"/>
              <a:gd name="connsiteX2" fmla="*/ 1552727 w 2835357"/>
              <a:gd name="connsiteY2" fmla="*/ 0 h 1480837"/>
              <a:gd name="connsiteX3" fmla="*/ 2835357 w 2835357"/>
              <a:gd name="connsiteY3" fmla="*/ 1223245 h 1480837"/>
            </a:gdLst>
            <a:ahLst/>
            <a:cxnLst>
              <a:cxn ang="0">
                <a:pos x="connsiteX0" y="connsiteY0"/>
              </a:cxn>
              <a:cxn ang="0">
                <a:pos x="connsiteX1" y="connsiteY1"/>
              </a:cxn>
              <a:cxn ang="0">
                <a:pos x="connsiteX2" y="connsiteY2"/>
              </a:cxn>
              <a:cxn ang="0">
                <a:pos x="connsiteX3" y="connsiteY3"/>
              </a:cxn>
            </a:cxnLst>
            <a:rect l="l" t="t" r="r" b="b"/>
            <a:pathLst>
              <a:path w="2835357" h="1480837">
                <a:moveTo>
                  <a:pt x="2835357" y="1480837"/>
                </a:moveTo>
                <a:lnTo>
                  <a:pt x="0" y="1480837"/>
                </a:lnTo>
                <a:lnTo>
                  <a:pt x="1552727" y="0"/>
                </a:lnTo>
                <a:lnTo>
                  <a:pt x="2835357" y="1223245"/>
                </a:lnTo>
                <a:close/>
              </a:path>
            </a:pathLst>
          </a:cu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venir"/>
              <a:ea typeface="+mn-ea"/>
              <a:cs typeface="+mn-cs"/>
            </a:endParaRPr>
          </a:p>
        </p:txBody>
      </p:sp>
      <p:sp>
        <p:nvSpPr>
          <p:cNvPr id="25" name="Isosceles Triangle 24">
            <a:extLst>
              <a:ext uri="{FF2B5EF4-FFF2-40B4-BE49-F238E27FC236}">
                <a16:creationId xmlns:a16="http://schemas.microsoft.com/office/drawing/2014/main" id="{924CE5AC-027D-61A4-ECDA-C143CC26E4E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976344" y="6115501"/>
            <a:ext cx="1494513" cy="742499"/>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a:ea typeface="+mn-ea"/>
              <a:cs typeface="+mn-cs"/>
            </a:endParaRPr>
          </a:p>
        </p:txBody>
      </p:sp>
      <p:sp>
        <p:nvSpPr>
          <p:cNvPr id="4" name="Freeform: Shape 3">
            <a:extLst>
              <a:ext uri="{FF2B5EF4-FFF2-40B4-BE49-F238E27FC236}">
                <a16:creationId xmlns:a16="http://schemas.microsoft.com/office/drawing/2014/main" id="{58482019-B9FC-988F-3F75-125AF8D53CF4}"/>
              </a:ext>
            </a:extLst>
          </p:cNvPr>
          <p:cNvSpPr/>
          <p:nvPr/>
        </p:nvSpPr>
        <p:spPr>
          <a:xfrm>
            <a:off x="1428277" y="288485"/>
            <a:ext cx="2074543" cy="1659634"/>
          </a:xfrm>
          <a:custGeom>
            <a:avLst/>
            <a:gdLst>
              <a:gd name="csX0" fmla="*/ 0 w 2074543"/>
              <a:gd name="csY0" fmla="*/ 0 h 1659634"/>
              <a:gd name="csX1" fmla="*/ 2074544 w 2074543"/>
              <a:gd name="csY1" fmla="*/ 0 h 1659634"/>
              <a:gd name="csX2" fmla="*/ 0 w 2074543"/>
              <a:gd name="csY2" fmla="*/ 1659635 h 1659634"/>
            </a:gdLst>
            <a:ahLst/>
            <a:cxnLst>
              <a:cxn ang="0">
                <a:pos x="csX0" y="csY0"/>
              </a:cxn>
              <a:cxn ang="0">
                <a:pos x="csX1" y="csY1"/>
              </a:cxn>
              <a:cxn ang="0">
                <a:pos x="csX2" y="csY2"/>
              </a:cxn>
            </a:cxnLst>
            <a:rect l="l" t="t" r="r" b="b"/>
            <a:pathLst>
              <a:path w="2074543" h="1659634">
                <a:moveTo>
                  <a:pt x="0" y="0"/>
                </a:moveTo>
                <a:lnTo>
                  <a:pt x="2074544" y="0"/>
                </a:lnTo>
                <a:lnTo>
                  <a:pt x="0" y="1659635"/>
                </a:lnTo>
                <a:close/>
              </a:path>
            </a:pathLst>
          </a:custGeom>
          <a:solidFill>
            <a:srgbClr val="FEF8DD">
              <a:alpha val="55000"/>
            </a:srgbClr>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5" name="Freeform: Shape 4">
            <a:extLst>
              <a:ext uri="{FF2B5EF4-FFF2-40B4-BE49-F238E27FC236}">
                <a16:creationId xmlns:a16="http://schemas.microsoft.com/office/drawing/2014/main" id="{6E6C568D-3505-0840-6C02-2C219EBC8659}"/>
              </a:ext>
            </a:extLst>
          </p:cNvPr>
          <p:cNvSpPr/>
          <p:nvPr/>
        </p:nvSpPr>
        <p:spPr>
          <a:xfrm>
            <a:off x="8689180" y="5059935"/>
            <a:ext cx="2074543" cy="1659634"/>
          </a:xfrm>
          <a:custGeom>
            <a:avLst/>
            <a:gdLst>
              <a:gd name="csX0" fmla="*/ 2074544 w 2074543"/>
              <a:gd name="csY0" fmla="*/ 0 h 1659634"/>
              <a:gd name="csX1" fmla="*/ 2074544 w 2074543"/>
              <a:gd name="csY1" fmla="*/ 1659635 h 1659634"/>
              <a:gd name="csX2" fmla="*/ 0 w 2074543"/>
              <a:gd name="csY2" fmla="*/ 1659635 h 1659634"/>
            </a:gdLst>
            <a:ahLst/>
            <a:cxnLst>
              <a:cxn ang="0">
                <a:pos x="csX0" y="csY0"/>
              </a:cxn>
              <a:cxn ang="0">
                <a:pos x="csX1" y="csY1"/>
              </a:cxn>
              <a:cxn ang="0">
                <a:pos x="csX2" y="csY2"/>
              </a:cxn>
            </a:cxnLst>
            <a:rect l="l" t="t" r="r" b="b"/>
            <a:pathLst>
              <a:path w="2074543" h="1659634">
                <a:moveTo>
                  <a:pt x="2074544" y="0"/>
                </a:moveTo>
                <a:lnTo>
                  <a:pt x="2074544" y="1659635"/>
                </a:lnTo>
                <a:lnTo>
                  <a:pt x="0" y="1659635"/>
                </a:lnTo>
                <a:close/>
              </a:path>
            </a:pathLst>
          </a:custGeom>
          <a:solidFill>
            <a:srgbClr val="EDEEF5">
              <a:alpha val="70000"/>
            </a:srgbClr>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7" name="Oval 6">
            <a:extLst>
              <a:ext uri="{FF2B5EF4-FFF2-40B4-BE49-F238E27FC236}">
                <a16:creationId xmlns:a16="http://schemas.microsoft.com/office/drawing/2014/main" id="{EE13560A-BA2E-7F77-870C-C39873B2E758}"/>
              </a:ext>
            </a:extLst>
          </p:cNvPr>
          <p:cNvSpPr/>
          <p:nvPr/>
        </p:nvSpPr>
        <p:spPr>
          <a:xfrm>
            <a:off x="2154367" y="1222029"/>
            <a:ext cx="7883266" cy="4563995"/>
          </a:xfrm>
          <a:prstGeom prst="ellipse">
            <a:avLst/>
          </a:prstGeom>
          <a:solidFill>
            <a:srgbClr val="F4F4F4">
              <a:alpha val="18000"/>
            </a:srgbClr>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9" name="TextBox 8">
            <a:extLst>
              <a:ext uri="{FF2B5EF4-FFF2-40B4-BE49-F238E27FC236}">
                <a16:creationId xmlns:a16="http://schemas.microsoft.com/office/drawing/2014/main" id="{CCE319E0-6E90-FEDE-76CA-CB98945F3D12}"/>
              </a:ext>
            </a:extLst>
          </p:cNvPr>
          <p:cNvSpPr txBox="1"/>
          <p:nvPr/>
        </p:nvSpPr>
        <p:spPr>
          <a:xfrm>
            <a:off x="2978416" y="693947"/>
            <a:ext cx="6235168"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solidFill>
                  <a:srgbClr val="E8E8E8">
                    <a:lumMod val="25000"/>
                  </a:srgbClr>
                </a:solidFill>
                <a:effectLst/>
                <a:uLnTx/>
                <a:uFillTx/>
                <a:latin typeface="Avenir"/>
                <a:ea typeface="+mn-ea"/>
                <a:cs typeface="Segoe UI"/>
                <a:sym typeface="Segoe UI"/>
                <a:rtl val="0"/>
              </a:rPr>
              <a:t>Supports both known-item lookup and open-ended exploration</a:t>
            </a:r>
          </a:p>
        </p:txBody>
      </p:sp>
      <p:sp>
        <p:nvSpPr>
          <p:cNvPr id="10" name="Rectangle 9">
            <a:extLst>
              <a:ext uri="{FF2B5EF4-FFF2-40B4-BE49-F238E27FC236}">
                <a16:creationId xmlns:a16="http://schemas.microsoft.com/office/drawing/2014/main" id="{63703D1A-471D-8918-030B-A9141E13DC4F}"/>
              </a:ext>
            </a:extLst>
          </p:cNvPr>
          <p:cNvSpPr/>
          <p:nvPr/>
        </p:nvSpPr>
        <p:spPr>
          <a:xfrm>
            <a:off x="1946912" y="1118302"/>
            <a:ext cx="8298175" cy="5310831"/>
          </a:xfrm>
          <a:prstGeom prst="rect">
            <a:avLst/>
          </a:prstGeom>
          <a:solidFill>
            <a:srgbClr val="F0F1F7"/>
          </a:solidFill>
          <a:ln w="15558" cap="flat">
            <a:solidFill>
              <a:srgbClr val="CECDED"/>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1" name="Rectangle 10">
            <a:extLst>
              <a:ext uri="{FF2B5EF4-FFF2-40B4-BE49-F238E27FC236}">
                <a16:creationId xmlns:a16="http://schemas.microsoft.com/office/drawing/2014/main" id="{16E0404A-05EB-6B18-F8D2-5C0E8F79F206}"/>
              </a:ext>
            </a:extLst>
          </p:cNvPr>
          <p:cNvSpPr/>
          <p:nvPr/>
        </p:nvSpPr>
        <p:spPr>
          <a:xfrm>
            <a:off x="1946912" y="1118302"/>
            <a:ext cx="8298175" cy="394163"/>
          </a:xfrm>
          <a:prstGeom prst="rect">
            <a:avLst/>
          </a:prstGeom>
          <a:solidFill>
            <a:srgbClr val="444F9C"/>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2" name="Rectangle 11">
            <a:extLst>
              <a:ext uri="{FF2B5EF4-FFF2-40B4-BE49-F238E27FC236}">
                <a16:creationId xmlns:a16="http://schemas.microsoft.com/office/drawing/2014/main" id="{AEF1553C-583E-2834-1F5A-95A2C9D7931C}"/>
              </a:ext>
            </a:extLst>
          </p:cNvPr>
          <p:cNvSpPr/>
          <p:nvPr/>
        </p:nvSpPr>
        <p:spPr>
          <a:xfrm>
            <a:off x="1946912" y="1346502"/>
            <a:ext cx="8298175" cy="165963"/>
          </a:xfrm>
          <a:prstGeom prst="rect">
            <a:avLst/>
          </a:prstGeom>
          <a:solidFill>
            <a:srgbClr val="444F9C"/>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3" name="Oval 12">
            <a:extLst>
              <a:ext uri="{FF2B5EF4-FFF2-40B4-BE49-F238E27FC236}">
                <a16:creationId xmlns:a16="http://schemas.microsoft.com/office/drawing/2014/main" id="{4C06F6C2-AB76-02F4-7B4F-7131285E9A91}"/>
              </a:ext>
            </a:extLst>
          </p:cNvPr>
          <p:cNvSpPr/>
          <p:nvPr/>
        </p:nvSpPr>
        <p:spPr>
          <a:xfrm>
            <a:off x="2175112" y="1253147"/>
            <a:ext cx="124472" cy="124472"/>
          </a:xfrm>
          <a:prstGeom prst="ellipse">
            <a:avLst/>
          </a:prstGeom>
          <a:solidFill>
            <a:srgbClr val="C23592">
              <a:alpha val="90000"/>
            </a:srgbClr>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4" name="Oval 13">
            <a:extLst>
              <a:ext uri="{FF2B5EF4-FFF2-40B4-BE49-F238E27FC236}">
                <a16:creationId xmlns:a16="http://schemas.microsoft.com/office/drawing/2014/main" id="{47AC9312-CEF5-D32D-7076-B4A7BA4BFE51}"/>
              </a:ext>
            </a:extLst>
          </p:cNvPr>
          <p:cNvSpPr/>
          <p:nvPr/>
        </p:nvSpPr>
        <p:spPr>
          <a:xfrm>
            <a:off x="2382567" y="1253147"/>
            <a:ext cx="124472" cy="124472"/>
          </a:xfrm>
          <a:prstGeom prst="ellipse">
            <a:avLst/>
          </a:prstGeom>
          <a:solidFill>
            <a:srgbClr val="FDE379"/>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6" name="Oval 15">
            <a:extLst>
              <a:ext uri="{FF2B5EF4-FFF2-40B4-BE49-F238E27FC236}">
                <a16:creationId xmlns:a16="http://schemas.microsoft.com/office/drawing/2014/main" id="{408877ED-AA45-E3C3-68AD-A33FCAB15981}"/>
              </a:ext>
            </a:extLst>
          </p:cNvPr>
          <p:cNvSpPr/>
          <p:nvPr/>
        </p:nvSpPr>
        <p:spPr>
          <a:xfrm>
            <a:off x="2590021" y="1253147"/>
            <a:ext cx="124472" cy="124472"/>
          </a:xfrm>
          <a:prstGeom prst="ellipse">
            <a:avLst/>
          </a:prstGeom>
          <a:solidFill>
            <a:srgbClr val="4E42DA">
              <a:alpha val="70000"/>
            </a:srgbClr>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8" name="Rectangle 17">
            <a:extLst>
              <a:ext uri="{FF2B5EF4-FFF2-40B4-BE49-F238E27FC236}">
                <a16:creationId xmlns:a16="http://schemas.microsoft.com/office/drawing/2014/main" id="{5FDE1431-EBDC-CE84-8879-CA14484B6792}"/>
              </a:ext>
            </a:extLst>
          </p:cNvPr>
          <p:cNvSpPr/>
          <p:nvPr/>
        </p:nvSpPr>
        <p:spPr>
          <a:xfrm>
            <a:off x="2921948" y="1180538"/>
            <a:ext cx="5808722" cy="248945"/>
          </a:xfrm>
          <a:prstGeom prst="rect">
            <a:avLst/>
          </a:prstGeom>
          <a:solidFill>
            <a:srgbClr val="FFFFFF">
              <a:alpha val="20000"/>
            </a:srgbClr>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20" name="TextBox 19">
            <a:extLst>
              <a:ext uri="{FF2B5EF4-FFF2-40B4-BE49-F238E27FC236}">
                <a16:creationId xmlns:a16="http://schemas.microsoft.com/office/drawing/2014/main" id="{579D2C24-8863-2CDB-2B74-C2FAD0EA8DEC}"/>
              </a:ext>
            </a:extLst>
          </p:cNvPr>
          <p:cNvSpPr txBox="1"/>
          <p:nvPr/>
        </p:nvSpPr>
        <p:spPr>
          <a:xfrm>
            <a:off x="5191294" y="1144077"/>
            <a:ext cx="1270030"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FFFFFF"/>
                </a:solidFill>
                <a:effectLst/>
                <a:uLnTx/>
                <a:uFillTx/>
                <a:latin typeface="Segoe UI"/>
                <a:ea typeface="+mn-ea"/>
                <a:cs typeface="Segoe UI"/>
                <a:sym typeface="Segoe UI"/>
                <a:rtl val="0"/>
              </a:rPr>
              <a:t>librarysearch.edu</a:t>
            </a:r>
          </a:p>
        </p:txBody>
      </p:sp>
      <p:sp>
        <p:nvSpPr>
          <p:cNvPr id="22" name="Rectangle 21">
            <a:extLst>
              <a:ext uri="{FF2B5EF4-FFF2-40B4-BE49-F238E27FC236}">
                <a16:creationId xmlns:a16="http://schemas.microsoft.com/office/drawing/2014/main" id="{6DFD7CEC-C62C-7381-139C-0D11791FEC04}"/>
              </a:ext>
            </a:extLst>
          </p:cNvPr>
          <p:cNvSpPr/>
          <p:nvPr/>
        </p:nvSpPr>
        <p:spPr>
          <a:xfrm>
            <a:off x="1946912" y="1512465"/>
            <a:ext cx="8298175" cy="414908"/>
          </a:xfrm>
          <a:prstGeom prst="rect">
            <a:avLst/>
          </a:prstGeom>
          <a:solidFill>
            <a:srgbClr val="FFFFFF"/>
          </a:solidFill>
          <a:ln w="10372" cap="flat">
            <a:solidFill>
              <a:srgbClr val="EDEEF5"/>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24" name="Rectangle 23">
            <a:extLst>
              <a:ext uri="{FF2B5EF4-FFF2-40B4-BE49-F238E27FC236}">
                <a16:creationId xmlns:a16="http://schemas.microsoft.com/office/drawing/2014/main" id="{EF784B93-1812-EF09-CD2C-2CF7061B6328}"/>
              </a:ext>
            </a:extLst>
          </p:cNvPr>
          <p:cNvSpPr/>
          <p:nvPr/>
        </p:nvSpPr>
        <p:spPr>
          <a:xfrm>
            <a:off x="2154367" y="1605820"/>
            <a:ext cx="207454" cy="207454"/>
          </a:xfrm>
          <a:prstGeom prst="rect">
            <a:avLst/>
          </a:prstGeom>
          <a:solidFill>
            <a:srgbClr val="444F9C"/>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26" name="TextBox 25">
            <a:extLst>
              <a:ext uri="{FF2B5EF4-FFF2-40B4-BE49-F238E27FC236}">
                <a16:creationId xmlns:a16="http://schemas.microsoft.com/office/drawing/2014/main" id="{A6081646-CD8C-A24F-60DF-5165C9814F2D}"/>
              </a:ext>
            </a:extLst>
          </p:cNvPr>
          <p:cNvSpPr txBox="1"/>
          <p:nvPr/>
        </p:nvSpPr>
        <p:spPr>
          <a:xfrm>
            <a:off x="2353363" y="1558165"/>
            <a:ext cx="1185407" cy="29838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25" b="1" i="0" u="none" strike="noStrike" kern="1200" cap="none" spc="0" normalizeH="0" baseline="0" noProof="0">
                <a:ln/>
                <a:solidFill>
                  <a:srgbClr val="444F9C"/>
                </a:solidFill>
                <a:effectLst/>
                <a:uLnTx/>
                <a:uFillTx/>
                <a:latin typeface="Segoe UI"/>
                <a:ea typeface="+mn-ea"/>
                <a:cs typeface="Segoe UI"/>
                <a:sym typeface="Segoe UI"/>
                <a:rtl val="0"/>
              </a:rPr>
              <a:t>LibrarySearch</a:t>
            </a:r>
          </a:p>
        </p:txBody>
      </p:sp>
      <p:sp>
        <p:nvSpPr>
          <p:cNvPr id="28" name="TextBox 27">
            <a:extLst>
              <a:ext uri="{FF2B5EF4-FFF2-40B4-BE49-F238E27FC236}">
                <a16:creationId xmlns:a16="http://schemas.microsoft.com/office/drawing/2014/main" id="{07F1C219-15FC-DB9D-A93E-FA5D6F04C4EB}"/>
              </a:ext>
            </a:extLst>
          </p:cNvPr>
          <p:cNvSpPr txBox="1"/>
          <p:nvPr/>
        </p:nvSpPr>
        <p:spPr>
          <a:xfrm>
            <a:off x="4116725" y="1569358"/>
            <a:ext cx="675543"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Catalog</a:t>
            </a:r>
          </a:p>
        </p:txBody>
      </p:sp>
      <p:sp>
        <p:nvSpPr>
          <p:cNvPr id="29" name="TextBox 28">
            <a:extLst>
              <a:ext uri="{FF2B5EF4-FFF2-40B4-BE49-F238E27FC236}">
                <a16:creationId xmlns:a16="http://schemas.microsoft.com/office/drawing/2014/main" id="{6756552C-84E9-01D0-0852-7CABE588F25E}"/>
              </a:ext>
            </a:extLst>
          </p:cNvPr>
          <p:cNvSpPr txBox="1"/>
          <p:nvPr/>
        </p:nvSpPr>
        <p:spPr>
          <a:xfrm>
            <a:off x="4759834" y="1569358"/>
            <a:ext cx="840119"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Databases</a:t>
            </a:r>
          </a:p>
        </p:txBody>
      </p:sp>
      <p:sp>
        <p:nvSpPr>
          <p:cNvPr id="30" name="TextBox 29">
            <a:extLst>
              <a:ext uri="{FF2B5EF4-FFF2-40B4-BE49-F238E27FC236}">
                <a16:creationId xmlns:a16="http://schemas.microsoft.com/office/drawing/2014/main" id="{57B7C8F7-1305-34DF-607C-7EC8951DE8DB}"/>
              </a:ext>
            </a:extLst>
          </p:cNvPr>
          <p:cNvSpPr txBox="1"/>
          <p:nvPr/>
        </p:nvSpPr>
        <p:spPr>
          <a:xfrm>
            <a:off x="5548160" y="1569358"/>
            <a:ext cx="705324"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Journals</a:t>
            </a:r>
          </a:p>
        </p:txBody>
      </p:sp>
      <p:sp>
        <p:nvSpPr>
          <p:cNvPr id="31" name="TextBox 30">
            <a:extLst>
              <a:ext uri="{FF2B5EF4-FFF2-40B4-BE49-F238E27FC236}">
                <a16:creationId xmlns:a16="http://schemas.microsoft.com/office/drawing/2014/main" id="{DD92A8DB-040B-5DA2-3DBF-0A6AD2F1D436}"/>
              </a:ext>
            </a:extLst>
          </p:cNvPr>
          <p:cNvSpPr txBox="1"/>
          <p:nvPr/>
        </p:nvSpPr>
        <p:spPr>
          <a:xfrm>
            <a:off x="6149778" y="1569358"/>
            <a:ext cx="644202"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Browse</a:t>
            </a:r>
          </a:p>
        </p:txBody>
      </p:sp>
      <p:sp>
        <p:nvSpPr>
          <p:cNvPr id="32" name="TextBox 31">
            <a:extLst>
              <a:ext uri="{FF2B5EF4-FFF2-40B4-BE49-F238E27FC236}">
                <a16:creationId xmlns:a16="http://schemas.microsoft.com/office/drawing/2014/main" id="{8EF548B1-7574-3463-9406-BC7E486789B3}"/>
              </a:ext>
            </a:extLst>
          </p:cNvPr>
          <p:cNvSpPr txBox="1"/>
          <p:nvPr/>
        </p:nvSpPr>
        <p:spPr>
          <a:xfrm>
            <a:off x="6772141" y="1569358"/>
            <a:ext cx="949812"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My Account</a:t>
            </a:r>
          </a:p>
        </p:txBody>
      </p:sp>
      <p:sp>
        <p:nvSpPr>
          <p:cNvPr id="33" name="Rectangle 32">
            <a:extLst>
              <a:ext uri="{FF2B5EF4-FFF2-40B4-BE49-F238E27FC236}">
                <a16:creationId xmlns:a16="http://schemas.microsoft.com/office/drawing/2014/main" id="{A1D18EA3-FB20-4167-D38F-C954191D0538}"/>
              </a:ext>
            </a:extLst>
          </p:cNvPr>
          <p:cNvSpPr/>
          <p:nvPr/>
        </p:nvSpPr>
        <p:spPr>
          <a:xfrm>
            <a:off x="7797126" y="1605820"/>
            <a:ext cx="2053798" cy="228199"/>
          </a:xfrm>
          <a:prstGeom prst="rect">
            <a:avLst/>
          </a:prstGeom>
          <a:solidFill>
            <a:srgbClr val="F0F1F7"/>
          </a:solidFill>
          <a:ln w="10372" cap="flat">
            <a:solidFill>
              <a:srgbClr val="CECDED"/>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34" name="TextBox 33">
            <a:extLst>
              <a:ext uri="{FF2B5EF4-FFF2-40B4-BE49-F238E27FC236}">
                <a16:creationId xmlns:a16="http://schemas.microsoft.com/office/drawing/2014/main" id="{276113D7-2D4E-831D-509E-36220212B77E}"/>
              </a:ext>
            </a:extLst>
          </p:cNvPr>
          <p:cNvSpPr txBox="1"/>
          <p:nvPr/>
        </p:nvSpPr>
        <p:spPr>
          <a:xfrm>
            <a:off x="8466009" y="1558985"/>
            <a:ext cx="716031"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E5760"/>
                </a:solidFill>
                <a:effectLst/>
                <a:uLnTx/>
                <a:uFillTx/>
                <a:latin typeface="Segoe UI"/>
                <a:ea typeface="+mn-ea"/>
                <a:cs typeface="Segoe UI"/>
                <a:sym typeface="Segoe UI"/>
                <a:rtl val="0"/>
              </a:rPr>
              <a:t>Search…</a:t>
            </a:r>
          </a:p>
        </p:txBody>
      </p:sp>
      <p:sp>
        <p:nvSpPr>
          <p:cNvPr id="35" name="Rectangle 34">
            <a:extLst>
              <a:ext uri="{FF2B5EF4-FFF2-40B4-BE49-F238E27FC236}">
                <a16:creationId xmlns:a16="http://schemas.microsoft.com/office/drawing/2014/main" id="{817FAF6A-3CAD-4F6C-33FC-F9E83F47FC20}"/>
              </a:ext>
            </a:extLst>
          </p:cNvPr>
          <p:cNvSpPr/>
          <p:nvPr/>
        </p:nvSpPr>
        <p:spPr>
          <a:xfrm>
            <a:off x="1946912" y="1927374"/>
            <a:ext cx="8298175" cy="1140998"/>
          </a:xfrm>
          <a:prstGeom prst="rect">
            <a:avLst/>
          </a:prstGeom>
          <a:solidFill>
            <a:srgbClr val="FFFFFF"/>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36" name="Rectangle 35">
            <a:extLst>
              <a:ext uri="{FF2B5EF4-FFF2-40B4-BE49-F238E27FC236}">
                <a16:creationId xmlns:a16="http://schemas.microsoft.com/office/drawing/2014/main" id="{6FCFDBC7-A955-7B20-EF80-B0D301E471F6}"/>
              </a:ext>
            </a:extLst>
          </p:cNvPr>
          <p:cNvSpPr/>
          <p:nvPr/>
        </p:nvSpPr>
        <p:spPr>
          <a:xfrm>
            <a:off x="1946912" y="1927374"/>
            <a:ext cx="5165614" cy="1140998"/>
          </a:xfrm>
          <a:prstGeom prst="rect">
            <a:avLst/>
          </a:prstGeom>
          <a:solidFill>
            <a:srgbClr val="FFFFFF"/>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37" name="Rectangle 36">
            <a:extLst>
              <a:ext uri="{FF2B5EF4-FFF2-40B4-BE49-F238E27FC236}">
                <a16:creationId xmlns:a16="http://schemas.microsoft.com/office/drawing/2014/main" id="{3EEAC2F5-F03A-3DB4-8175-F813CC855642}"/>
              </a:ext>
            </a:extLst>
          </p:cNvPr>
          <p:cNvSpPr/>
          <p:nvPr/>
        </p:nvSpPr>
        <p:spPr>
          <a:xfrm>
            <a:off x="1946912" y="1927374"/>
            <a:ext cx="51863" cy="1140998"/>
          </a:xfrm>
          <a:prstGeom prst="rect">
            <a:avLst/>
          </a:prstGeom>
          <a:solidFill>
            <a:srgbClr val="444F9C">
              <a:alpha val="70000"/>
            </a:srgbClr>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38" name="TextBox 37">
            <a:extLst>
              <a:ext uri="{FF2B5EF4-FFF2-40B4-BE49-F238E27FC236}">
                <a16:creationId xmlns:a16="http://schemas.microsoft.com/office/drawing/2014/main" id="{AC4B1385-A570-71B6-D3A6-B70DBCC851B6}"/>
              </a:ext>
            </a:extLst>
          </p:cNvPr>
          <p:cNvSpPr txBox="1"/>
          <p:nvPr/>
        </p:nvSpPr>
        <p:spPr>
          <a:xfrm>
            <a:off x="2083672" y="1961060"/>
            <a:ext cx="2169762" cy="32598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75" b="1" i="0" u="none" strike="noStrike" kern="1200" cap="none" spc="0" normalizeH="0" baseline="0" noProof="0">
                <a:ln/>
                <a:solidFill>
                  <a:srgbClr val="444F9C"/>
                </a:solidFill>
                <a:effectLst/>
                <a:uLnTx/>
                <a:uFillTx/>
                <a:latin typeface="Segoe UI"/>
                <a:ea typeface="+mn-ea"/>
                <a:cs typeface="Segoe UI"/>
                <a:sym typeface="Segoe UI"/>
                <a:rtl val="0"/>
              </a:rPr>
              <a:t>Find a Specific Resource</a:t>
            </a:r>
          </a:p>
        </p:txBody>
      </p:sp>
      <p:sp>
        <p:nvSpPr>
          <p:cNvPr id="39" name="TextBox 38">
            <a:extLst>
              <a:ext uri="{FF2B5EF4-FFF2-40B4-BE49-F238E27FC236}">
                <a16:creationId xmlns:a16="http://schemas.microsoft.com/office/drawing/2014/main" id="{F9133044-B952-7296-37D8-E32DB755F2DD}"/>
              </a:ext>
            </a:extLst>
          </p:cNvPr>
          <p:cNvSpPr txBox="1"/>
          <p:nvPr/>
        </p:nvSpPr>
        <p:spPr>
          <a:xfrm>
            <a:off x="2083672" y="2202094"/>
            <a:ext cx="3887287"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E5760"/>
                </a:solidFill>
                <a:effectLst/>
                <a:uLnTx/>
                <a:uFillTx/>
                <a:latin typeface="Segoe UI"/>
                <a:ea typeface="+mn-ea"/>
                <a:cs typeface="Segoe UI"/>
                <a:sym typeface="Segoe UI"/>
                <a:rtl val="0"/>
              </a:rPr>
              <a:t>Enter a title, ISBN, author, or keyword for a precise lookup</a:t>
            </a:r>
          </a:p>
        </p:txBody>
      </p:sp>
      <p:sp>
        <p:nvSpPr>
          <p:cNvPr id="40" name="Rectangle 39">
            <a:extLst>
              <a:ext uri="{FF2B5EF4-FFF2-40B4-BE49-F238E27FC236}">
                <a16:creationId xmlns:a16="http://schemas.microsoft.com/office/drawing/2014/main" id="{4678848B-F033-37F2-0313-A06F3505E3FF}"/>
              </a:ext>
            </a:extLst>
          </p:cNvPr>
          <p:cNvSpPr/>
          <p:nvPr/>
        </p:nvSpPr>
        <p:spPr>
          <a:xfrm>
            <a:off x="2175112" y="2528992"/>
            <a:ext cx="3609706" cy="311181"/>
          </a:xfrm>
          <a:prstGeom prst="rect">
            <a:avLst/>
          </a:prstGeom>
          <a:solidFill>
            <a:srgbClr val="F0F1F7"/>
          </a:solidFill>
          <a:ln w="20743" cap="flat">
            <a:solidFill>
              <a:srgbClr val="444F9C"/>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41" name="TextBox 40">
            <a:extLst>
              <a:ext uri="{FF2B5EF4-FFF2-40B4-BE49-F238E27FC236}">
                <a16:creationId xmlns:a16="http://schemas.microsoft.com/office/drawing/2014/main" id="{67DD5370-1327-1BBF-E62A-50B965E9AAEC}"/>
              </a:ext>
            </a:extLst>
          </p:cNvPr>
          <p:cNvSpPr txBox="1"/>
          <p:nvPr/>
        </p:nvSpPr>
        <p:spPr>
          <a:xfrm>
            <a:off x="3262911" y="2523648"/>
            <a:ext cx="1434109"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E5760"/>
                </a:solidFill>
                <a:effectLst/>
                <a:uLnTx/>
                <a:uFillTx/>
                <a:latin typeface="Segoe UI"/>
                <a:ea typeface="+mn-ea"/>
                <a:cs typeface="Segoe UI"/>
                <a:sym typeface="Segoe UI"/>
                <a:rtl val="0"/>
              </a:rPr>
              <a:t>Title, ISBN, author…</a:t>
            </a:r>
          </a:p>
        </p:txBody>
      </p:sp>
      <p:sp>
        <p:nvSpPr>
          <p:cNvPr id="42" name="Rectangle 41">
            <a:extLst>
              <a:ext uri="{FF2B5EF4-FFF2-40B4-BE49-F238E27FC236}">
                <a16:creationId xmlns:a16="http://schemas.microsoft.com/office/drawing/2014/main" id="{DF231E1D-2FF9-19E0-F0F0-5F51010142E0}"/>
              </a:ext>
            </a:extLst>
          </p:cNvPr>
          <p:cNvSpPr/>
          <p:nvPr/>
        </p:nvSpPr>
        <p:spPr>
          <a:xfrm>
            <a:off x="5867800" y="2528992"/>
            <a:ext cx="995781" cy="311181"/>
          </a:xfrm>
          <a:prstGeom prst="rect">
            <a:avLst/>
          </a:prstGeom>
          <a:solidFill>
            <a:srgbClr val="444F9C"/>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43" name="TextBox 42">
            <a:extLst>
              <a:ext uri="{FF2B5EF4-FFF2-40B4-BE49-F238E27FC236}">
                <a16:creationId xmlns:a16="http://schemas.microsoft.com/office/drawing/2014/main" id="{DB8DC7DD-2649-CBA6-7D75-8285E70A796A}"/>
              </a:ext>
            </a:extLst>
          </p:cNvPr>
          <p:cNvSpPr txBox="1"/>
          <p:nvPr/>
        </p:nvSpPr>
        <p:spPr>
          <a:xfrm>
            <a:off x="6048021" y="2523648"/>
            <a:ext cx="635339"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dirty="0">
                <a:ln/>
                <a:solidFill>
                  <a:srgbClr val="FFFFFF"/>
                </a:solidFill>
                <a:effectLst/>
                <a:uLnTx/>
                <a:uFillTx/>
                <a:latin typeface="Segoe UI"/>
                <a:ea typeface="+mn-ea"/>
                <a:cs typeface="Segoe UI"/>
                <a:sym typeface="Segoe UI"/>
                <a:rtl val="0"/>
              </a:rPr>
              <a:t>Search</a:t>
            </a:r>
          </a:p>
        </p:txBody>
      </p:sp>
      <p:sp>
        <p:nvSpPr>
          <p:cNvPr id="44" name="Freeform: Shape 43">
            <a:extLst>
              <a:ext uri="{FF2B5EF4-FFF2-40B4-BE49-F238E27FC236}">
                <a16:creationId xmlns:a16="http://schemas.microsoft.com/office/drawing/2014/main" id="{0F97F3E1-840F-8E4E-A931-9855EA4B6DF5}"/>
              </a:ext>
            </a:extLst>
          </p:cNvPr>
          <p:cNvSpPr/>
          <p:nvPr/>
        </p:nvSpPr>
        <p:spPr>
          <a:xfrm>
            <a:off x="7112526" y="2031101"/>
            <a:ext cx="10372" cy="933544"/>
          </a:xfrm>
          <a:custGeom>
            <a:avLst/>
            <a:gdLst>
              <a:gd name="csX0" fmla="*/ 0 w 10372"/>
              <a:gd name="csY0" fmla="*/ 0 h 933544"/>
              <a:gd name="csX1" fmla="*/ 0 w 10372"/>
              <a:gd name="csY1" fmla="*/ 933545 h 933544"/>
            </a:gdLst>
            <a:ahLst/>
            <a:cxnLst>
              <a:cxn ang="0">
                <a:pos x="csX0" y="csY0"/>
              </a:cxn>
              <a:cxn ang="0">
                <a:pos x="csX1" y="csY1"/>
              </a:cxn>
            </a:cxnLst>
            <a:rect l="l" t="t" r="r" b="b"/>
            <a:pathLst>
              <a:path w="10372" h="933544">
                <a:moveTo>
                  <a:pt x="0" y="0"/>
                </a:moveTo>
                <a:lnTo>
                  <a:pt x="0" y="933545"/>
                </a:lnTo>
              </a:path>
            </a:pathLst>
          </a:custGeom>
          <a:ln w="16595" cap="flat">
            <a:solidFill>
              <a:srgbClr val="EDEEF5"/>
            </a:solidFill>
            <a:custDash>
              <a:ds d="375000" sp="300000"/>
            </a:custDash>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45" name="Rectangle 44">
            <a:extLst>
              <a:ext uri="{FF2B5EF4-FFF2-40B4-BE49-F238E27FC236}">
                <a16:creationId xmlns:a16="http://schemas.microsoft.com/office/drawing/2014/main" id="{14AFF9CA-C4F5-452B-1F35-D90DC8B3402E}"/>
              </a:ext>
            </a:extLst>
          </p:cNvPr>
          <p:cNvSpPr/>
          <p:nvPr/>
        </p:nvSpPr>
        <p:spPr>
          <a:xfrm>
            <a:off x="6998427" y="2404519"/>
            <a:ext cx="228199" cy="186708"/>
          </a:xfrm>
          <a:prstGeom prst="rect">
            <a:avLst/>
          </a:prstGeom>
          <a:solidFill>
            <a:srgbClr val="FFFFFF"/>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46" name="TextBox 45">
            <a:extLst>
              <a:ext uri="{FF2B5EF4-FFF2-40B4-BE49-F238E27FC236}">
                <a16:creationId xmlns:a16="http://schemas.microsoft.com/office/drawing/2014/main" id="{E02365B0-BB32-AD84-8978-56CA31E989B5}"/>
              </a:ext>
            </a:extLst>
          </p:cNvPr>
          <p:cNvSpPr txBox="1"/>
          <p:nvPr/>
        </p:nvSpPr>
        <p:spPr>
          <a:xfrm>
            <a:off x="6953299" y="2326567"/>
            <a:ext cx="318454"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CECDED"/>
                </a:solidFill>
                <a:effectLst/>
                <a:uLnTx/>
                <a:uFillTx/>
                <a:latin typeface="Segoe UI"/>
                <a:ea typeface="+mn-ea"/>
                <a:cs typeface="Segoe UI"/>
                <a:sym typeface="Segoe UI"/>
                <a:rtl val="0"/>
              </a:rPr>
              <a:t>or</a:t>
            </a:r>
          </a:p>
        </p:txBody>
      </p:sp>
      <p:sp>
        <p:nvSpPr>
          <p:cNvPr id="47" name="Rectangle 46">
            <a:extLst>
              <a:ext uri="{FF2B5EF4-FFF2-40B4-BE49-F238E27FC236}">
                <a16:creationId xmlns:a16="http://schemas.microsoft.com/office/drawing/2014/main" id="{E16952C9-E9DA-4CFF-E84E-4311BFF01CC1}"/>
              </a:ext>
            </a:extLst>
          </p:cNvPr>
          <p:cNvSpPr/>
          <p:nvPr/>
        </p:nvSpPr>
        <p:spPr>
          <a:xfrm>
            <a:off x="7174763" y="1927374"/>
            <a:ext cx="3070324" cy="1140998"/>
          </a:xfrm>
          <a:prstGeom prst="rect">
            <a:avLst/>
          </a:prstGeom>
          <a:solidFill>
            <a:srgbClr val="FEF8DD">
              <a:alpha val="45000"/>
            </a:srgbClr>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48" name="TextBox 47">
            <a:extLst>
              <a:ext uri="{FF2B5EF4-FFF2-40B4-BE49-F238E27FC236}">
                <a16:creationId xmlns:a16="http://schemas.microsoft.com/office/drawing/2014/main" id="{48D2C5D1-7D5F-1441-9703-8B70C8FCDA3B}"/>
              </a:ext>
            </a:extLst>
          </p:cNvPr>
          <p:cNvSpPr txBox="1"/>
          <p:nvPr/>
        </p:nvSpPr>
        <p:spPr>
          <a:xfrm>
            <a:off x="7290777" y="1961060"/>
            <a:ext cx="1762931" cy="32598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75" b="1" i="0" u="none" strike="noStrike" kern="1200" cap="none" spc="0" normalizeH="0" baseline="0" noProof="0">
                <a:ln/>
                <a:solidFill>
                  <a:srgbClr val="C23592"/>
                </a:solidFill>
                <a:effectLst/>
                <a:uLnTx/>
                <a:uFillTx/>
                <a:latin typeface="Segoe UI"/>
                <a:ea typeface="+mn-ea"/>
                <a:cs typeface="Segoe UI"/>
                <a:sym typeface="Segoe UI"/>
                <a:rtl val="0"/>
              </a:rPr>
              <a:t>Explore &amp; Discover</a:t>
            </a:r>
          </a:p>
        </p:txBody>
      </p:sp>
      <p:sp>
        <p:nvSpPr>
          <p:cNvPr id="49" name="TextBox 48">
            <a:extLst>
              <a:ext uri="{FF2B5EF4-FFF2-40B4-BE49-F238E27FC236}">
                <a16:creationId xmlns:a16="http://schemas.microsoft.com/office/drawing/2014/main" id="{B15A3529-ECF6-E429-C294-E312EB0C935B}"/>
              </a:ext>
            </a:extLst>
          </p:cNvPr>
          <p:cNvSpPr txBox="1"/>
          <p:nvPr/>
        </p:nvSpPr>
        <p:spPr>
          <a:xfrm>
            <a:off x="7290777" y="2202094"/>
            <a:ext cx="1890610"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E5760"/>
                </a:solidFill>
                <a:effectLst/>
                <a:uLnTx/>
                <a:uFillTx/>
                <a:latin typeface="Segoe UI"/>
                <a:ea typeface="+mn-ea"/>
                <a:cs typeface="Segoe UI"/>
                <a:sym typeface="Segoe UI"/>
                <a:rtl val="0"/>
              </a:rPr>
              <a:t>Not sure? Browse by topic.</a:t>
            </a:r>
          </a:p>
        </p:txBody>
      </p:sp>
      <p:sp>
        <p:nvSpPr>
          <p:cNvPr id="50" name="Rectangle 49">
            <a:extLst>
              <a:ext uri="{FF2B5EF4-FFF2-40B4-BE49-F238E27FC236}">
                <a16:creationId xmlns:a16="http://schemas.microsoft.com/office/drawing/2014/main" id="{6E328745-132E-AB63-2268-6550D497EC99}"/>
              </a:ext>
            </a:extLst>
          </p:cNvPr>
          <p:cNvSpPr/>
          <p:nvPr/>
        </p:nvSpPr>
        <p:spPr>
          <a:xfrm>
            <a:off x="7382217" y="2508246"/>
            <a:ext cx="767581" cy="248945"/>
          </a:xfrm>
          <a:prstGeom prst="rect">
            <a:avLst/>
          </a:prstGeom>
          <a:solidFill>
            <a:srgbClr val="C23592">
              <a:alpha val="85000"/>
            </a:srgbClr>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51" name="TextBox 50">
            <a:extLst>
              <a:ext uri="{FF2B5EF4-FFF2-40B4-BE49-F238E27FC236}">
                <a16:creationId xmlns:a16="http://schemas.microsoft.com/office/drawing/2014/main" id="{AEBAFB75-912C-6373-8CA8-C839367FA63E}"/>
              </a:ext>
            </a:extLst>
          </p:cNvPr>
          <p:cNvSpPr txBox="1"/>
          <p:nvPr/>
        </p:nvSpPr>
        <p:spPr>
          <a:xfrm>
            <a:off x="7453443" y="2471785"/>
            <a:ext cx="625128"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FFFFFF"/>
                </a:solidFill>
                <a:effectLst/>
                <a:uLnTx/>
                <a:uFillTx/>
                <a:latin typeface="Segoe UI"/>
                <a:ea typeface="+mn-ea"/>
                <a:cs typeface="Segoe UI"/>
                <a:sym typeface="Segoe UI"/>
                <a:rtl val="0"/>
              </a:rPr>
              <a:t>Design</a:t>
            </a:r>
          </a:p>
        </p:txBody>
      </p:sp>
      <p:sp>
        <p:nvSpPr>
          <p:cNvPr id="52" name="Rectangle 51">
            <a:extLst>
              <a:ext uri="{FF2B5EF4-FFF2-40B4-BE49-F238E27FC236}">
                <a16:creationId xmlns:a16="http://schemas.microsoft.com/office/drawing/2014/main" id="{0FE5C764-3866-66A1-01F6-F2B62B5D080D}"/>
              </a:ext>
            </a:extLst>
          </p:cNvPr>
          <p:cNvSpPr/>
          <p:nvPr/>
        </p:nvSpPr>
        <p:spPr>
          <a:xfrm>
            <a:off x="8232780" y="2508246"/>
            <a:ext cx="1016526" cy="248945"/>
          </a:xfrm>
          <a:prstGeom prst="rect">
            <a:avLst/>
          </a:prstGeom>
          <a:solidFill>
            <a:srgbClr val="444F9C">
              <a:alpha val="75000"/>
            </a:srgbClr>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53" name="TextBox 52">
            <a:extLst>
              <a:ext uri="{FF2B5EF4-FFF2-40B4-BE49-F238E27FC236}">
                <a16:creationId xmlns:a16="http://schemas.microsoft.com/office/drawing/2014/main" id="{C1DF0B82-B203-D31D-3255-7BBD914033F0}"/>
              </a:ext>
            </a:extLst>
          </p:cNvPr>
          <p:cNvSpPr txBox="1"/>
          <p:nvPr/>
        </p:nvSpPr>
        <p:spPr>
          <a:xfrm>
            <a:off x="8240043" y="2471785"/>
            <a:ext cx="1002000"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FFFFFF"/>
                </a:solidFill>
                <a:effectLst/>
                <a:uLnTx/>
                <a:uFillTx/>
                <a:latin typeface="Segoe UI"/>
                <a:ea typeface="+mn-ea"/>
                <a:cs typeface="Segoe UI"/>
                <a:sym typeface="Segoe UI"/>
                <a:rtl val="0"/>
              </a:rPr>
              <a:t>Data Science</a:t>
            </a:r>
          </a:p>
        </p:txBody>
      </p:sp>
      <p:sp>
        <p:nvSpPr>
          <p:cNvPr id="54" name="Rectangle 53">
            <a:extLst>
              <a:ext uri="{FF2B5EF4-FFF2-40B4-BE49-F238E27FC236}">
                <a16:creationId xmlns:a16="http://schemas.microsoft.com/office/drawing/2014/main" id="{BD6F6E27-EA11-9F7B-5796-E1D23694813B}"/>
              </a:ext>
            </a:extLst>
          </p:cNvPr>
          <p:cNvSpPr/>
          <p:nvPr/>
        </p:nvSpPr>
        <p:spPr>
          <a:xfrm>
            <a:off x="7382217" y="2798682"/>
            <a:ext cx="1037271" cy="248945"/>
          </a:xfrm>
          <a:prstGeom prst="rect">
            <a:avLst/>
          </a:prstGeom>
          <a:solidFill>
            <a:srgbClr val="4E42DA">
              <a:alpha val="70000"/>
            </a:srgbClr>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55" name="TextBox 54">
            <a:extLst>
              <a:ext uri="{FF2B5EF4-FFF2-40B4-BE49-F238E27FC236}">
                <a16:creationId xmlns:a16="http://schemas.microsoft.com/office/drawing/2014/main" id="{C2DECF40-3A7B-9DDA-D62F-EC87C50FD599}"/>
              </a:ext>
            </a:extLst>
          </p:cNvPr>
          <p:cNvSpPr txBox="1"/>
          <p:nvPr/>
        </p:nvSpPr>
        <p:spPr>
          <a:xfrm>
            <a:off x="7365888" y="2762221"/>
            <a:ext cx="1069929"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FFFFFF"/>
                </a:solidFill>
                <a:effectLst/>
                <a:uLnTx/>
                <a:uFillTx/>
                <a:latin typeface="Segoe UI"/>
                <a:ea typeface="+mn-ea"/>
                <a:cs typeface="Segoe UI"/>
                <a:sym typeface="Segoe UI"/>
                <a:rtl val="0"/>
              </a:rPr>
              <a:t>All subjects →</a:t>
            </a:r>
          </a:p>
        </p:txBody>
      </p:sp>
      <p:sp>
        <p:nvSpPr>
          <p:cNvPr id="56" name="Rectangle 55">
            <a:extLst>
              <a:ext uri="{FF2B5EF4-FFF2-40B4-BE49-F238E27FC236}">
                <a16:creationId xmlns:a16="http://schemas.microsoft.com/office/drawing/2014/main" id="{55D6C7A6-8E43-02E0-2862-3B128C2DAA6A}"/>
              </a:ext>
            </a:extLst>
          </p:cNvPr>
          <p:cNvSpPr/>
          <p:nvPr/>
        </p:nvSpPr>
        <p:spPr>
          <a:xfrm>
            <a:off x="8502471" y="2798682"/>
            <a:ext cx="850562" cy="248945"/>
          </a:xfrm>
          <a:prstGeom prst="rect">
            <a:avLst/>
          </a:prstGeom>
          <a:solidFill>
            <a:srgbClr val="EDEEF5"/>
          </a:solidFill>
          <a:ln w="10372" cap="flat">
            <a:solidFill>
              <a:srgbClr val="CECDED"/>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57" name="TextBox 56">
            <a:extLst>
              <a:ext uri="{FF2B5EF4-FFF2-40B4-BE49-F238E27FC236}">
                <a16:creationId xmlns:a16="http://schemas.microsoft.com/office/drawing/2014/main" id="{8648BAEF-3A2B-C3E8-22F9-85CADA31E8BF}"/>
              </a:ext>
            </a:extLst>
          </p:cNvPr>
          <p:cNvSpPr txBox="1"/>
          <p:nvPr/>
        </p:nvSpPr>
        <p:spPr>
          <a:xfrm>
            <a:off x="8498156" y="2762221"/>
            <a:ext cx="859193"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New items</a:t>
            </a:r>
          </a:p>
        </p:txBody>
      </p:sp>
      <p:sp>
        <p:nvSpPr>
          <p:cNvPr id="58" name="TextBox 57">
            <a:extLst>
              <a:ext uri="{FF2B5EF4-FFF2-40B4-BE49-F238E27FC236}">
                <a16:creationId xmlns:a16="http://schemas.microsoft.com/office/drawing/2014/main" id="{EEAF3E81-CA57-46C1-7576-1962B1B1F427}"/>
              </a:ext>
            </a:extLst>
          </p:cNvPr>
          <p:cNvSpPr txBox="1"/>
          <p:nvPr/>
        </p:nvSpPr>
        <p:spPr>
          <a:xfrm>
            <a:off x="3631932" y="3011166"/>
            <a:ext cx="4928135"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a:ln/>
                <a:solidFill>
                  <a:srgbClr val="C23592"/>
                </a:solidFill>
                <a:effectLst/>
                <a:uLnTx/>
                <a:uFillTx/>
                <a:latin typeface="Segoe UI"/>
                <a:ea typeface="+mn-ea"/>
                <a:cs typeface="Segoe UI"/>
                <a:sym typeface="Segoe UI"/>
                <a:rtl val="0"/>
              </a:rPr>
              <a:t>↑ Dual entry point: precision search (left) + topical exploration (right)</a:t>
            </a:r>
          </a:p>
        </p:txBody>
      </p:sp>
      <p:sp>
        <p:nvSpPr>
          <p:cNvPr id="59" name="Rectangle 58">
            <a:extLst>
              <a:ext uri="{FF2B5EF4-FFF2-40B4-BE49-F238E27FC236}">
                <a16:creationId xmlns:a16="http://schemas.microsoft.com/office/drawing/2014/main" id="{B8D43CF7-5BDB-B0C0-5DE3-B8D53F12075D}"/>
              </a:ext>
            </a:extLst>
          </p:cNvPr>
          <p:cNvSpPr/>
          <p:nvPr/>
        </p:nvSpPr>
        <p:spPr>
          <a:xfrm>
            <a:off x="1946912" y="3317318"/>
            <a:ext cx="5539031" cy="269690"/>
          </a:xfrm>
          <a:prstGeom prst="rect">
            <a:avLst/>
          </a:prstGeom>
          <a:solidFill>
            <a:srgbClr val="EDEEF5"/>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60" name="TextBox 59">
            <a:extLst>
              <a:ext uri="{FF2B5EF4-FFF2-40B4-BE49-F238E27FC236}">
                <a16:creationId xmlns:a16="http://schemas.microsoft.com/office/drawing/2014/main" id="{ACB51248-C2DA-7166-3858-9C51728DB922}"/>
              </a:ext>
            </a:extLst>
          </p:cNvPr>
          <p:cNvSpPr txBox="1"/>
          <p:nvPr/>
        </p:nvSpPr>
        <p:spPr>
          <a:xfrm>
            <a:off x="2062927" y="3291229"/>
            <a:ext cx="1158563"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a:ln/>
                <a:solidFill>
                  <a:srgbClr val="3A3A3A"/>
                </a:solidFill>
                <a:effectLst/>
                <a:uLnTx/>
                <a:uFillTx/>
                <a:latin typeface="Segoe UI"/>
                <a:ea typeface="+mn-ea"/>
                <a:cs typeface="Segoe UI"/>
                <a:sym typeface="Segoe UI"/>
                <a:rtl val="0"/>
              </a:rPr>
              <a:t>Search Results</a:t>
            </a:r>
          </a:p>
        </p:txBody>
      </p:sp>
      <p:sp>
        <p:nvSpPr>
          <p:cNvPr id="61" name="TextBox 60">
            <a:extLst>
              <a:ext uri="{FF2B5EF4-FFF2-40B4-BE49-F238E27FC236}">
                <a16:creationId xmlns:a16="http://schemas.microsoft.com/office/drawing/2014/main" id="{C4F134F0-CECA-6D33-2A86-97E693A1BCB0}"/>
              </a:ext>
            </a:extLst>
          </p:cNvPr>
          <p:cNvSpPr txBox="1"/>
          <p:nvPr/>
        </p:nvSpPr>
        <p:spPr>
          <a:xfrm>
            <a:off x="5694645" y="3291229"/>
            <a:ext cx="1737521"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E5760"/>
                </a:solidFill>
                <a:effectLst/>
                <a:uLnTx/>
                <a:uFillTx/>
                <a:latin typeface="Segoe UI"/>
                <a:ea typeface="+mn-ea"/>
                <a:cs typeface="Segoe UI"/>
                <a:sym typeface="Segoe UI"/>
                <a:rtl val="0"/>
              </a:rPr>
              <a:t>Sort: Relevance ▼ Filters</a:t>
            </a:r>
          </a:p>
        </p:txBody>
      </p:sp>
      <p:sp>
        <p:nvSpPr>
          <p:cNvPr id="62" name="Rectangle 61">
            <a:extLst>
              <a:ext uri="{FF2B5EF4-FFF2-40B4-BE49-F238E27FC236}">
                <a16:creationId xmlns:a16="http://schemas.microsoft.com/office/drawing/2014/main" id="{9875B7F9-A35F-F7A0-589B-01C41145C87E}"/>
              </a:ext>
            </a:extLst>
          </p:cNvPr>
          <p:cNvSpPr/>
          <p:nvPr/>
        </p:nvSpPr>
        <p:spPr>
          <a:xfrm>
            <a:off x="1946912" y="3587009"/>
            <a:ext cx="5539031" cy="726090"/>
          </a:xfrm>
          <a:prstGeom prst="rect">
            <a:avLst/>
          </a:prstGeom>
          <a:solidFill>
            <a:srgbClr val="FFFFFF"/>
          </a:solidFill>
          <a:ln w="18669" cap="flat">
            <a:solidFill>
              <a:srgbClr val="444F9C"/>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63" name="Rectangle 62">
            <a:extLst>
              <a:ext uri="{FF2B5EF4-FFF2-40B4-BE49-F238E27FC236}">
                <a16:creationId xmlns:a16="http://schemas.microsoft.com/office/drawing/2014/main" id="{6A650E12-1B5F-1FF0-916C-3E80F1515744}"/>
              </a:ext>
            </a:extLst>
          </p:cNvPr>
          <p:cNvSpPr/>
          <p:nvPr/>
        </p:nvSpPr>
        <p:spPr>
          <a:xfrm>
            <a:off x="1946912" y="3587009"/>
            <a:ext cx="62236" cy="726090"/>
          </a:xfrm>
          <a:prstGeom prst="rect">
            <a:avLst/>
          </a:prstGeom>
          <a:solidFill>
            <a:srgbClr val="444F9C"/>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64" name="Rectangle 63">
            <a:extLst>
              <a:ext uri="{FF2B5EF4-FFF2-40B4-BE49-F238E27FC236}">
                <a16:creationId xmlns:a16="http://schemas.microsoft.com/office/drawing/2014/main" id="{77DBBC18-2BC3-90C2-E765-B239C840E097}"/>
              </a:ext>
            </a:extLst>
          </p:cNvPr>
          <p:cNvSpPr/>
          <p:nvPr/>
        </p:nvSpPr>
        <p:spPr>
          <a:xfrm>
            <a:off x="2112876" y="3690736"/>
            <a:ext cx="456399" cy="539381"/>
          </a:xfrm>
          <a:prstGeom prst="rect">
            <a:avLst/>
          </a:prstGeom>
          <a:solidFill>
            <a:srgbClr val="EDEEF5"/>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65" name="TextBox 64">
            <a:extLst>
              <a:ext uri="{FF2B5EF4-FFF2-40B4-BE49-F238E27FC236}">
                <a16:creationId xmlns:a16="http://schemas.microsoft.com/office/drawing/2014/main" id="{9A785A6C-70CC-AA88-F42E-442CF28A7FAB}"/>
              </a:ext>
            </a:extLst>
          </p:cNvPr>
          <p:cNvSpPr txBox="1"/>
          <p:nvPr/>
        </p:nvSpPr>
        <p:spPr>
          <a:xfrm>
            <a:off x="2092971" y="3730692"/>
            <a:ext cx="496209" cy="394963"/>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50" b="0" i="0" u="none" strike="noStrike" kern="1200" cap="none" spc="0" normalizeH="0" baseline="0" noProof="0">
                <a:ln/>
                <a:solidFill>
                  <a:srgbClr val="444F9C"/>
                </a:solidFill>
                <a:effectLst/>
                <a:uLnTx/>
                <a:uFillTx/>
                <a:latin typeface="Segoe UI Emoji"/>
                <a:ea typeface="Segoe UI Emoji"/>
                <a:cs typeface="+mn-cs"/>
                <a:sym typeface="Segoe UI Emoji"/>
                <a:rtl val="0"/>
              </a:rPr>
              <a:t>📘</a:t>
            </a:r>
          </a:p>
        </p:txBody>
      </p:sp>
      <p:sp>
        <p:nvSpPr>
          <p:cNvPr id="66" name="TextBox 65">
            <a:extLst>
              <a:ext uri="{FF2B5EF4-FFF2-40B4-BE49-F238E27FC236}">
                <a16:creationId xmlns:a16="http://schemas.microsoft.com/office/drawing/2014/main" id="{CEDA7E7D-F1D0-72BE-622E-A33C372FFB4C}"/>
              </a:ext>
            </a:extLst>
          </p:cNvPr>
          <p:cNvSpPr txBox="1"/>
          <p:nvPr/>
        </p:nvSpPr>
        <p:spPr>
          <a:xfrm>
            <a:off x="2602308" y="3601590"/>
            <a:ext cx="2788493" cy="29838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25" b="1" i="0" u="none" strike="noStrike" kern="1200" cap="none" spc="0" normalizeH="0" baseline="0" noProof="0">
                <a:ln/>
                <a:solidFill>
                  <a:srgbClr val="444F9C"/>
                </a:solidFill>
                <a:effectLst/>
                <a:uLnTx/>
                <a:uFillTx/>
                <a:latin typeface="Segoe UI"/>
                <a:ea typeface="+mn-ea"/>
                <a:cs typeface="Segoe UI"/>
                <a:sym typeface="Segoe UI"/>
                <a:rtl val="0"/>
              </a:rPr>
              <a:t>Designing Information Architecture</a:t>
            </a:r>
          </a:p>
        </p:txBody>
      </p:sp>
      <p:sp>
        <p:nvSpPr>
          <p:cNvPr id="67" name="TextBox 66">
            <a:extLst>
              <a:ext uri="{FF2B5EF4-FFF2-40B4-BE49-F238E27FC236}">
                <a16:creationId xmlns:a16="http://schemas.microsoft.com/office/drawing/2014/main" id="{E54A4B2C-8C74-9515-309A-AA76302E78DD}"/>
              </a:ext>
            </a:extLst>
          </p:cNvPr>
          <p:cNvSpPr txBox="1"/>
          <p:nvPr/>
        </p:nvSpPr>
        <p:spPr>
          <a:xfrm>
            <a:off x="2602308" y="3799492"/>
            <a:ext cx="3430857"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E5760"/>
                </a:solidFill>
                <a:effectLst/>
                <a:uLnTx/>
                <a:uFillTx/>
                <a:latin typeface="Segoe UI"/>
                <a:ea typeface="+mn-ea"/>
                <a:cs typeface="Segoe UI"/>
                <a:sym typeface="Segoe UI"/>
                <a:rtl val="0"/>
              </a:rPr>
              <a:t>Gabriel-Petit · O'Reilly, 2025 · ISBN 9781838827199</a:t>
            </a:r>
          </a:p>
        </p:txBody>
      </p:sp>
      <p:sp>
        <p:nvSpPr>
          <p:cNvPr id="68" name="TextBox 67">
            <a:extLst>
              <a:ext uri="{FF2B5EF4-FFF2-40B4-BE49-F238E27FC236}">
                <a16:creationId xmlns:a16="http://schemas.microsoft.com/office/drawing/2014/main" id="{1CCF2D8F-61A3-A83F-E2AE-ECCC6589BC57}"/>
              </a:ext>
            </a:extLst>
          </p:cNvPr>
          <p:cNvSpPr txBox="1"/>
          <p:nvPr/>
        </p:nvSpPr>
        <p:spPr>
          <a:xfrm>
            <a:off x="2602308" y="3986201"/>
            <a:ext cx="3329105"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Available: 3 print copies · Full text online · 2 holds</a:t>
            </a:r>
          </a:p>
        </p:txBody>
      </p:sp>
      <p:sp>
        <p:nvSpPr>
          <p:cNvPr id="69" name="Rectangle 68">
            <a:extLst>
              <a:ext uri="{FF2B5EF4-FFF2-40B4-BE49-F238E27FC236}">
                <a16:creationId xmlns:a16="http://schemas.microsoft.com/office/drawing/2014/main" id="{78BB6579-5BCF-DDA4-53B6-0CC50123342E}"/>
              </a:ext>
            </a:extLst>
          </p:cNvPr>
          <p:cNvSpPr/>
          <p:nvPr/>
        </p:nvSpPr>
        <p:spPr>
          <a:xfrm>
            <a:off x="5992905" y="3687576"/>
            <a:ext cx="1140999" cy="186708"/>
          </a:xfrm>
          <a:prstGeom prst="rect">
            <a:avLst/>
          </a:prstGeom>
          <a:solidFill>
            <a:srgbClr val="444F9C"/>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70" name="TextBox 69">
            <a:extLst>
              <a:ext uri="{FF2B5EF4-FFF2-40B4-BE49-F238E27FC236}">
                <a16:creationId xmlns:a16="http://schemas.microsoft.com/office/drawing/2014/main" id="{A5EE5248-8A52-E143-03C4-B00F116451B5}"/>
              </a:ext>
            </a:extLst>
          </p:cNvPr>
          <p:cNvSpPr txBox="1"/>
          <p:nvPr/>
        </p:nvSpPr>
        <p:spPr>
          <a:xfrm>
            <a:off x="6013464" y="3662132"/>
            <a:ext cx="1104248"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solidFill>
                  <a:srgbClr val="FFFFFF"/>
                </a:solidFill>
                <a:effectLst/>
                <a:uLnTx/>
                <a:uFillTx/>
                <a:latin typeface="Segoe UI Symbol"/>
                <a:ea typeface="Segoe UI Symbol"/>
                <a:cs typeface="+mn-cs"/>
                <a:sym typeface="Segoe UI Symbol"/>
                <a:rtl val="0"/>
              </a:rPr>
              <a:t>✓</a:t>
            </a:r>
            <a:r>
              <a:rPr kumimoji="0" lang="en-US" sz="1050" b="0" i="0" u="none" strike="noStrike" kern="1200" cap="none" spc="0" normalizeH="0" baseline="0" noProof="0" dirty="0">
                <a:ln/>
                <a:solidFill>
                  <a:srgbClr val="FFFFFF"/>
                </a:solidFill>
                <a:effectLst/>
                <a:uLnTx/>
                <a:uFillTx/>
                <a:latin typeface="Segoe UI"/>
                <a:ea typeface="Segoe UI Symbol"/>
                <a:cs typeface="Segoe UI"/>
                <a:sym typeface="Segoe UI"/>
                <a:rtl val="0"/>
              </a:rPr>
              <a:t> Exact Match</a:t>
            </a:r>
          </a:p>
        </p:txBody>
      </p:sp>
      <p:sp>
        <p:nvSpPr>
          <p:cNvPr id="71" name="Rectangle 70">
            <a:extLst>
              <a:ext uri="{FF2B5EF4-FFF2-40B4-BE49-F238E27FC236}">
                <a16:creationId xmlns:a16="http://schemas.microsoft.com/office/drawing/2014/main" id="{030C063A-D99E-4BE8-5E73-B49C8F9B47A7}"/>
              </a:ext>
            </a:extLst>
          </p:cNvPr>
          <p:cNvSpPr/>
          <p:nvPr/>
        </p:nvSpPr>
        <p:spPr>
          <a:xfrm>
            <a:off x="5998799" y="3960426"/>
            <a:ext cx="1452180" cy="207454"/>
          </a:xfrm>
          <a:prstGeom prst="rect">
            <a:avLst/>
          </a:prstGeom>
          <a:solidFill>
            <a:srgbClr val="4E42DA">
              <a:alpha val="85000"/>
            </a:srgbClr>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72" name="TextBox 71">
            <a:extLst>
              <a:ext uri="{FF2B5EF4-FFF2-40B4-BE49-F238E27FC236}">
                <a16:creationId xmlns:a16="http://schemas.microsoft.com/office/drawing/2014/main" id="{0BBB353A-921F-744B-CC59-27AD651BFF7D}"/>
              </a:ext>
            </a:extLst>
          </p:cNvPr>
          <p:cNvSpPr txBox="1"/>
          <p:nvPr/>
        </p:nvSpPr>
        <p:spPr>
          <a:xfrm>
            <a:off x="5931413" y="3947225"/>
            <a:ext cx="1573087"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FFFFFF"/>
                </a:solidFill>
                <a:effectLst/>
                <a:uLnTx/>
                <a:uFillTx/>
                <a:latin typeface="Segoe UI"/>
                <a:ea typeface="+mn-ea"/>
                <a:cs typeface="Segoe UI"/>
                <a:sym typeface="Segoe UI"/>
                <a:rtl val="0"/>
              </a:rPr>
              <a:t>Request · View Online</a:t>
            </a:r>
          </a:p>
        </p:txBody>
      </p:sp>
      <p:sp>
        <p:nvSpPr>
          <p:cNvPr id="73" name="TextBox 72">
            <a:extLst>
              <a:ext uri="{FF2B5EF4-FFF2-40B4-BE49-F238E27FC236}">
                <a16:creationId xmlns:a16="http://schemas.microsoft.com/office/drawing/2014/main" id="{F7302ABD-0370-C7E6-8275-68917F780AD1}"/>
              </a:ext>
            </a:extLst>
          </p:cNvPr>
          <p:cNvSpPr txBox="1"/>
          <p:nvPr/>
        </p:nvSpPr>
        <p:spPr>
          <a:xfrm>
            <a:off x="2042181" y="4235147"/>
            <a:ext cx="4095967"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1" u="none" strike="noStrike" kern="1200" cap="none" spc="0" normalizeH="0" baseline="0" noProof="0">
                <a:ln/>
                <a:solidFill>
                  <a:srgbClr val="444F9C"/>
                </a:solidFill>
                <a:effectLst/>
                <a:uLnTx/>
                <a:uFillTx/>
                <a:latin typeface="Segoe UI"/>
                <a:ea typeface="+mn-ea"/>
                <a:cs typeface="Segoe UI"/>
                <a:sym typeface="Segoe UI"/>
                <a:rtl val="0"/>
              </a:rPr>
              <a:t>↑ Known item: exact match surfaced first with clear availability</a:t>
            </a:r>
          </a:p>
        </p:txBody>
      </p:sp>
      <p:sp>
        <p:nvSpPr>
          <p:cNvPr id="74" name="Rectangle 73">
            <a:extLst>
              <a:ext uri="{FF2B5EF4-FFF2-40B4-BE49-F238E27FC236}">
                <a16:creationId xmlns:a16="http://schemas.microsoft.com/office/drawing/2014/main" id="{E8B24F25-B4ED-C46A-511A-97DF2A3A699C}"/>
              </a:ext>
            </a:extLst>
          </p:cNvPr>
          <p:cNvSpPr/>
          <p:nvPr/>
        </p:nvSpPr>
        <p:spPr>
          <a:xfrm>
            <a:off x="1946912" y="4541299"/>
            <a:ext cx="5539031" cy="622363"/>
          </a:xfrm>
          <a:prstGeom prst="rect">
            <a:avLst/>
          </a:prstGeom>
          <a:solidFill>
            <a:srgbClr val="FFFFFF"/>
          </a:solidFill>
          <a:ln w="10372" cap="flat">
            <a:solidFill>
              <a:srgbClr val="EDEEF5"/>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75" name="Rectangle 74">
            <a:extLst>
              <a:ext uri="{FF2B5EF4-FFF2-40B4-BE49-F238E27FC236}">
                <a16:creationId xmlns:a16="http://schemas.microsoft.com/office/drawing/2014/main" id="{0CFE1EAD-0688-6E2C-E4C8-5F3B42DF62DD}"/>
              </a:ext>
            </a:extLst>
          </p:cNvPr>
          <p:cNvSpPr/>
          <p:nvPr/>
        </p:nvSpPr>
        <p:spPr>
          <a:xfrm>
            <a:off x="2112876" y="4645026"/>
            <a:ext cx="456399" cy="435654"/>
          </a:xfrm>
          <a:prstGeom prst="rect">
            <a:avLst/>
          </a:prstGeom>
          <a:solidFill>
            <a:srgbClr val="F4F4F4"/>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76" name="TextBox 75">
            <a:extLst>
              <a:ext uri="{FF2B5EF4-FFF2-40B4-BE49-F238E27FC236}">
                <a16:creationId xmlns:a16="http://schemas.microsoft.com/office/drawing/2014/main" id="{D83E5FEE-22D3-1DAB-626F-616D93E3482F}"/>
              </a:ext>
            </a:extLst>
          </p:cNvPr>
          <p:cNvSpPr txBox="1"/>
          <p:nvPr/>
        </p:nvSpPr>
        <p:spPr>
          <a:xfrm>
            <a:off x="2107213" y="4655505"/>
            <a:ext cx="467724" cy="36737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a:ln/>
                <a:solidFill>
                  <a:srgbClr val="3E5760"/>
                </a:solidFill>
                <a:effectLst/>
                <a:uLnTx/>
                <a:uFillTx/>
                <a:latin typeface="Segoe UI Emoji"/>
                <a:ea typeface="Segoe UI Emoji"/>
                <a:cs typeface="+mn-cs"/>
                <a:sym typeface="Segoe UI Emoji"/>
                <a:rtl val="0"/>
              </a:rPr>
              <a:t>📄</a:t>
            </a:r>
          </a:p>
        </p:txBody>
      </p:sp>
      <p:sp>
        <p:nvSpPr>
          <p:cNvPr id="77" name="TextBox 76">
            <a:extLst>
              <a:ext uri="{FF2B5EF4-FFF2-40B4-BE49-F238E27FC236}">
                <a16:creationId xmlns:a16="http://schemas.microsoft.com/office/drawing/2014/main" id="{19AC4D43-863C-9CC4-E7CA-794CBD7292E4}"/>
              </a:ext>
            </a:extLst>
          </p:cNvPr>
          <p:cNvSpPr txBox="1"/>
          <p:nvPr/>
        </p:nvSpPr>
        <p:spPr>
          <a:xfrm>
            <a:off x="2602308" y="4576626"/>
            <a:ext cx="2740403" cy="29838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25" b="1" i="0" u="none" strike="noStrike" kern="1200" cap="none" spc="0" normalizeH="0" baseline="0" noProof="0">
                <a:ln/>
                <a:solidFill>
                  <a:srgbClr val="3A3A3A"/>
                </a:solidFill>
                <a:effectLst/>
                <a:uLnTx/>
                <a:uFillTx/>
                <a:latin typeface="Segoe UI"/>
                <a:ea typeface="+mn-ea"/>
                <a:cs typeface="Segoe UI"/>
                <a:sym typeface="Segoe UI"/>
                <a:rtl val="0"/>
              </a:rPr>
              <a:t>Pervasive Information Architecture</a:t>
            </a:r>
          </a:p>
        </p:txBody>
      </p:sp>
      <p:sp>
        <p:nvSpPr>
          <p:cNvPr id="78" name="TextBox 77">
            <a:extLst>
              <a:ext uri="{FF2B5EF4-FFF2-40B4-BE49-F238E27FC236}">
                <a16:creationId xmlns:a16="http://schemas.microsoft.com/office/drawing/2014/main" id="{8BCF06D8-D3B6-68AE-9038-E715DC634D71}"/>
              </a:ext>
            </a:extLst>
          </p:cNvPr>
          <p:cNvSpPr txBox="1"/>
          <p:nvPr/>
        </p:nvSpPr>
        <p:spPr>
          <a:xfrm>
            <a:off x="2602308" y="4774528"/>
            <a:ext cx="2831336"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E5760"/>
                </a:solidFill>
                <a:effectLst/>
                <a:uLnTx/>
                <a:uFillTx/>
                <a:latin typeface="Segoe UI"/>
                <a:ea typeface="+mn-ea"/>
                <a:cs typeface="Segoe UI"/>
                <a:sym typeface="Segoe UI"/>
                <a:rtl val="0"/>
              </a:rPr>
              <a:t>Resmini, Rosati · Morgan Kaufmann, 2011</a:t>
            </a:r>
          </a:p>
        </p:txBody>
      </p:sp>
      <p:sp>
        <p:nvSpPr>
          <p:cNvPr id="79" name="TextBox 78">
            <a:extLst>
              <a:ext uri="{FF2B5EF4-FFF2-40B4-BE49-F238E27FC236}">
                <a16:creationId xmlns:a16="http://schemas.microsoft.com/office/drawing/2014/main" id="{813C15EB-0F63-3DCE-A277-4D8ABB0E2064}"/>
              </a:ext>
            </a:extLst>
          </p:cNvPr>
          <p:cNvSpPr txBox="1"/>
          <p:nvPr/>
        </p:nvSpPr>
        <p:spPr>
          <a:xfrm>
            <a:off x="2602308" y="4940491"/>
            <a:ext cx="2360016"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Available: 1 print · eBook available</a:t>
            </a:r>
          </a:p>
        </p:txBody>
      </p:sp>
      <p:sp>
        <p:nvSpPr>
          <p:cNvPr id="80" name="Rectangle 79">
            <a:extLst>
              <a:ext uri="{FF2B5EF4-FFF2-40B4-BE49-F238E27FC236}">
                <a16:creationId xmlns:a16="http://schemas.microsoft.com/office/drawing/2014/main" id="{59431E9B-E7FA-36DE-BB2E-9B8D13E3590B}"/>
              </a:ext>
            </a:extLst>
          </p:cNvPr>
          <p:cNvSpPr/>
          <p:nvPr/>
        </p:nvSpPr>
        <p:spPr>
          <a:xfrm>
            <a:off x="6096000" y="4624281"/>
            <a:ext cx="1244726" cy="207454"/>
          </a:xfrm>
          <a:prstGeom prst="rect">
            <a:avLst/>
          </a:prstGeom>
          <a:solidFill>
            <a:srgbClr val="EDEEF5"/>
          </a:solidFill>
          <a:ln w="10372" cap="flat">
            <a:solidFill>
              <a:srgbClr val="CECDED"/>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81" name="TextBox 80">
            <a:extLst>
              <a:ext uri="{FF2B5EF4-FFF2-40B4-BE49-F238E27FC236}">
                <a16:creationId xmlns:a16="http://schemas.microsoft.com/office/drawing/2014/main" id="{806857B9-6E4E-D9FE-1FFE-8D4102CB6ECE}"/>
              </a:ext>
            </a:extLst>
          </p:cNvPr>
          <p:cNvSpPr txBox="1"/>
          <p:nvPr/>
        </p:nvSpPr>
        <p:spPr>
          <a:xfrm>
            <a:off x="6068209" y="4567074"/>
            <a:ext cx="1300307"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Request · Preview</a:t>
            </a:r>
          </a:p>
        </p:txBody>
      </p:sp>
      <p:sp>
        <p:nvSpPr>
          <p:cNvPr id="82" name="Rectangle 81">
            <a:extLst>
              <a:ext uri="{FF2B5EF4-FFF2-40B4-BE49-F238E27FC236}">
                <a16:creationId xmlns:a16="http://schemas.microsoft.com/office/drawing/2014/main" id="{34C443D9-01D4-B093-992E-0CC79274C6CB}"/>
              </a:ext>
            </a:extLst>
          </p:cNvPr>
          <p:cNvSpPr/>
          <p:nvPr/>
        </p:nvSpPr>
        <p:spPr>
          <a:xfrm>
            <a:off x="1946912" y="5163662"/>
            <a:ext cx="5539031" cy="622363"/>
          </a:xfrm>
          <a:prstGeom prst="rect">
            <a:avLst/>
          </a:prstGeom>
          <a:solidFill>
            <a:srgbClr val="F4F4F4"/>
          </a:solidFill>
          <a:ln w="10372" cap="flat">
            <a:solidFill>
              <a:srgbClr val="EDEEF5"/>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83" name="Rectangle 82">
            <a:extLst>
              <a:ext uri="{FF2B5EF4-FFF2-40B4-BE49-F238E27FC236}">
                <a16:creationId xmlns:a16="http://schemas.microsoft.com/office/drawing/2014/main" id="{9AB3F797-FF31-C7E2-80AF-AE4FA208F270}"/>
              </a:ext>
            </a:extLst>
          </p:cNvPr>
          <p:cNvSpPr/>
          <p:nvPr/>
        </p:nvSpPr>
        <p:spPr>
          <a:xfrm>
            <a:off x="2112876" y="5267389"/>
            <a:ext cx="456399" cy="435654"/>
          </a:xfrm>
          <a:prstGeom prst="rect">
            <a:avLst/>
          </a:prstGeom>
          <a:solidFill>
            <a:srgbClr val="EDEEF5"/>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84" name="TextBox 83">
            <a:extLst>
              <a:ext uri="{FF2B5EF4-FFF2-40B4-BE49-F238E27FC236}">
                <a16:creationId xmlns:a16="http://schemas.microsoft.com/office/drawing/2014/main" id="{12D24935-7F7F-D6B6-3464-1B400FD95324}"/>
              </a:ext>
            </a:extLst>
          </p:cNvPr>
          <p:cNvSpPr txBox="1"/>
          <p:nvPr/>
        </p:nvSpPr>
        <p:spPr>
          <a:xfrm>
            <a:off x="2107213" y="5277868"/>
            <a:ext cx="467724" cy="36737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a:ln/>
                <a:solidFill>
                  <a:srgbClr val="3E5760"/>
                </a:solidFill>
                <a:effectLst/>
                <a:uLnTx/>
                <a:uFillTx/>
                <a:latin typeface="Segoe UI Emoji"/>
                <a:ea typeface="Segoe UI Emoji"/>
                <a:cs typeface="+mn-cs"/>
                <a:sym typeface="Segoe UI Emoji"/>
                <a:rtl val="0"/>
              </a:rPr>
              <a:t>📄</a:t>
            </a:r>
          </a:p>
        </p:txBody>
      </p:sp>
      <p:sp>
        <p:nvSpPr>
          <p:cNvPr id="85" name="TextBox 84">
            <a:extLst>
              <a:ext uri="{FF2B5EF4-FFF2-40B4-BE49-F238E27FC236}">
                <a16:creationId xmlns:a16="http://schemas.microsoft.com/office/drawing/2014/main" id="{697BDFAA-2B38-54CF-3F01-C6F4300E7EB2}"/>
              </a:ext>
            </a:extLst>
          </p:cNvPr>
          <p:cNvSpPr txBox="1"/>
          <p:nvPr/>
        </p:nvSpPr>
        <p:spPr>
          <a:xfrm>
            <a:off x="2602308" y="5198989"/>
            <a:ext cx="2715712" cy="29838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25" b="1" i="0" u="none" strike="noStrike" kern="1200" cap="none" spc="0" normalizeH="0" baseline="0" noProof="0">
                <a:ln/>
                <a:solidFill>
                  <a:srgbClr val="3A3A3A"/>
                </a:solidFill>
                <a:effectLst/>
                <a:uLnTx/>
                <a:uFillTx/>
                <a:latin typeface="Segoe UI"/>
                <a:ea typeface="+mn-ea"/>
                <a:cs typeface="Segoe UI"/>
                <a:sym typeface="Segoe UI"/>
                <a:rtl val="0"/>
              </a:rPr>
              <a:t>Everyday Information Architecture</a:t>
            </a:r>
          </a:p>
        </p:txBody>
      </p:sp>
      <p:sp>
        <p:nvSpPr>
          <p:cNvPr id="86" name="TextBox 85">
            <a:extLst>
              <a:ext uri="{FF2B5EF4-FFF2-40B4-BE49-F238E27FC236}">
                <a16:creationId xmlns:a16="http://schemas.microsoft.com/office/drawing/2014/main" id="{9B30C24D-DD3C-6728-F5BB-453F45D1ACAA}"/>
              </a:ext>
            </a:extLst>
          </p:cNvPr>
          <p:cNvSpPr txBox="1"/>
          <p:nvPr/>
        </p:nvSpPr>
        <p:spPr>
          <a:xfrm>
            <a:off x="2602308" y="5396891"/>
            <a:ext cx="1940032"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E5760"/>
                </a:solidFill>
                <a:effectLst/>
                <a:uLnTx/>
                <a:uFillTx/>
                <a:latin typeface="Segoe UI"/>
                <a:ea typeface="+mn-ea"/>
                <a:cs typeface="Segoe UI"/>
                <a:sym typeface="Segoe UI"/>
                <a:rtl val="0"/>
              </a:rPr>
              <a:t>Carver · A Book Apart, 2019</a:t>
            </a:r>
          </a:p>
        </p:txBody>
      </p:sp>
      <p:sp>
        <p:nvSpPr>
          <p:cNvPr id="87" name="TextBox 86">
            <a:extLst>
              <a:ext uri="{FF2B5EF4-FFF2-40B4-BE49-F238E27FC236}">
                <a16:creationId xmlns:a16="http://schemas.microsoft.com/office/drawing/2014/main" id="{C075C228-72EE-CB4F-6578-919B59D8D56C}"/>
              </a:ext>
            </a:extLst>
          </p:cNvPr>
          <p:cNvSpPr txBox="1"/>
          <p:nvPr/>
        </p:nvSpPr>
        <p:spPr>
          <a:xfrm>
            <a:off x="2602308" y="5562854"/>
            <a:ext cx="1543164"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Available: eBook only</a:t>
            </a:r>
          </a:p>
        </p:txBody>
      </p:sp>
      <p:sp>
        <p:nvSpPr>
          <p:cNvPr id="88" name="Rectangle 87">
            <a:extLst>
              <a:ext uri="{FF2B5EF4-FFF2-40B4-BE49-F238E27FC236}">
                <a16:creationId xmlns:a16="http://schemas.microsoft.com/office/drawing/2014/main" id="{A13DBEB5-9A0E-368A-43AC-C7FB94A60297}"/>
              </a:ext>
            </a:extLst>
          </p:cNvPr>
          <p:cNvSpPr/>
          <p:nvPr/>
        </p:nvSpPr>
        <p:spPr>
          <a:xfrm>
            <a:off x="6096000" y="5246644"/>
            <a:ext cx="1244726" cy="207454"/>
          </a:xfrm>
          <a:prstGeom prst="rect">
            <a:avLst/>
          </a:prstGeom>
          <a:solidFill>
            <a:srgbClr val="EDEEF5"/>
          </a:solidFill>
          <a:ln w="10372" cap="flat">
            <a:solidFill>
              <a:srgbClr val="CECDED"/>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89" name="TextBox 88">
            <a:extLst>
              <a:ext uri="{FF2B5EF4-FFF2-40B4-BE49-F238E27FC236}">
                <a16:creationId xmlns:a16="http://schemas.microsoft.com/office/drawing/2014/main" id="{16E4D665-A025-5FF0-0262-CD286FC63D2D}"/>
              </a:ext>
            </a:extLst>
          </p:cNvPr>
          <p:cNvSpPr txBox="1"/>
          <p:nvPr/>
        </p:nvSpPr>
        <p:spPr>
          <a:xfrm>
            <a:off x="6068209" y="5189437"/>
            <a:ext cx="1300307"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Request · Preview</a:t>
            </a:r>
          </a:p>
        </p:txBody>
      </p:sp>
      <p:sp>
        <p:nvSpPr>
          <p:cNvPr id="90" name="TextBox 89">
            <a:extLst>
              <a:ext uri="{FF2B5EF4-FFF2-40B4-BE49-F238E27FC236}">
                <a16:creationId xmlns:a16="http://schemas.microsoft.com/office/drawing/2014/main" id="{BD6152EF-F30C-AE38-1278-380C43652CD8}"/>
              </a:ext>
            </a:extLst>
          </p:cNvPr>
          <p:cNvSpPr txBox="1"/>
          <p:nvPr/>
        </p:nvSpPr>
        <p:spPr>
          <a:xfrm>
            <a:off x="3824228" y="5770309"/>
            <a:ext cx="1162038"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E5760"/>
                </a:solidFill>
                <a:effectLst/>
                <a:uLnTx/>
                <a:uFillTx/>
                <a:latin typeface="Cambria Math"/>
                <a:ea typeface="Cambria Math"/>
                <a:cs typeface="+mn-cs"/>
                <a:sym typeface="Cambria Math"/>
                <a:rtl val="0"/>
              </a:rPr>
              <a:t>◀</a:t>
            </a:r>
            <a:r>
              <a:rPr kumimoji="0" lang="en-US" sz="1050" b="0" i="0" u="none" strike="noStrike" kern="1200" cap="none" spc="0" normalizeH="0" baseline="0" noProof="0">
                <a:ln/>
                <a:solidFill>
                  <a:srgbClr val="3E5760"/>
                </a:solidFill>
                <a:effectLst/>
                <a:uLnTx/>
                <a:uFillTx/>
                <a:latin typeface="Segoe UI"/>
                <a:ea typeface="Cambria Math"/>
                <a:cs typeface="Segoe UI"/>
                <a:sym typeface="Segoe UI"/>
                <a:rtl val="0"/>
              </a:rPr>
              <a:t> 1 2 3 … 47 </a:t>
            </a:r>
            <a:r>
              <a:rPr kumimoji="0" lang="en-US" sz="1050" b="0" i="0" u="none" strike="noStrike" kern="1200" cap="none" spc="0" normalizeH="0" baseline="0" noProof="0">
                <a:ln/>
                <a:solidFill>
                  <a:srgbClr val="3E5760"/>
                </a:solidFill>
                <a:effectLst/>
                <a:uLnTx/>
                <a:uFillTx/>
                <a:latin typeface="Cambria Math"/>
                <a:ea typeface="Cambria Math"/>
                <a:cs typeface="Segoe UI"/>
                <a:sym typeface="Cambria Math"/>
                <a:rtl val="0"/>
              </a:rPr>
              <a:t>▶</a:t>
            </a:r>
          </a:p>
        </p:txBody>
      </p:sp>
      <p:sp>
        <p:nvSpPr>
          <p:cNvPr id="91" name="Rectangle 90">
            <a:extLst>
              <a:ext uri="{FF2B5EF4-FFF2-40B4-BE49-F238E27FC236}">
                <a16:creationId xmlns:a16="http://schemas.microsoft.com/office/drawing/2014/main" id="{1C9984A7-C0E9-E96A-DD42-9F13A2E71E83}"/>
              </a:ext>
            </a:extLst>
          </p:cNvPr>
          <p:cNvSpPr/>
          <p:nvPr/>
        </p:nvSpPr>
        <p:spPr>
          <a:xfrm>
            <a:off x="7610417" y="3317318"/>
            <a:ext cx="2634670" cy="3091069"/>
          </a:xfrm>
          <a:prstGeom prst="rect">
            <a:avLst/>
          </a:prstGeom>
          <a:solidFill>
            <a:srgbClr val="FEF8DD">
              <a:alpha val="45000"/>
            </a:srgbClr>
          </a:solidFill>
          <a:ln w="14520" cap="flat">
            <a:solidFill>
              <a:srgbClr val="FDE379">
                <a:alpha val="45000"/>
              </a:srgbClr>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92" name="Rectangle 91">
            <a:extLst>
              <a:ext uri="{FF2B5EF4-FFF2-40B4-BE49-F238E27FC236}">
                <a16:creationId xmlns:a16="http://schemas.microsoft.com/office/drawing/2014/main" id="{EADB98A2-59E8-87DE-E8AD-6863668D20F2}"/>
              </a:ext>
            </a:extLst>
          </p:cNvPr>
          <p:cNvSpPr/>
          <p:nvPr/>
        </p:nvSpPr>
        <p:spPr>
          <a:xfrm>
            <a:off x="7610417" y="3317318"/>
            <a:ext cx="2634670" cy="269690"/>
          </a:xfrm>
          <a:prstGeom prst="rect">
            <a:avLst/>
          </a:prstGeom>
          <a:solidFill>
            <a:srgbClr val="FDE379">
              <a:alpha val="85000"/>
            </a:srgbClr>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93" name="TextBox 92">
            <a:extLst>
              <a:ext uri="{FF2B5EF4-FFF2-40B4-BE49-F238E27FC236}">
                <a16:creationId xmlns:a16="http://schemas.microsoft.com/office/drawing/2014/main" id="{DEB09C8E-A961-86CD-FA7B-7D6DA95472B2}"/>
              </a:ext>
            </a:extLst>
          </p:cNvPr>
          <p:cNvSpPr txBox="1"/>
          <p:nvPr/>
        </p:nvSpPr>
        <p:spPr>
          <a:xfrm>
            <a:off x="8175814" y="3280036"/>
            <a:ext cx="1503877" cy="29838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25" b="1" i="0" u="none" strike="noStrike" kern="1200" cap="none" spc="0" normalizeH="0" baseline="0" noProof="0">
                <a:ln/>
                <a:solidFill>
                  <a:srgbClr val="3A3A3A"/>
                </a:solidFill>
                <a:effectLst/>
                <a:uLnTx/>
                <a:uFillTx/>
                <a:latin typeface="Segoe UI Symbol"/>
                <a:ea typeface="Segoe UI Symbol"/>
                <a:cs typeface="+mn-cs"/>
                <a:sym typeface="Segoe UI Symbol"/>
                <a:rtl val="0"/>
              </a:rPr>
              <a:t>✦</a:t>
            </a:r>
            <a:r>
              <a:rPr kumimoji="0" lang="en-US" sz="1125" b="1" i="0" u="none" strike="noStrike" kern="1200" cap="none" spc="0" normalizeH="0" baseline="0" noProof="0">
                <a:ln/>
                <a:solidFill>
                  <a:srgbClr val="3A3A3A"/>
                </a:solidFill>
                <a:effectLst/>
                <a:uLnTx/>
                <a:uFillTx/>
                <a:latin typeface="Segoe UI"/>
                <a:ea typeface="Segoe UI Symbol"/>
                <a:cs typeface="Segoe UI"/>
                <a:sym typeface="Segoe UI"/>
                <a:rtl val="0"/>
              </a:rPr>
              <a:t> Explore Related</a:t>
            </a:r>
          </a:p>
        </p:txBody>
      </p:sp>
      <p:sp>
        <p:nvSpPr>
          <p:cNvPr id="94" name="TextBox 93">
            <a:extLst>
              <a:ext uri="{FF2B5EF4-FFF2-40B4-BE49-F238E27FC236}">
                <a16:creationId xmlns:a16="http://schemas.microsoft.com/office/drawing/2014/main" id="{04181656-1FCF-94B8-6ABC-74C61017FD2C}"/>
              </a:ext>
            </a:extLst>
          </p:cNvPr>
          <p:cNvSpPr txBox="1"/>
          <p:nvPr/>
        </p:nvSpPr>
        <p:spPr>
          <a:xfrm>
            <a:off x="7705686" y="3592038"/>
            <a:ext cx="1305767"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a:ln/>
                <a:solidFill>
                  <a:srgbClr val="444F9C"/>
                </a:solidFill>
                <a:effectLst/>
                <a:uLnTx/>
                <a:uFillTx/>
                <a:latin typeface="Segoe UI"/>
                <a:ea typeface="+mn-ea"/>
                <a:cs typeface="Segoe UI"/>
                <a:sym typeface="Segoe UI"/>
                <a:rtl val="0"/>
              </a:rPr>
              <a:t>Related Subjects</a:t>
            </a:r>
          </a:p>
        </p:txBody>
      </p:sp>
      <p:sp>
        <p:nvSpPr>
          <p:cNvPr id="95" name="Rectangle 94">
            <a:extLst>
              <a:ext uri="{FF2B5EF4-FFF2-40B4-BE49-F238E27FC236}">
                <a16:creationId xmlns:a16="http://schemas.microsoft.com/office/drawing/2014/main" id="{277204C4-C009-6A47-11B3-6E538F94A5E5}"/>
              </a:ext>
            </a:extLst>
          </p:cNvPr>
          <p:cNvSpPr/>
          <p:nvPr/>
        </p:nvSpPr>
        <p:spPr>
          <a:xfrm>
            <a:off x="7797126" y="3877445"/>
            <a:ext cx="829817" cy="228199"/>
          </a:xfrm>
          <a:prstGeom prst="rect">
            <a:avLst/>
          </a:prstGeom>
          <a:solidFill>
            <a:srgbClr val="EDEEF5"/>
          </a:solidFill>
          <a:ln w="10372" cap="flat">
            <a:solidFill>
              <a:srgbClr val="CECDED"/>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96" name="TextBox 95">
            <a:extLst>
              <a:ext uri="{FF2B5EF4-FFF2-40B4-BE49-F238E27FC236}">
                <a16:creationId xmlns:a16="http://schemas.microsoft.com/office/drawing/2014/main" id="{0F1085A2-B58C-4181-9563-861A6AE40089}"/>
              </a:ext>
            </a:extLst>
          </p:cNvPr>
          <p:cNvSpPr txBox="1"/>
          <p:nvPr/>
        </p:nvSpPr>
        <p:spPr>
          <a:xfrm>
            <a:off x="7786870" y="3830611"/>
            <a:ext cx="850330"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solidFill>
                  <a:srgbClr val="3A3A3A"/>
                </a:solidFill>
                <a:effectLst/>
                <a:uLnTx/>
                <a:uFillTx/>
                <a:latin typeface="Segoe UI"/>
                <a:ea typeface="+mn-ea"/>
                <a:cs typeface="Segoe UI"/>
                <a:sym typeface="Segoe UI"/>
                <a:rtl val="0"/>
              </a:rPr>
              <a:t>UX Design</a:t>
            </a:r>
          </a:p>
        </p:txBody>
      </p:sp>
      <p:sp>
        <p:nvSpPr>
          <p:cNvPr id="97" name="Rectangle 96">
            <a:extLst>
              <a:ext uri="{FF2B5EF4-FFF2-40B4-BE49-F238E27FC236}">
                <a16:creationId xmlns:a16="http://schemas.microsoft.com/office/drawing/2014/main" id="{D3B8F23F-4ACC-F4DB-BC3D-D7A73CC7BBD8}"/>
              </a:ext>
            </a:extLst>
          </p:cNvPr>
          <p:cNvSpPr/>
          <p:nvPr/>
        </p:nvSpPr>
        <p:spPr>
          <a:xfrm>
            <a:off x="8709925" y="3877445"/>
            <a:ext cx="912799" cy="228199"/>
          </a:xfrm>
          <a:prstGeom prst="rect">
            <a:avLst/>
          </a:prstGeom>
          <a:solidFill>
            <a:srgbClr val="EDEEF5"/>
          </a:solidFill>
          <a:ln w="10372" cap="flat">
            <a:solidFill>
              <a:srgbClr val="CECDED"/>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98" name="TextBox 97">
            <a:extLst>
              <a:ext uri="{FF2B5EF4-FFF2-40B4-BE49-F238E27FC236}">
                <a16:creationId xmlns:a16="http://schemas.microsoft.com/office/drawing/2014/main" id="{47B3BADF-CCA9-A8E5-23FA-7B6A165AAF7F}"/>
              </a:ext>
            </a:extLst>
          </p:cNvPr>
          <p:cNvSpPr txBox="1"/>
          <p:nvPr/>
        </p:nvSpPr>
        <p:spPr>
          <a:xfrm>
            <a:off x="8712230" y="3830611"/>
            <a:ext cx="908190"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Wayfinding</a:t>
            </a:r>
          </a:p>
        </p:txBody>
      </p:sp>
      <p:sp>
        <p:nvSpPr>
          <p:cNvPr id="99" name="Rectangle 98">
            <a:extLst>
              <a:ext uri="{FF2B5EF4-FFF2-40B4-BE49-F238E27FC236}">
                <a16:creationId xmlns:a16="http://schemas.microsoft.com/office/drawing/2014/main" id="{202BE893-E899-1F9F-9DFF-1EAD94586C02}"/>
              </a:ext>
            </a:extLst>
          </p:cNvPr>
          <p:cNvSpPr/>
          <p:nvPr/>
        </p:nvSpPr>
        <p:spPr>
          <a:xfrm>
            <a:off x="7797126" y="4167881"/>
            <a:ext cx="1265471" cy="228199"/>
          </a:xfrm>
          <a:prstGeom prst="rect">
            <a:avLst/>
          </a:prstGeom>
          <a:solidFill>
            <a:srgbClr val="EDEEF5"/>
          </a:solidFill>
          <a:ln w="10372" cap="flat">
            <a:solidFill>
              <a:srgbClr val="CECDED"/>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00" name="TextBox 99">
            <a:extLst>
              <a:ext uri="{FF2B5EF4-FFF2-40B4-BE49-F238E27FC236}">
                <a16:creationId xmlns:a16="http://schemas.microsoft.com/office/drawing/2014/main" id="{3CC9A3A1-B717-2B37-1FB5-41B3D85EB308}"/>
              </a:ext>
            </a:extLst>
          </p:cNvPr>
          <p:cNvSpPr txBox="1"/>
          <p:nvPr/>
        </p:nvSpPr>
        <p:spPr>
          <a:xfrm>
            <a:off x="7798179" y="4121047"/>
            <a:ext cx="1263364"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Content Strategy</a:t>
            </a:r>
          </a:p>
        </p:txBody>
      </p:sp>
      <p:sp>
        <p:nvSpPr>
          <p:cNvPr id="101" name="Rectangle 100">
            <a:extLst>
              <a:ext uri="{FF2B5EF4-FFF2-40B4-BE49-F238E27FC236}">
                <a16:creationId xmlns:a16="http://schemas.microsoft.com/office/drawing/2014/main" id="{80D48FD6-66B2-27A5-53EA-E1FF07FFBD0B}"/>
              </a:ext>
            </a:extLst>
          </p:cNvPr>
          <p:cNvSpPr/>
          <p:nvPr/>
        </p:nvSpPr>
        <p:spPr>
          <a:xfrm>
            <a:off x="9145579" y="4167881"/>
            <a:ext cx="912799" cy="228199"/>
          </a:xfrm>
          <a:prstGeom prst="rect">
            <a:avLst/>
          </a:prstGeom>
          <a:solidFill>
            <a:srgbClr val="EDEEF5"/>
          </a:solidFill>
          <a:ln w="10372" cap="flat">
            <a:solidFill>
              <a:srgbClr val="CECDED"/>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02" name="TextBox 101">
            <a:extLst>
              <a:ext uri="{FF2B5EF4-FFF2-40B4-BE49-F238E27FC236}">
                <a16:creationId xmlns:a16="http://schemas.microsoft.com/office/drawing/2014/main" id="{715964C3-195E-EB51-08E2-A6E6A4C27D47}"/>
              </a:ext>
            </a:extLst>
          </p:cNvPr>
          <p:cNvSpPr txBox="1"/>
          <p:nvPr/>
        </p:nvSpPr>
        <p:spPr>
          <a:xfrm>
            <a:off x="9158307" y="4121047"/>
            <a:ext cx="887343"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Ontologies</a:t>
            </a:r>
          </a:p>
        </p:txBody>
      </p:sp>
      <p:sp>
        <p:nvSpPr>
          <p:cNvPr id="103" name="TextBox 102">
            <a:extLst>
              <a:ext uri="{FF2B5EF4-FFF2-40B4-BE49-F238E27FC236}">
                <a16:creationId xmlns:a16="http://schemas.microsoft.com/office/drawing/2014/main" id="{E4995FF8-AF33-8B68-DE2F-F1EF231D14E4}"/>
              </a:ext>
            </a:extLst>
          </p:cNvPr>
          <p:cNvSpPr txBox="1"/>
          <p:nvPr/>
        </p:nvSpPr>
        <p:spPr>
          <a:xfrm>
            <a:off x="7705686" y="4421855"/>
            <a:ext cx="1309312"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a:ln/>
                <a:solidFill>
                  <a:srgbClr val="444F9C"/>
                </a:solidFill>
                <a:effectLst/>
                <a:uLnTx/>
                <a:uFillTx/>
                <a:latin typeface="Segoe UI"/>
                <a:ea typeface="+mn-ea"/>
                <a:cs typeface="Segoe UI"/>
                <a:sym typeface="Segoe UI"/>
                <a:rtl val="0"/>
              </a:rPr>
              <a:t>New This Month</a:t>
            </a:r>
          </a:p>
        </p:txBody>
      </p:sp>
      <p:sp>
        <p:nvSpPr>
          <p:cNvPr id="104" name="Rectangle 103">
            <a:extLst>
              <a:ext uri="{FF2B5EF4-FFF2-40B4-BE49-F238E27FC236}">
                <a16:creationId xmlns:a16="http://schemas.microsoft.com/office/drawing/2014/main" id="{07C47572-FE70-C9C8-ACC2-42D1292E8CF6}"/>
              </a:ext>
            </a:extLst>
          </p:cNvPr>
          <p:cNvSpPr/>
          <p:nvPr/>
        </p:nvSpPr>
        <p:spPr>
          <a:xfrm>
            <a:off x="7797126" y="4707262"/>
            <a:ext cx="2261252" cy="497890"/>
          </a:xfrm>
          <a:prstGeom prst="rect">
            <a:avLst/>
          </a:prstGeom>
          <a:solidFill>
            <a:srgbClr val="FFFFFF"/>
          </a:solidFill>
          <a:ln w="10372" cap="flat">
            <a:solidFill>
              <a:srgbClr val="EDEEF5"/>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05" name="TextBox 104">
            <a:extLst>
              <a:ext uri="{FF2B5EF4-FFF2-40B4-BE49-F238E27FC236}">
                <a16:creationId xmlns:a16="http://schemas.microsoft.com/office/drawing/2014/main" id="{C4AFC2FF-B111-99E8-FA00-9E6C5E8E13E4}"/>
              </a:ext>
            </a:extLst>
          </p:cNvPr>
          <p:cNvSpPr txBox="1"/>
          <p:nvPr/>
        </p:nvSpPr>
        <p:spPr>
          <a:xfrm>
            <a:off x="7830159" y="4680353"/>
            <a:ext cx="1730658" cy="29838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25" b="1" i="0" u="none" strike="noStrike" kern="1200" cap="none" spc="0" normalizeH="0" baseline="0" noProof="0">
                <a:ln/>
                <a:solidFill>
                  <a:srgbClr val="3A3A3A"/>
                </a:solidFill>
                <a:effectLst/>
                <a:uLnTx/>
                <a:uFillTx/>
                <a:latin typeface="Segoe UI"/>
                <a:ea typeface="+mn-ea"/>
                <a:cs typeface="Segoe UI"/>
                <a:sym typeface="Segoe UI"/>
                <a:rtl val="0"/>
              </a:rPr>
              <a:t>Living in Information</a:t>
            </a:r>
          </a:p>
        </p:txBody>
      </p:sp>
      <p:sp>
        <p:nvSpPr>
          <p:cNvPr id="106" name="TextBox 105">
            <a:extLst>
              <a:ext uri="{FF2B5EF4-FFF2-40B4-BE49-F238E27FC236}">
                <a16:creationId xmlns:a16="http://schemas.microsoft.com/office/drawing/2014/main" id="{9139982E-E3D4-A309-6DA5-38ED05EDB446}"/>
              </a:ext>
            </a:extLst>
          </p:cNvPr>
          <p:cNvSpPr txBox="1"/>
          <p:nvPr/>
        </p:nvSpPr>
        <p:spPr>
          <a:xfrm>
            <a:off x="7830159" y="4878255"/>
            <a:ext cx="1617404"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E5760"/>
                </a:solidFill>
                <a:effectLst/>
                <a:uLnTx/>
                <a:uFillTx/>
                <a:latin typeface="Segoe UI"/>
                <a:ea typeface="+mn-ea"/>
                <a:cs typeface="Segoe UI"/>
                <a:sym typeface="Segoe UI"/>
                <a:rtl val="0"/>
              </a:rPr>
              <a:t>Resmini · 2024 · eBook</a:t>
            </a:r>
          </a:p>
        </p:txBody>
      </p:sp>
      <p:sp>
        <p:nvSpPr>
          <p:cNvPr id="107" name="TextBox 106">
            <a:extLst>
              <a:ext uri="{FF2B5EF4-FFF2-40B4-BE49-F238E27FC236}">
                <a16:creationId xmlns:a16="http://schemas.microsoft.com/office/drawing/2014/main" id="{C986290D-EAA6-4064-11F1-80229EC5919E}"/>
              </a:ext>
            </a:extLst>
          </p:cNvPr>
          <p:cNvSpPr txBox="1"/>
          <p:nvPr/>
        </p:nvSpPr>
        <p:spPr>
          <a:xfrm>
            <a:off x="9439743" y="4691546"/>
            <a:ext cx="637466"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C23592"/>
                </a:solidFill>
                <a:effectLst/>
                <a:uLnTx/>
                <a:uFillTx/>
                <a:latin typeface="Segoe UI"/>
                <a:ea typeface="+mn-ea"/>
                <a:cs typeface="Segoe UI"/>
                <a:sym typeface="Segoe UI"/>
                <a:rtl val="0"/>
              </a:rPr>
              <a:t>New →</a:t>
            </a:r>
          </a:p>
        </p:txBody>
      </p:sp>
      <p:sp>
        <p:nvSpPr>
          <p:cNvPr id="108" name="TextBox 107">
            <a:extLst>
              <a:ext uri="{FF2B5EF4-FFF2-40B4-BE49-F238E27FC236}">
                <a16:creationId xmlns:a16="http://schemas.microsoft.com/office/drawing/2014/main" id="{64B788DF-709F-11D4-6711-ACCC4B6D42B0}"/>
              </a:ext>
            </a:extLst>
          </p:cNvPr>
          <p:cNvSpPr txBox="1"/>
          <p:nvPr/>
        </p:nvSpPr>
        <p:spPr>
          <a:xfrm>
            <a:off x="7705686" y="5189437"/>
            <a:ext cx="828065"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a:ln/>
                <a:solidFill>
                  <a:srgbClr val="444F9C"/>
                </a:solidFill>
                <a:effectLst/>
                <a:uLnTx/>
                <a:uFillTx/>
                <a:latin typeface="Segoe UI"/>
                <a:ea typeface="+mn-ea"/>
                <a:cs typeface="Segoe UI"/>
                <a:sym typeface="Segoe UI"/>
                <a:rtl val="0"/>
              </a:rPr>
              <a:t>Staff Pick</a:t>
            </a:r>
          </a:p>
        </p:txBody>
      </p:sp>
      <p:sp>
        <p:nvSpPr>
          <p:cNvPr id="109" name="Rectangle 108">
            <a:extLst>
              <a:ext uri="{FF2B5EF4-FFF2-40B4-BE49-F238E27FC236}">
                <a16:creationId xmlns:a16="http://schemas.microsoft.com/office/drawing/2014/main" id="{B947F836-B0B2-11B0-A6C4-C5E68EA0C821}"/>
              </a:ext>
            </a:extLst>
          </p:cNvPr>
          <p:cNvSpPr/>
          <p:nvPr/>
        </p:nvSpPr>
        <p:spPr>
          <a:xfrm>
            <a:off x="7797126" y="5474843"/>
            <a:ext cx="2261252" cy="497890"/>
          </a:xfrm>
          <a:prstGeom prst="rect">
            <a:avLst/>
          </a:prstGeom>
          <a:solidFill>
            <a:srgbClr val="FFFFFF"/>
          </a:solidFill>
          <a:ln w="18669" cap="flat">
            <a:solidFill>
              <a:srgbClr val="FDE379"/>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10" name="TextBox 109">
            <a:extLst>
              <a:ext uri="{FF2B5EF4-FFF2-40B4-BE49-F238E27FC236}">
                <a16:creationId xmlns:a16="http://schemas.microsoft.com/office/drawing/2014/main" id="{ACF1910D-41FB-4955-A2E6-EE0A76AFF808}"/>
              </a:ext>
            </a:extLst>
          </p:cNvPr>
          <p:cNvSpPr txBox="1"/>
          <p:nvPr/>
        </p:nvSpPr>
        <p:spPr>
          <a:xfrm>
            <a:off x="7830159" y="5438382"/>
            <a:ext cx="1646760"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a:ln/>
                <a:solidFill>
                  <a:srgbClr val="3A3A3A"/>
                </a:solidFill>
                <a:effectLst/>
                <a:uLnTx/>
                <a:uFillTx/>
                <a:latin typeface="Segoe UI"/>
                <a:ea typeface="+mn-ea"/>
                <a:cs typeface="Segoe UI"/>
                <a:sym typeface="Segoe UI"/>
                <a:rtl val="0"/>
              </a:rPr>
              <a:t>How to Make Sense...</a:t>
            </a:r>
          </a:p>
        </p:txBody>
      </p:sp>
      <p:sp>
        <p:nvSpPr>
          <p:cNvPr id="111" name="TextBox 110">
            <a:extLst>
              <a:ext uri="{FF2B5EF4-FFF2-40B4-BE49-F238E27FC236}">
                <a16:creationId xmlns:a16="http://schemas.microsoft.com/office/drawing/2014/main" id="{87B72526-9B00-1B8F-E7FA-02ACC062A162}"/>
              </a:ext>
            </a:extLst>
          </p:cNvPr>
          <p:cNvSpPr txBox="1"/>
          <p:nvPr/>
        </p:nvSpPr>
        <p:spPr>
          <a:xfrm>
            <a:off x="7830159" y="5625091"/>
            <a:ext cx="1027243"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E5760"/>
                </a:solidFill>
                <a:effectLst/>
                <a:uLnTx/>
                <a:uFillTx/>
                <a:latin typeface="Segoe UI"/>
                <a:ea typeface="+mn-ea"/>
                <a:cs typeface="Segoe UI"/>
                <a:sym typeface="Segoe UI"/>
                <a:rtl val="0"/>
              </a:rPr>
              <a:t>Covert · 2014</a:t>
            </a:r>
          </a:p>
        </p:txBody>
      </p:sp>
      <p:sp>
        <p:nvSpPr>
          <p:cNvPr id="112" name="TextBox 111">
            <a:extLst>
              <a:ext uri="{FF2B5EF4-FFF2-40B4-BE49-F238E27FC236}">
                <a16:creationId xmlns:a16="http://schemas.microsoft.com/office/drawing/2014/main" id="{3FB52FBD-475F-D2E9-F320-AA5203A488D5}"/>
              </a:ext>
            </a:extLst>
          </p:cNvPr>
          <p:cNvSpPr txBox="1"/>
          <p:nvPr/>
        </p:nvSpPr>
        <p:spPr>
          <a:xfrm>
            <a:off x="9423009" y="5438382"/>
            <a:ext cx="654200"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C23592"/>
                </a:solidFill>
                <a:effectLst/>
                <a:uLnTx/>
                <a:uFillTx/>
                <a:latin typeface="Segoe UI"/>
                <a:ea typeface="+mn-ea"/>
                <a:cs typeface="Segoe UI"/>
                <a:sym typeface="Segoe UI"/>
                <a:rtl val="0"/>
              </a:rPr>
              <a:t>View →</a:t>
            </a:r>
          </a:p>
        </p:txBody>
      </p:sp>
      <p:sp>
        <p:nvSpPr>
          <p:cNvPr id="113" name="TextBox 112">
            <a:extLst>
              <a:ext uri="{FF2B5EF4-FFF2-40B4-BE49-F238E27FC236}">
                <a16:creationId xmlns:a16="http://schemas.microsoft.com/office/drawing/2014/main" id="{D7C580F6-340A-97F1-F084-15A91C65949A}"/>
              </a:ext>
            </a:extLst>
          </p:cNvPr>
          <p:cNvSpPr txBox="1"/>
          <p:nvPr/>
        </p:nvSpPr>
        <p:spPr>
          <a:xfrm>
            <a:off x="7810107" y="5998509"/>
            <a:ext cx="2235290"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a:ln/>
                <a:solidFill>
                  <a:srgbClr val="C23592"/>
                </a:solidFill>
                <a:effectLst/>
                <a:uLnTx/>
                <a:uFillTx/>
                <a:latin typeface="Segoe UI"/>
                <a:ea typeface="+mn-ea"/>
                <a:cs typeface="Segoe UI"/>
                <a:sym typeface="Segoe UI"/>
                <a:rtl val="0"/>
              </a:rPr>
              <a:t>Exploratory sidebar: browsing</a:t>
            </a:r>
          </a:p>
        </p:txBody>
      </p:sp>
      <p:sp>
        <p:nvSpPr>
          <p:cNvPr id="114" name="TextBox 113">
            <a:extLst>
              <a:ext uri="{FF2B5EF4-FFF2-40B4-BE49-F238E27FC236}">
                <a16:creationId xmlns:a16="http://schemas.microsoft.com/office/drawing/2014/main" id="{4317FA4F-81D2-EC5F-ADD9-B9EA3F81074C}"/>
              </a:ext>
            </a:extLst>
          </p:cNvPr>
          <p:cNvSpPr txBox="1"/>
          <p:nvPr/>
        </p:nvSpPr>
        <p:spPr>
          <a:xfrm>
            <a:off x="7958941" y="6164472"/>
            <a:ext cx="1937621"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C23592"/>
                </a:solidFill>
                <a:effectLst/>
                <a:uLnTx/>
                <a:uFillTx/>
                <a:latin typeface="Segoe UI"/>
                <a:ea typeface="+mn-ea"/>
                <a:cs typeface="Segoe UI"/>
                <a:sym typeface="Segoe UI"/>
                <a:rtl val="0"/>
              </a:rPr>
              <a:t>without abandoning results</a:t>
            </a:r>
          </a:p>
        </p:txBody>
      </p:sp>
      <p:sp>
        <p:nvSpPr>
          <p:cNvPr id="115" name="Freeform: Shape 114">
            <a:extLst>
              <a:ext uri="{FF2B5EF4-FFF2-40B4-BE49-F238E27FC236}">
                <a16:creationId xmlns:a16="http://schemas.microsoft.com/office/drawing/2014/main" id="{447B500E-3685-3FC8-9C1E-A8FA0C93F4AD}"/>
              </a:ext>
            </a:extLst>
          </p:cNvPr>
          <p:cNvSpPr/>
          <p:nvPr/>
        </p:nvSpPr>
        <p:spPr>
          <a:xfrm>
            <a:off x="7527435" y="3317318"/>
            <a:ext cx="10372" cy="2779888"/>
          </a:xfrm>
          <a:custGeom>
            <a:avLst/>
            <a:gdLst>
              <a:gd name="csX0" fmla="*/ 0 w 10372"/>
              <a:gd name="csY0" fmla="*/ 0 h 2779888"/>
              <a:gd name="csX1" fmla="*/ 0 w 10372"/>
              <a:gd name="csY1" fmla="*/ 2779888 h 2779888"/>
            </a:gdLst>
            <a:ahLst/>
            <a:cxnLst>
              <a:cxn ang="0">
                <a:pos x="csX0" y="csY0"/>
              </a:cxn>
              <a:cxn ang="0">
                <a:pos x="csX1" y="csY1"/>
              </a:cxn>
            </a:cxnLst>
            <a:rect l="l" t="t" r="r" b="b"/>
            <a:pathLst>
              <a:path w="10372" h="2779888">
                <a:moveTo>
                  <a:pt x="0" y="0"/>
                </a:moveTo>
                <a:lnTo>
                  <a:pt x="0" y="2779888"/>
                </a:lnTo>
              </a:path>
            </a:pathLst>
          </a:custGeom>
          <a:ln w="15558" cap="flat">
            <a:solidFill>
              <a:srgbClr val="EDEEF5"/>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16" name="Rectangle 115">
            <a:extLst>
              <a:ext uri="{FF2B5EF4-FFF2-40B4-BE49-F238E27FC236}">
                <a16:creationId xmlns:a16="http://schemas.microsoft.com/office/drawing/2014/main" id="{3A2F84B3-43B1-AE15-3867-EFE37D1DFEB7}"/>
              </a:ext>
            </a:extLst>
          </p:cNvPr>
          <p:cNvSpPr/>
          <p:nvPr/>
        </p:nvSpPr>
        <p:spPr>
          <a:xfrm>
            <a:off x="1946912" y="6097206"/>
            <a:ext cx="8298175" cy="331926"/>
          </a:xfrm>
          <a:prstGeom prst="rect">
            <a:avLst/>
          </a:prstGeom>
          <a:solidFill>
            <a:srgbClr val="F0F1F7"/>
          </a:solidFill>
          <a:ln w="10372"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17" name="TextBox 116">
            <a:extLst>
              <a:ext uri="{FF2B5EF4-FFF2-40B4-BE49-F238E27FC236}">
                <a16:creationId xmlns:a16="http://schemas.microsoft.com/office/drawing/2014/main" id="{E512B9D8-123B-AA55-F3DD-DED7B2A9ED6D}"/>
              </a:ext>
            </a:extLst>
          </p:cNvPr>
          <p:cNvSpPr txBox="1"/>
          <p:nvPr/>
        </p:nvSpPr>
        <p:spPr>
          <a:xfrm>
            <a:off x="2217155" y="6102236"/>
            <a:ext cx="7757689" cy="28459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a:ln/>
                <a:solidFill>
                  <a:srgbClr val="444F9C"/>
                </a:solidFill>
                <a:effectLst/>
                <a:uLnTx/>
                <a:uFillTx/>
                <a:latin typeface="Segoe UI"/>
                <a:ea typeface="+mn-ea"/>
                <a:cs typeface="Segoe UI"/>
                <a:sym typeface="Segoe UI"/>
                <a:rtl val="0"/>
              </a:rPr>
              <a:t>Design strategy: Lead with precise search → highlight best match → offer curated paths for those still exploring</a:t>
            </a:r>
          </a:p>
        </p:txBody>
      </p:sp>
      <p:sp>
        <p:nvSpPr>
          <p:cNvPr id="27" name="Isosceles Triangle 26">
            <a:extLst>
              <a:ext uri="{FF2B5EF4-FFF2-40B4-BE49-F238E27FC236}">
                <a16:creationId xmlns:a16="http://schemas.microsoft.com/office/drawing/2014/main" id="{D7AEFA67-705E-6EEA-734F-412E40AA6BE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604080" y="6453143"/>
            <a:ext cx="814903" cy="404857"/>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a:ea typeface="+mn-ea"/>
              <a:cs typeface="+mn-cs"/>
            </a:endParaRPr>
          </a:p>
        </p:txBody>
      </p:sp>
      <p:sp>
        <p:nvSpPr>
          <p:cNvPr id="118" name="TextBox 117">
            <a:extLst>
              <a:ext uri="{FF2B5EF4-FFF2-40B4-BE49-F238E27FC236}">
                <a16:creationId xmlns:a16="http://schemas.microsoft.com/office/drawing/2014/main" id="{6F0F0BEF-21B8-5594-A098-3C30B5131714}"/>
              </a:ext>
            </a:extLst>
          </p:cNvPr>
          <p:cNvSpPr txBox="1"/>
          <p:nvPr/>
        </p:nvSpPr>
        <p:spPr>
          <a:xfrm>
            <a:off x="3196007" y="236016"/>
            <a:ext cx="5799986" cy="58477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solidFill>
                  <a:srgbClr val="444F9C"/>
                </a:solidFill>
                <a:effectLst/>
                <a:uLnTx/>
                <a:uFillTx/>
                <a:latin typeface="Text Me One"/>
                <a:ea typeface="+mn-ea"/>
                <a:cs typeface="Segoe UI"/>
                <a:sym typeface="Segoe UI"/>
                <a:rtl val="0"/>
              </a:rPr>
              <a:t>Balanced Design (Best of Both)</a:t>
            </a:r>
          </a:p>
        </p:txBody>
      </p:sp>
    </p:spTree>
    <p:extLst>
      <p:ext uri="{BB962C8B-B14F-4D97-AF65-F5344CB8AC3E}">
        <p14:creationId xmlns:p14="http://schemas.microsoft.com/office/powerpoint/2010/main" val="383566225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A8908DB7-C3A6-4FCB-9820-CEE02B398C4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a:ea typeface="+mn-ea"/>
              <a:cs typeface="+mn-cs"/>
            </a:endParaRPr>
          </a:p>
        </p:txBody>
      </p:sp>
      <p:sp>
        <p:nvSpPr>
          <p:cNvPr id="12" name="sketch line">
            <a:extLst>
              <a:ext uri="{FF2B5EF4-FFF2-40B4-BE49-F238E27FC236}">
                <a16:creationId xmlns:a16="http://schemas.microsoft.com/office/drawing/2014/main" id="{535742DD-1B16-4E9D-B715-0D74B4574A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267200" y="630936"/>
            <a:ext cx="18288" cy="5590381"/>
          </a:xfrm>
          <a:custGeom>
            <a:avLst/>
            <a:gdLst>
              <a:gd name="csX0" fmla="*/ 0 w 18288"/>
              <a:gd name="csY0" fmla="*/ 0 h 5590381"/>
              <a:gd name="csX1" fmla="*/ 18288 w 18288"/>
              <a:gd name="csY1" fmla="*/ 0 h 5590381"/>
              <a:gd name="csX2" fmla="*/ 18288 w 18288"/>
              <a:gd name="csY2" fmla="*/ 754701 h 5590381"/>
              <a:gd name="csX3" fmla="*/ 18288 w 18288"/>
              <a:gd name="csY3" fmla="*/ 1565307 h 5590381"/>
              <a:gd name="csX4" fmla="*/ 18288 w 18288"/>
              <a:gd name="csY4" fmla="*/ 2152297 h 5590381"/>
              <a:gd name="csX5" fmla="*/ 18288 w 18288"/>
              <a:gd name="csY5" fmla="*/ 2906998 h 5590381"/>
              <a:gd name="csX6" fmla="*/ 18288 w 18288"/>
              <a:gd name="csY6" fmla="*/ 3549892 h 5590381"/>
              <a:gd name="csX7" fmla="*/ 18288 w 18288"/>
              <a:gd name="csY7" fmla="*/ 4080978 h 5590381"/>
              <a:gd name="csX8" fmla="*/ 18288 w 18288"/>
              <a:gd name="csY8" fmla="*/ 4835680 h 5590381"/>
              <a:gd name="csX9" fmla="*/ 18288 w 18288"/>
              <a:gd name="csY9" fmla="*/ 5590381 h 5590381"/>
              <a:gd name="csX10" fmla="*/ 0 w 18288"/>
              <a:gd name="csY10" fmla="*/ 5590381 h 5590381"/>
              <a:gd name="csX11" fmla="*/ 0 w 18288"/>
              <a:gd name="csY11" fmla="*/ 4835680 h 5590381"/>
              <a:gd name="csX12" fmla="*/ 0 w 18288"/>
              <a:gd name="csY12" fmla="*/ 4304593 h 5590381"/>
              <a:gd name="csX13" fmla="*/ 0 w 18288"/>
              <a:gd name="csY13" fmla="*/ 3773507 h 5590381"/>
              <a:gd name="csX14" fmla="*/ 0 w 18288"/>
              <a:gd name="csY14" fmla="*/ 3186517 h 5590381"/>
              <a:gd name="csX15" fmla="*/ 0 w 18288"/>
              <a:gd name="csY15" fmla="*/ 2487720 h 5590381"/>
              <a:gd name="csX16" fmla="*/ 0 w 18288"/>
              <a:gd name="csY16" fmla="*/ 1956633 h 5590381"/>
              <a:gd name="csX17" fmla="*/ 0 w 18288"/>
              <a:gd name="csY17" fmla="*/ 1425547 h 5590381"/>
              <a:gd name="csX18" fmla="*/ 0 w 18288"/>
              <a:gd name="csY18" fmla="*/ 614942 h 5590381"/>
              <a:gd name="csX19" fmla="*/ 0 w 18288"/>
              <a:gd name="csY19" fmla="*/ 0 h 55903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18288" h="5590381" fill="none" extrusionOk="0">
                <a:moveTo>
                  <a:pt x="0" y="0"/>
                </a:moveTo>
                <a:cubicBezTo>
                  <a:pt x="7726" y="-435"/>
                  <a:pt x="14198" y="437"/>
                  <a:pt x="18288" y="0"/>
                </a:cubicBezTo>
                <a:cubicBezTo>
                  <a:pt x="-5226" y="225076"/>
                  <a:pt x="46275" y="562283"/>
                  <a:pt x="18288" y="754701"/>
                </a:cubicBezTo>
                <a:cubicBezTo>
                  <a:pt x="-9699" y="947119"/>
                  <a:pt x="30081" y="1239251"/>
                  <a:pt x="18288" y="1565307"/>
                </a:cubicBezTo>
                <a:cubicBezTo>
                  <a:pt x="6495" y="1891363"/>
                  <a:pt x="7160" y="1999140"/>
                  <a:pt x="18288" y="2152297"/>
                </a:cubicBezTo>
                <a:cubicBezTo>
                  <a:pt x="29417" y="2305454"/>
                  <a:pt x="28705" y="2598333"/>
                  <a:pt x="18288" y="2906998"/>
                </a:cubicBezTo>
                <a:cubicBezTo>
                  <a:pt x="7871" y="3215663"/>
                  <a:pt x="35263" y="3327412"/>
                  <a:pt x="18288" y="3549892"/>
                </a:cubicBezTo>
                <a:cubicBezTo>
                  <a:pt x="1313" y="3772372"/>
                  <a:pt x="38561" y="3843836"/>
                  <a:pt x="18288" y="4080978"/>
                </a:cubicBezTo>
                <a:cubicBezTo>
                  <a:pt x="-1985" y="4318120"/>
                  <a:pt x="-3806" y="4511166"/>
                  <a:pt x="18288" y="4835680"/>
                </a:cubicBezTo>
                <a:cubicBezTo>
                  <a:pt x="40382" y="5160194"/>
                  <a:pt x="-13070" y="5401748"/>
                  <a:pt x="18288" y="5590381"/>
                </a:cubicBezTo>
                <a:cubicBezTo>
                  <a:pt x="12010" y="5589863"/>
                  <a:pt x="6799" y="5589982"/>
                  <a:pt x="0" y="5590381"/>
                </a:cubicBezTo>
                <a:cubicBezTo>
                  <a:pt x="-6480" y="5250523"/>
                  <a:pt x="-32148" y="5052531"/>
                  <a:pt x="0" y="4835680"/>
                </a:cubicBezTo>
                <a:cubicBezTo>
                  <a:pt x="32148" y="4618829"/>
                  <a:pt x="5352" y="4496374"/>
                  <a:pt x="0" y="4304593"/>
                </a:cubicBezTo>
                <a:cubicBezTo>
                  <a:pt x="-5352" y="4112812"/>
                  <a:pt x="9645" y="3919423"/>
                  <a:pt x="0" y="3773507"/>
                </a:cubicBezTo>
                <a:cubicBezTo>
                  <a:pt x="-9645" y="3627591"/>
                  <a:pt x="-10654" y="3330687"/>
                  <a:pt x="0" y="3186517"/>
                </a:cubicBezTo>
                <a:cubicBezTo>
                  <a:pt x="10654" y="3042347"/>
                  <a:pt x="18181" y="2635923"/>
                  <a:pt x="0" y="2487720"/>
                </a:cubicBezTo>
                <a:cubicBezTo>
                  <a:pt x="-18181" y="2339517"/>
                  <a:pt x="-7947" y="2113537"/>
                  <a:pt x="0" y="1956633"/>
                </a:cubicBezTo>
                <a:cubicBezTo>
                  <a:pt x="7947" y="1799729"/>
                  <a:pt x="-15145" y="1657735"/>
                  <a:pt x="0" y="1425547"/>
                </a:cubicBezTo>
                <a:cubicBezTo>
                  <a:pt x="15145" y="1193359"/>
                  <a:pt x="-23832" y="948054"/>
                  <a:pt x="0" y="614942"/>
                </a:cubicBezTo>
                <a:cubicBezTo>
                  <a:pt x="23832" y="281831"/>
                  <a:pt x="2816" y="129878"/>
                  <a:pt x="0" y="0"/>
                </a:cubicBezTo>
                <a:close/>
              </a:path>
              <a:path w="18288" h="5590381" stroke="0" extrusionOk="0">
                <a:moveTo>
                  <a:pt x="0" y="0"/>
                </a:moveTo>
                <a:cubicBezTo>
                  <a:pt x="5871" y="848"/>
                  <a:pt x="11713" y="-200"/>
                  <a:pt x="18288" y="0"/>
                </a:cubicBezTo>
                <a:cubicBezTo>
                  <a:pt x="41141" y="165299"/>
                  <a:pt x="3613" y="427555"/>
                  <a:pt x="18288" y="698798"/>
                </a:cubicBezTo>
                <a:cubicBezTo>
                  <a:pt x="32963" y="970041"/>
                  <a:pt x="19680" y="1226199"/>
                  <a:pt x="18288" y="1397595"/>
                </a:cubicBezTo>
                <a:cubicBezTo>
                  <a:pt x="16896" y="1568991"/>
                  <a:pt x="38798" y="1794517"/>
                  <a:pt x="18288" y="2152297"/>
                </a:cubicBezTo>
                <a:cubicBezTo>
                  <a:pt x="-2222" y="2510077"/>
                  <a:pt x="40846" y="2594424"/>
                  <a:pt x="18288" y="2739287"/>
                </a:cubicBezTo>
                <a:cubicBezTo>
                  <a:pt x="-4270" y="2884150"/>
                  <a:pt x="27117" y="3129706"/>
                  <a:pt x="18288" y="3493988"/>
                </a:cubicBezTo>
                <a:cubicBezTo>
                  <a:pt x="9459" y="3858270"/>
                  <a:pt x="54201" y="4041447"/>
                  <a:pt x="18288" y="4304593"/>
                </a:cubicBezTo>
                <a:cubicBezTo>
                  <a:pt x="-17625" y="4567740"/>
                  <a:pt x="49627" y="5149125"/>
                  <a:pt x="18288" y="5590381"/>
                </a:cubicBezTo>
                <a:cubicBezTo>
                  <a:pt x="10860" y="5590744"/>
                  <a:pt x="7568" y="5590157"/>
                  <a:pt x="0" y="5590381"/>
                </a:cubicBezTo>
                <a:cubicBezTo>
                  <a:pt x="36767" y="5266821"/>
                  <a:pt x="-16223" y="5116146"/>
                  <a:pt x="0" y="4835680"/>
                </a:cubicBezTo>
                <a:cubicBezTo>
                  <a:pt x="16223" y="4555214"/>
                  <a:pt x="-16316" y="4356490"/>
                  <a:pt x="0" y="4136882"/>
                </a:cubicBezTo>
                <a:cubicBezTo>
                  <a:pt x="16316" y="3917274"/>
                  <a:pt x="8005" y="3773465"/>
                  <a:pt x="0" y="3549892"/>
                </a:cubicBezTo>
                <a:cubicBezTo>
                  <a:pt x="-8005" y="3326319"/>
                  <a:pt x="27623" y="3052456"/>
                  <a:pt x="0" y="2851094"/>
                </a:cubicBezTo>
                <a:cubicBezTo>
                  <a:pt x="-27623" y="2649732"/>
                  <a:pt x="5614" y="2455815"/>
                  <a:pt x="0" y="2264104"/>
                </a:cubicBezTo>
                <a:cubicBezTo>
                  <a:pt x="-5614" y="2072393"/>
                  <a:pt x="22598" y="1990723"/>
                  <a:pt x="0" y="1733018"/>
                </a:cubicBezTo>
                <a:cubicBezTo>
                  <a:pt x="-22598" y="1475313"/>
                  <a:pt x="-6965" y="1369123"/>
                  <a:pt x="0" y="1090124"/>
                </a:cubicBezTo>
                <a:cubicBezTo>
                  <a:pt x="6965" y="811125"/>
                  <a:pt x="-19273" y="507044"/>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3114097614">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a:ea typeface="+mn-ea"/>
              <a:cs typeface="+mn-cs"/>
            </a:endParaRPr>
          </a:p>
        </p:txBody>
      </p:sp>
      <p:pic>
        <p:nvPicPr>
          <p:cNvPr id="5" name="Picture 4">
            <a:extLst>
              <a:ext uri="{FF2B5EF4-FFF2-40B4-BE49-F238E27FC236}">
                <a16:creationId xmlns:a16="http://schemas.microsoft.com/office/drawing/2014/main" id="{8B61AD07-652F-1CD1-4A97-6C5E1DA2BB5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324358" y="1180213"/>
            <a:ext cx="7780879" cy="4221125"/>
          </a:xfrm>
          <a:prstGeom prst="rect">
            <a:avLst/>
          </a:prstGeom>
        </p:spPr>
      </p:pic>
      <p:sp>
        <p:nvSpPr>
          <p:cNvPr id="3" name="Content Placeholder 2"/>
          <p:cNvSpPr>
            <a:spLocks noGrp="1"/>
          </p:cNvSpPr>
          <p:nvPr>
            <p:ph idx="1"/>
          </p:nvPr>
        </p:nvSpPr>
        <p:spPr>
          <a:xfrm>
            <a:off x="630936" y="2222206"/>
            <a:ext cx="3528060" cy="4259762"/>
          </a:xfrm>
        </p:spPr>
        <p:txBody>
          <a:bodyPr vert="horz" lIns="91440" tIns="45720" rIns="91440" bIns="45720" rtlCol="0" anchor="t">
            <a:normAutofit/>
          </a:bodyPr>
          <a:lstStyle/>
          <a:p>
            <a:pPr marL="0" indent="0">
              <a:spcAft>
                <a:spcPts val="1200"/>
              </a:spcAft>
              <a:buNone/>
            </a:pPr>
            <a:r>
              <a:rPr lang="en-US" sz="2400" dirty="0">
                <a:solidFill>
                  <a:schemeClr val="tx1"/>
                </a:solidFill>
                <a:latin typeface="+mn-lt"/>
              </a:rPr>
              <a:t>Top-down Information Architecture starts with </a:t>
            </a:r>
            <a:r>
              <a:rPr lang="en-US" sz="2400" b="1" dirty="0">
                <a:solidFill>
                  <a:schemeClr val="accent5">
                    <a:lumMod val="75000"/>
                  </a:schemeClr>
                </a:solidFill>
                <a:latin typeface="+mn-lt"/>
              </a:rPr>
              <a:t>the big picture</a:t>
            </a:r>
            <a:r>
              <a:rPr lang="en-US" sz="2400" dirty="0">
                <a:solidFill>
                  <a:schemeClr val="tx1"/>
                </a:solidFill>
                <a:latin typeface="+mn-lt"/>
              </a:rPr>
              <a:t>—defining high-level categories, navigation, and site structure based on business goals and user needs.</a:t>
            </a:r>
          </a:p>
          <a:p>
            <a:pPr marL="0" indent="0">
              <a:buNone/>
            </a:pPr>
            <a:r>
              <a:rPr lang="en-US" sz="2400" b="1" i="1" dirty="0">
                <a:solidFill>
                  <a:schemeClr val="accent5">
                    <a:lumMod val="75000"/>
                  </a:schemeClr>
                </a:solidFill>
                <a:latin typeface="+mn-lt"/>
              </a:rPr>
              <a:t>Let's consider the ETSU landing page...</a:t>
            </a:r>
          </a:p>
        </p:txBody>
      </p:sp>
      <p:sp>
        <p:nvSpPr>
          <p:cNvPr id="8" name="Title 1">
            <a:extLst>
              <a:ext uri="{FF2B5EF4-FFF2-40B4-BE49-F238E27FC236}">
                <a16:creationId xmlns:a16="http://schemas.microsoft.com/office/drawing/2014/main" id="{872A8B94-DD99-BD9C-74ED-391DB245FCE7}"/>
              </a:ext>
            </a:extLst>
          </p:cNvPr>
          <p:cNvSpPr txBox="1">
            <a:spLocks/>
          </p:cNvSpPr>
          <p:nvPr/>
        </p:nvSpPr>
        <p:spPr>
          <a:xfrm>
            <a:off x="630936" y="375283"/>
            <a:ext cx="3419856" cy="168327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100" b="1" kern="1200">
                <a:solidFill>
                  <a:schemeClr val="tx2"/>
                </a:solidFill>
                <a:latin typeface="Text Me One" pitchFamily="2" charset="0"/>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3800" b="1" i="0" u="none" strike="noStrike" kern="1200" cap="none" spc="0" normalizeH="0" baseline="0" noProof="0">
                <a:ln>
                  <a:noFill/>
                </a:ln>
                <a:solidFill>
                  <a:srgbClr val="444F9C"/>
                </a:solidFill>
                <a:effectLst/>
                <a:uLnTx/>
                <a:uFillTx/>
                <a:latin typeface="Text Me One"/>
                <a:ea typeface="+mj-ea"/>
                <a:cs typeface="+mj-cs"/>
              </a:rPr>
              <a:t>The User's Mental Model: Top-down</a:t>
            </a:r>
            <a:endParaRPr kumimoji="0" lang="en-US" sz="3800" b="1" i="0" u="none" strike="noStrike" kern="1200" cap="none" spc="0" normalizeH="0" baseline="0" noProof="0" dirty="0">
              <a:ln>
                <a:noFill/>
              </a:ln>
              <a:solidFill>
                <a:srgbClr val="444F9C"/>
              </a:solidFill>
              <a:effectLst/>
              <a:uLnTx/>
              <a:uFillTx/>
              <a:latin typeface="Text Me One"/>
              <a:ea typeface="+mj-ea"/>
              <a:cs typeface="+mj-cs"/>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F871276-14CB-54D4-43AB-9D39B5AA4913}"/>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16333C42-F1F6-053C-11F7-E954D326B4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a:ea typeface="+mn-ea"/>
              <a:cs typeface="+mn-cs"/>
            </a:endParaRPr>
          </a:p>
        </p:txBody>
      </p:sp>
      <p:sp>
        <p:nvSpPr>
          <p:cNvPr id="2" name="Title 1">
            <a:extLst>
              <a:ext uri="{FF2B5EF4-FFF2-40B4-BE49-F238E27FC236}">
                <a16:creationId xmlns:a16="http://schemas.microsoft.com/office/drawing/2014/main" id="{D69F9832-8AB9-FDB3-FC04-45AE5386FE58}"/>
              </a:ext>
            </a:extLst>
          </p:cNvPr>
          <p:cNvSpPr>
            <a:spLocks noGrp="1"/>
          </p:cNvSpPr>
          <p:nvPr>
            <p:ph type="title"/>
          </p:nvPr>
        </p:nvSpPr>
        <p:spPr>
          <a:xfrm>
            <a:off x="630936" y="375283"/>
            <a:ext cx="3419856" cy="1683277"/>
          </a:xfrm>
        </p:spPr>
        <p:txBody>
          <a:bodyPr vert="horz" lIns="91440" tIns="45720" rIns="91440" bIns="45720" rtlCol="0" anchor="ctr">
            <a:normAutofit/>
          </a:bodyPr>
          <a:lstStyle/>
          <a:p>
            <a:r>
              <a:rPr lang="en-US" sz="3800" kern="1200" dirty="0">
                <a:latin typeface="+mj-lt"/>
                <a:ea typeface="+mj-ea"/>
                <a:cs typeface="+mj-cs"/>
              </a:rPr>
              <a:t>The User's Mental Model: Top-down</a:t>
            </a:r>
          </a:p>
        </p:txBody>
      </p:sp>
      <p:sp>
        <p:nvSpPr>
          <p:cNvPr id="12" name="sketch line">
            <a:extLst>
              <a:ext uri="{FF2B5EF4-FFF2-40B4-BE49-F238E27FC236}">
                <a16:creationId xmlns:a16="http://schemas.microsoft.com/office/drawing/2014/main" id="{A23E1F88-299F-E102-2CA7-271BAC272F3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267200" y="630936"/>
            <a:ext cx="18288" cy="5590381"/>
          </a:xfrm>
          <a:custGeom>
            <a:avLst/>
            <a:gdLst>
              <a:gd name="csX0" fmla="*/ 0 w 18288"/>
              <a:gd name="csY0" fmla="*/ 0 h 5590381"/>
              <a:gd name="csX1" fmla="*/ 18288 w 18288"/>
              <a:gd name="csY1" fmla="*/ 0 h 5590381"/>
              <a:gd name="csX2" fmla="*/ 18288 w 18288"/>
              <a:gd name="csY2" fmla="*/ 754701 h 5590381"/>
              <a:gd name="csX3" fmla="*/ 18288 w 18288"/>
              <a:gd name="csY3" fmla="*/ 1565307 h 5590381"/>
              <a:gd name="csX4" fmla="*/ 18288 w 18288"/>
              <a:gd name="csY4" fmla="*/ 2152297 h 5590381"/>
              <a:gd name="csX5" fmla="*/ 18288 w 18288"/>
              <a:gd name="csY5" fmla="*/ 2906998 h 5590381"/>
              <a:gd name="csX6" fmla="*/ 18288 w 18288"/>
              <a:gd name="csY6" fmla="*/ 3549892 h 5590381"/>
              <a:gd name="csX7" fmla="*/ 18288 w 18288"/>
              <a:gd name="csY7" fmla="*/ 4080978 h 5590381"/>
              <a:gd name="csX8" fmla="*/ 18288 w 18288"/>
              <a:gd name="csY8" fmla="*/ 4835680 h 5590381"/>
              <a:gd name="csX9" fmla="*/ 18288 w 18288"/>
              <a:gd name="csY9" fmla="*/ 5590381 h 5590381"/>
              <a:gd name="csX10" fmla="*/ 0 w 18288"/>
              <a:gd name="csY10" fmla="*/ 5590381 h 5590381"/>
              <a:gd name="csX11" fmla="*/ 0 w 18288"/>
              <a:gd name="csY11" fmla="*/ 4835680 h 5590381"/>
              <a:gd name="csX12" fmla="*/ 0 w 18288"/>
              <a:gd name="csY12" fmla="*/ 4304593 h 5590381"/>
              <a:gd name="csX13" fmla="*/ 0 w 18288"/>
              <a:gd name="csY13" fmla="*/ 3773507 h 5590381"/>
              <a:gd name="csX14" fmla="*/ 0 w 18288"/>
              <a:gd name="csY14" fmla="*/ 3186517 h 5590381"/>
              <a:gd name="csX15" fmla="*/ 0 w 18288"/>
              <a:gd name="csY15" fmla="*/ 2487720 h 5590381"/>
              <a:gd name="csX16" fmla="*/ 0 w 18288"/>
              <a:gd name="csY16" fmla="*/ 1956633 h 5590381"/>
              <a:gd name="csX17" fmla="*/ 0 w 18288"/>
              <a:gd name="csY17" fmla="*/ 1425547 h 5590381"/>
              <a:gd name="csX18" fmla="*/ 0 w 18288"/>
              <a:gd name="csY18" fmla="*/ 614942 h 5590381"/>
              <a:gd name="csX19" fmla="*/ 0 w 18288"/>
              <a:gd name="csY19" fmla="*/ 0 h 55903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18288" h="5590381" fill="none" extrusionOk="0">
                <a:moveTo>
                  <a:pt x="0" y="0"/>
                </a:moveTo>
                <a:cubicBezTo>
                  <a:pt x="7726" y="-435"/>
                  <a:pt x="14198" y="437"/>
                  <a:pt x="18288" y="0"/>
                </a:cubicBezTo>
                <a:cubicBezTo>
                  <a:pt x="-5226" y="225076"/>
                  <a:pt x="46275" y="562283"/>
                  <a:pt x="18288" y="754701"/>
                </a:cubicBezTo>
                <a:cubicBezTo>
                  <a:pt x="-9699" y="947119"/>
                  <a:pt x="30081" y="1239251"/>
                  <a:pt x="18288" y="1565307"/>
                </a:cubicBezTo>
                <a:cubicBezTo>
                  <a:pt x="6495" y="1891363"/>
                  <a:pt x="7160" y="1999140"/>
                  <a:pt x="18288" y="2152297"/>
                </a:cubicBezTo>
                <a:cubicBezTo>
                  <a:pt x="29417" y="2305454"/>
                  <a:pt x="28705" y="2598333"/>
                  <a:pt x="18288" y="2906998"/>
                </a:cubicBezTo>
                <a:cubicBezTo>
                  <a:pt x="7871" y="3215663"/>
                  <a:pt x="35263" y="3327412"/>
                  <a:pt x="18288" y="3549892"/>
                </a:cubicBezTo>
                <a:cubicBezTo>
                  <a:pt x="1313" y="3772372"/>
                  <a:pt x="38561" y="3843836"/>
                  <a:pt x="18288" y="4080978"/>
                </a:cubicBezTo>
                <a:cubicBezTo>
                  <a:pt x="-1985" y="4318120"/>
                  <a:pt x="-3806" y="4511166"/>
                  <a:pt x="18288" y="4835680"/>
                </a:cubicBezTo>
                <a:cubicBezTo>
                  <a:pt x="40382" y="5160194"/>
                  <a:pt x="-13070" y="5401748"/>
                  <a:pt x="18288" y="5590381"/>
                </a:cubicBezTo>
                <a:cubicBezTo>
                  <a:pt x="12010" y="5589863"/>
                  <a:pt x="6799" y="5589982"/>
                  <a:pt x="0" y="5590381"/>
                </a:cubicBezTo>
                <a:cubicBezTo>
                  <a:pt x="-6480" y="5250523"/>
                  <a:pt x="-32148" y="5052531"/>
                  <a:pt x="0" y="4835680"/>
                </a:cubicBezTo>
                <a:cubicBezTo>
                  <a:pt x="32148" y="4618829"/>
                  <a:pt x="5352" y="4496374"/>
                  <a:pt x="0" y="4304593"/>
                </a:cubicBezTo>
                <a:cubicBezTo>
                  <a:pt x="-5352" y="4112812"/>
                  <a:pt x="9645" y="3919423"/>
                  <a:pt x="0" y="3773507"/>
                </a:cubicBezTo>
                <a:cubicBezTo>
                  <a:pt x="-9645" y="3627591"/>
                  <a:pt x="-10654" y="3330687"/>
                  <a:pt x="0" y="3186517"/>
                </a:cubicBezTo>
                <a:cubicBezTo>
                  <a:pt x="10654" y="3042347"/>
                  <a:pt x="18181" y="2635923"/>
                  <a:pt x="0" y="2487720"/>
                </a:cubicBezTo>
                <a:cubicBezTo>
                  <a:pt x="-18181" y="2339517"/>
                  <a:pt x="-7947" y="2113537"/>
                  <a:pt x="0" y="1956633"/>
                </a:cubicBezTo>
                <a:cubicBezTo>
                  <a:pt x="7947" y="1799729"/>
                  <a:pt x="-15145" y="1657735"/>
                  <a:pt x="0" y="1425547"/>
                </a:cubicBezTo>
                <a:cubicBezTo>
                  <a:pt x="15145" y="1193359"/>
                  <a:pt x="-23832" y="948054"/>
                  <a:pt x="0" y="614942"/>
                </a:cubicBezTo>
                <a:cubicBezTo>
                  <a:pt x="23832" y="281831"/>
                  <a:pt x="2816" y="129878"/>
                  <a:pt x="0" y="0"/>
                </a:cubicBezTo>
                <a:close/>
              </a:path>
              <a:path w="18288" h="5590381" stroke="0" extrusionOk="0">
                <a:moveTo>
                  <a:pt x="0" y="0"/>
                </a:moveTo>
                <a:cubicBezTo>
                  <a:pt x="5871" y="848"/>
                  <a:pt x="11713" y="-200"/>
                  <a:pt x="18288" y="0"/>
                </a:cubicBezTo>
                <a:cubicBezTo>
                  <a:pt x="41141" y="165299"/>
                  <a:pt x="3613" y="427555"/>
                  <a:pt x="18288" y="698798"/>
                </a:cubicBezTo>
                <a:cubicBezTo>
                  <a:pt x="32963" y="970041"/>
                  <a:pt x="19680" y="1226199"/>
                  <a:pt x="18288" y="1397595"/>
                </a:cubicBezTo>
                <a:cubicBezTo>
                  <a:pt x="16896" y="1568991"/>
                  <a:pt x="38798" y="1794517"/>
                  <a:pt x="18288" y="2152297"/>
                </a:cubicBezTo>
                <a:cubicBezTo>
                  <a:pt x="-2222" y="2510077"/>
                  <a:pt x="40846" y="2594424"/>
                  <a:pt x="18288" y="2739287"/>
                </a:cubicBezTo>
                <a:cubicBezTo>
                  <a:pt x="-4270" y="2884150"/>
                  <a:pt x="27117" y="3129706"/>
                  <a:pt x="18288" y="3493988"/>
                </a:cubicBezTo>
                <a:cubicBezTo>
                  <a:pt x="9459" y="3858270"/>
                  <a:pt x="54201" y="4041447"/>
                  <a:pt x="18288" y="4304593"/>
                </a:cubicBezTo>
                <a:cubicBezTo>
                  <a:pt x="-17625" y="4567740"/>
                  <a:pt x="49627" y="5149125"/>
                  <a:pt x="18288" y="5590381"/>
                </a:cubicBezTo>
                <a:cubicBezTo>
                  <a:pt x="10860" y="5590744"/>
                  <a:pt x="7568" y="5590157"/>
                  <a:pt x="0" y="5590381"/>
                </a:cubicBezTo>
                <a:cubicBezTo>
                  <a:pt x="36767" y="5266821"/>
                  <a:pt x="-16223" y="5116146"/>
                  <a:pt x="0" y="4835680"/>
                </a:cubicBezTo>
                <a:cubicBezTo>
                  <a:pt x="16223" y="4555214"/>
                  <a:pt x="-16316" y="4356490"/>
                  <a:pt x="0" y="4136882"/>
                </a:cubicBezTo>
                <a:cubicBezTo>
                  <a:pt x="16316" y="3917274"/>
                  <a:pt x="8005" y="3773465"/>
                  <a:pt x="0" y="3549892"/>
                </a:cubicBezTo>
                <a:cubicBezTo>
                  <a:pt x="-8005" y="3326319"/>
                  <a:pt x="27623" y="3052456"/>
                  <a:pt x="0" y="2851094"/>
                </a:cubicBezTo>
                <a:cubicBezTo>
                  <a:pt x="-27623" y="2649732"/>
                  <a:pt x="5614" y="2455815"/>
                  <a:pt x="0" y="2264104"/>
                </a:cubicBezTo>
                <a:cubicBezTo>
                  <a:pt x="-5614" y="2072393"/>
                  <a:pt x="22598" y="1990723"/>
                  <a:pt x="0" y="1733018"/>
                </a:cubicBezTo>
                <a:cubicBezTo>
                  <a:pt x="-22598" y="1475313"/>
                  <a:pt x="-6965" y="1369123"/>
                  <a:pt x="0" y="1090124"/>
                </a:cubicBezTo>
                <a:cubicBezTo>
                  <a:pt x="6965" y="811125"/>
                  <a:pt x="-19273" y="507044"/>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3114097614">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a:ea typeface="+mn-ea"/>
              <a:cs typeface="+mn-cs"/>
            </a:endParaRPr>
          </a:p>
        </p:txBody>
      </p:sp>
      <p:pic>
        <p:nvPicPr>
          <p:cNvPr id="5" name="Picture 4">
            <a:extLst>
              <a:ext uri="{FF2B5EF4-FFF2-40B4-BE49-F238E27FC236}">
                <a16:creationId xmlns:a16="http://schemas.microsoft.com/office/drawing/2014/main" id="{408E8DCF-B2F2-B1DE-C0F3-719DD7F8928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324358" y="1180213"/>
            <a:ext cx="7780879" cy="4221125"/>
          </a:xfrm>
          <a:prstGeom prst="rect">
            <a:avLst/>
          </a:prstGeom>
        </p:spPr>
      </p:pic>
      <p:sp>
        <p:nvSpPr>
          <p:cNvPr id="3" name="Content Placeholder 2">
            <a:extLst>
              <a:ext uri="{FF2B5EF4-FFF2-40B4-BE49-F238E27FC236}">
                <a16:creationId xmlns:a16="http://schemas.microsoft.com/office/drawing/2014/main" id="{65C77A9B-9F3C-3588-0C36-BE46EA2FBC16}"/>
              </a:ext>
            </a:extLst>
          </p:cNvPr>
          <p:cNvSpPr>
            <a:spLocks noGrp="1"/>
          </p:cNvSpPr>
          <p:nvPr>
            <p:ph idx="1"/>
          </p:nvPr>
        </p:nvSpPr>
        <p:spPr>
          <a:xfrm>
            <a:off x="630936" y="2149934"/>
            <a:ext cx="3597394" cy="4332034"/>
          </a:xfrm>
        </p:spPr>
        <p:txBody>
          <a:bodyPr vert="horz" lIns="91440" tIns="45720" rIns="91440" bIns="45720" rtlCol="0" anchor="t">
            <a:normAutofit lnSpcReduction="10000"/>
          </a:bodyPr>
          <a:lstStyle/>
          <a:p>
            <a:pPr marL="0" indent="0">
              <a:spcAft>
                <a:spcPts val="600"/>
              </a:spcAft>
              <a:buNone/>
            </a:pPr>
            <a:r>
              <a:rPr lang="en-US" sz="2400" dirty="0"/>
              <a:t>Features of the landing page address some "top-down" questions:</a:t>
            </a:r>
          </a:p>
          <a:p>
            <a:pPr>
              <a:spcAft>
                <a:spcPts val="300"/>
              </a:spcAft>
            </a:pPr>
            <a:r>
              <a:rPr lang="en-US" sz="2200" dirty="0"/>
              <a:t>Where am I? (1)</a:t>
            </a:r>
          </a:p>
          <a:p>
            <a:pPr>
              <a:spcAft>
                <a:spcPts val="300"/>
              </a:spcAft>
            </a:pPr>
            <a:r>
              <a:rPr lang="en-US" sz="2200" dirty="0"/>
              <a:t>I know what I'm looking for; how do I search for it? (2)</a:t>
            </a:r>
          </a:p>
          <a:p>
            <a:pPr>
              <a:spcAft>
                <a:spcPts val="300"/>
              </a:spcAft>
            </a:pPr>
            <a:r>
              <a:rPr lang="en-US" sz="2200" dirty="0"/>
              <a:t>How do I get around this site? (3)</a:t>
            </a:r>
          </a:p>
          <a:p>
            <a:pPr>
              <a:spcAft>
                <a:spcPts val="300"/>
              </a:spcAft>
            </a:pPr>
            <a:r>
              <a:rPr lang="en-US" sz="2200" dirty="0"/>
              <a:t>What's unique about this organization? (4)</a:t>
            </a:r>
          </a:p>
          <a:p>
            <a:pPr>
              <a:spcAft>
                <a:spcPts val="300"/>
              </a:spcAft>
            </a:pPr>
            <a:r>
              <a:rPr lang="en-US" sz="2200" dirty="0"/>
              <a:t>How can I contact *someone? (5)</a:t>
            </a:r>
          </a:p>
        </p:txBody>
      </p:sp>
      <p:sp>
        <p:nvSpPr>
          <p:cNvPr id="4" name="TextBox 3">
            <a:extLst>
              <a:ext uri="{FF2B5EF4-FFF2-40B4-BE49-F238E27FC236}">
                <a16:creationId xmlns:a16="http://schemas.microsoft.com/office/drawing/2014/main" id="{A60A3673-A0BB-DDD1-8996-7F5333DAE864}"/>
              </a:ext>
            </a:extLst>
          </p:cNvPr>
          <p:cNvSpPr txBox="1"/>
          <p:nvPr/>
        </p:nvSpPr>
        <p:spPr>
          <a:xfrm>
            <a:off x="879711" y="6370381"/>
            <a:ext cx="3979555"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Avenir"/>
                <a:ea typeface="+mn-ea"/>
                <a:cs typeface="+mn-cs"/>
              </a:rPr>
              <a:t>* or some chat bot. LOL.</a:t>
            </a:r>
          </a:p>
        </p:txBody>
      </p:sp>
      <p:sp>
        <p:nvSpPr>
          <p:cNvPr id="6" name="TextBox 5">
            <a:extLst>
              <a:ext uri="{FF2B5EF4-FFF2-40B4-BE49-F238E27FC236}">
                <a16:creationId xmlns:a16="http://schemas.microsoft.com/office/drawing/2014/main" id="{701007A6-4FC7-0530-F469-673634D5CB8E}"/>
              </a:ext>
            </a:extLst>
          </p:cNvPr>
          <p:cNvSpPr txBox="1"/>
          <p:nvPr/>
        </p:nvSpPr>
        <p:spPr>
          <a:xfrm>
            <a:off x="3286252" y="6059507"/>
            <a:ext cx="8905748" cy="646331"/>
          </a:xfrm>
          <a:prstGeom prst="rect">
            <a:avLst/>
          </a:prstGeom>
          <a:solidFill>
            <a:schemeClr val="bg1"/>
          </a:solid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venir"/>
                <a:ea typeface="+mn-ea"/>
                <a:cs typeface="+mn-cs"/>
              </a:rPr>
              <a:t>Questions based on Rosenfeld, Morville, &amp; Arango (2015). 5. The Anatomy of an Information Architecture. In </a:t>
            </a:r>
            <a:r>
              <a:rPr kumimoji="0" lang="en-US" sz="1800" b="0" i="1" u="none" strike="noStrike" kern="1200" cap="none" spc="0" normalizeH="0" baseline="0" noProof="0" dirty="0">
                <a:ln>
                  <a:noFill/>
                </a:ln>
                <a:solidFill>
                  <a:prstClr val="black"/>
                </a:solidFill>
                <a:effectLst/>
                <a:uLnTx/>
                <a:uFillTx/>
                <a:latin typeface="Avenir"/>
                <a:ea typeface="+mn-ea"/>
                <a:cs typeface="+mn-cs"/>
              </a:rPr>
              <a:t>Information Architecture, 4th Edition. </a:t>
            </a:r>
            <a:r>
              <a:rPr kumimoji="0" lang="en-US" sz="1800" b="0" i="0" u="none" strike="noStrike" kern="1200" cap="none" spc="0" normalizeH="0" baseline="0" noProof="0" dirty="0">
                <a:ln>
                  <a:noFill/>
                </a:ln>
                <a:solidFill>
                  <a:prstClr val="black"/>
                </a:solidFill>
                <a:effectLst/>
                <a:uLnTx/>
                <a:uFillTx/>
                <a:latin typeface="Avenir"/>
                <a:ea typeface="+mn-ea"/>
                <a:cs typeface="+mn-cs"/>
              </a:rPr>
              <a:t>O’Reilly Media, Inc.</a:t>
            </a:r>
          </a:p>
        </p:txBody>
      </p:sp>
    </p:spTree>
    <p:extLst>
      <p:ext uri="{BB962C8B-B14F-4D97-AF65-F5344CB8AC3E}">
        <p14:creationId xmlns:p14="http://schemas.microsoft.com/office/powerpoint/2010/main" val="36085253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761840" y="1028703"/>
            <a:ext cx="5310536" cy="1510746"/>
          </a:xfrm>
        </p:spPr>
        <p:txBody>
          <a:bodyPr vert="horz" lIns="91440" tIns="45720" rIns="91440" bIns="45720" rtlCol="0" anchor="t">
            <a:normAutofit/>
          </a:bodyPr>
          <a:lstStyle/>
          <a:p>
            <a:r>
              <a:rPr lang="en-US" kern="1200" dirty="0">
                <a:latin typeface="+mj-lt"/>
                <a:ea typeface="+mj-ea"/>
                <a:cs typeface="+mj-cs"/>
              </a:rPr>
              <a:t>The User's Mental Model: Bottom-up</a:t>
            </a:r>
          </a:p>
        </p:txBody>
      </p:sp>
      <p:cxnSp>
        <p:nvCxnSpPr>
          <p:cNvPr id="81" name="Straight Connector 80">
            <a:extLst>
              <a:ext uri="{FF2B5EF4-FFF2-40B4-BE49-F238E27FC236}">
                <a16:creationId xmlns:a16="http://schemas.microsoft.com/office/drawing/2014/main" id="{FC23E3B9-5ABF-58B3-E2B0-E9A5DAA9003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61462"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3" name="Content Placeholder 2"/>
          <p:cNvSpPr>
            <a:spLocks noGrp="1"/>
          </p:cNvSpPr>
          <p:nvPr>
            <p:ph idx="1"/>
          </p:nvPr>
        </p:nvSpPr>
        <p:spPr>
          <a:xfrm>
            <a:off x="761840" y="2307661"/>
            <a:ext cx="5415676" cy="4348320"/>
          </a:xfrm>
        </p:spPr>
        <p:txBody>
          <a:bodyPr vert="horz" lIns="91440" tIns="45720" rIns="91440" bIns="45720" rtlCol="0">
            <a:normAutofit/>
          </a:bodyPr>
          <a:lstStyle/>
          <a:p>
            <a:pPr marL="0" indent="0">
              <a:spcAft>
                <a:spcPts val="600"/>
              </a:spcAft>
              <a:buNone/>
            </a:pPr>
            <a:r>
              <a:rPr lang="en-US" sz="2200" dirty="0">
                <a:solidFill>
                  <a:schemeClr val="tx1"/>
                </a:solidFill>
                <a:latin typeface="+mn-lt"/>
              </a:rPr>
              <a:t>Bottom-up Information Architecture treats </a:t>
            </a:r>
            <a:r>
              <a:rPr lang="en-US" sz="2200" b="1" i="1" dirty="0">
                <a:solidFill>
                  <a:schemeClr val="accent4">
                    <a:lumMod val="50000"/>
                  </a:schemeClr>
                </a:solidFill>
                <a:latin typeface="+mn-lt"/>
              </a:rPr>
              <a:t>individual pages as independent "hubs" </a:t>
            </a:r>
            <a:r>
              <a:rPr lang="en-US" sz="2200" dirty="0">
                <a:solidFill>
                  <a:schemeClr val="tx1"/>
                </a:solidFill>
                <a:latin typeface="+mn-lt"/>
              </a:rPr>
              <a:t>that link to related content and provide a clear sense of "place" within the website. Bottom-up information architecture, created through content </a:t>
            </a:r>
            <a:r>
              <a:rPr lang="en-US" sz="2200" b="1" dirty="0">
                <a:solidFill>
                  <a:schemeClr val="accent4">
                    <a:lumMod val="50000"/>
                  </a:schemeClr>
                </a:solidFill>
                <a:latin typeface="+mn-lt"/>
              </a:rPr>
              <a:t>structure</a:t>
            </a:r>
            <a:r>
              <a:rPr lang="en-US" sz="2200" dirty="0">
                <a:solidFill>
                  <a:schemeClr val="tx1"/>
                </a:solidFill>
                <a:latin typeface="+mn-lt"/>
              </a:rPr>
              <a:t>, </a:t>
            </a:r>
            <a:r>
              <a:rPr lang="en-US" sz="2200" b="1" dirty="0">
                <a:solidFill>
                  <a:schemeClr val="accent4">
                    <a:lumMod val="50000"/>
                  </a:schemeClr>
                </a:solidFill>
                <a:latin typeface="+mn-lt"/>
              </a:rPr>
              <a:t>sequencing</a:t>
            </a:r>
            <a:r>
              <a:rPr lang="en-US" sz="2200" dirty="0">
                <a:solidFill>
                  <a:schemeClr val="tx1"/>
                </a:solidFill>
                <a:latin typeface="+mn-lt"/>
              </a:rPr>
              <a:t>, and </a:t>
            </a:r>
            <a:r>
              <a:rPr lang="en-US" sz="2200" b="1" dirty="0">
                <a:solidFill>
                  <a:schemeClr val="accent4">
                    <a:lumMod val="50000"/>
                  </a:schemeClr>
                </a:solidFill>
                <a:latin typeface="+mn-lt"/>
              </a:rPr>
              <a:t>tagging</a:t>
            </a:r>
            <a:r>
              <a:rPr lang="en-US" sz="2200" dirty="0">
                <a:solidFill>
                  <a:schemeClr val="tx1"/>
                </a:solidFill>
                <a:latin typeface="+mn-lt"/>
              </a:rPr>
              <a:t> help you answer questions like:</a:t>
            </a:r>
          </a:p>
          <a:p>
            <a:pPr>
              <a:spcAft>
                <a:spcPts val="300"/>
              </a:spcAft>
            </a:pPr>
            <a:r>
              <a:rPr lang="en-US" sz="2200" dirty="0">
                <a:solidFill>
                  <a:schemeClr val="tx1"/>
                </a:solidFill>
                <a:latin typeface="+mn-lt"/>
              </a:rPr>
              <a:t>Where am I (relative to the overall site)?</a:t>
            </a:r>
          </a:p>
          <a:p>
            <a:pPr>
              <a:spcAft>
                <a:spcPts val="300"/>
              </a:spcAft>
            </a:pPr>
            <a:r>
              <a:rPr lang="en-US" sz="2200" dirty="0">
                <a:solidFill>
                  <a:schemeClr val="tx1"/>
                </a:solidFill>
                <a:latin typeface="+mn-lt"/>
              </a:rPr>
              <a:t>What's here?</a:t>
            </a:r>
          </a:p>
          <a:p>
            <a:pPr>
              <a:spcAft>
                <a:spcPts val="300"/>
              </a:spcAft>
            </a:pPr>
            <a:r>
              <a:rPr lang="en-US" sz="2200" dirty="0">
                <a:solidFill>
                  <a:schemeClr val="tx1"/>
                </a:solidFill>
                <a:latin typeface="+mn-lt"/>
              </a:rPr>
              <a:t>Where can I go from here?</a:t>
            </a:r>
          </a:p>
        </p:txBody>
      </p:sp>
      <p:sp>
        <p:nvSpPr>
          <p:cNvPr id="83" name="Rectangle 82">
            <a:extLst>
              <a:ext uri="{FF2B5EF4-FFF2-40B4-BE49-F238E27FC236}">
                <a16:creationId xmlns:a16="http://schemas.microsoft.com/office/drawing/2014/main" id="{4AEEBFDF-5999-F7A5-29E0-E160AD56EC56}"/>
              </a:ext>
            </a:extLst>
          </p:cNvPr>
          <p:cNvSpPr/>
          <p:nvPr/>
        </p:nvSpPr>
        <p:spPr>
          <a:xfrm>
            <a:off x="6096000" y="1138265"/>
            <a:ext cx="5846982" cy="4677586"/>
          </a:xfrm>
          <a:prstGeom prst="rect">
            <a:avLst/>
          </a:prstGeom>
          <a:solidFill>
            <a:srgbClr val="FFFFFF"/>
          </a:solidFill>
          <a:ln w="14597"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84" name="Freeform: Shape 83">
            <a:extLst>
              <a:ext uri="{FF2B5EF4-FFF2-40B4-BE49-F238E27FC236}">
                <a16:creationId xmlns:a16="http://schemas.microsoft.com/office/drawing/2014/main" id="{BFDE1A15-64B0-E206-F513-34D4AF1AEBB1}"/>
              </a:ext>
            </a:extLst>
          </p:cNvPr>
          <p:cNvSpPr/>
          <p:nvPr/>
        </p:nvSpPr>
        <p:spPr>
          <a:xfrm>
            <a:off x="10335061" y="1138265"/>
            <a:ext cx="1607920" cy="1900269"/>
          </a:xfrm>
          <a:custGeom>
            <a:avLst/>
            <a:gdLst>
              <a:gd name="csX0" fmla="*/ 0 w 1607920"/>
              <a:gd name="csY0" fmla="*/ 0 h 1900269"/>
              <a:gd name="csX1" fmla="*/ 1607920 w 1607920"/>
              <a:gd name="csY1" fmla="*/ 0 h 1900269"/>
              <a:gd name="csX2" fmla="*/ 1607920 w 1607920"/>
              <a:gd name="csY2" fmla="*/ 1900269 h 1900269"/>
            </a:gdLst>
            <a:ahLst/>
            <a:cxnLst>
              <a:cxn ang="0">
                <a:pos x="csX0" y="csY0"/>
              </a:cxn>
              <a:cxn ang="0">
                <a:pos x="csX1" y="csY1"/>
              </a:cxn>
              <a:cxn ang="0">
                <a:pos x="csX2" y="csY2"/>
              </a:cxn>
            </a:cxnLst>
            <a:rect l="l" t="t" r="r" b="b"/>
            <a:pathLst>
              <a:path w="1607920" h="1900269">
                <a:moveTo>
                  <a:pt x="0" y="0"/>
                </a:moveTo>
                <a:lnTo>
                  <a:pt x="1607920" y="0"/>
                </a:lnTo>
                <a:lnTo>
                  <a:pt x="1607920" y="1900269"/>
                </a:lnTo>
                <a:close/>
              </a:path>
            </a:pathLst>
          </a:custGeom>
          <a:solidFill>
            <a:srgbClr val="F4F4F4"/>
          </a:solidFill>
          <a:ln w="14597"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85" name="Freeform: Shape 84">
            <a:extLst>
              <a:ext uri="{FF2B5EF4-FFF2-40B4-BE49-F238E27FC236}">
                <a16:creationId xmlns:a16="http://schemas.microsoft.com/office/drawing/2014/main" id="{D64BCFC0-2E2F-89D1-FC59-92B47730E4B6}"/>
              </a:ext>
            </a:extLst>
          </p:cNvPr>
          <p:cNvSpPr/>
          <p:nvPr/>
        </p:nvSpPr>
        <p:spPr>
          <a:xfrm>
            <a:off x="10919760" y="1138265"/>
            <a:ext cx="1023221" cy="1169396"/>
          </a:xfrm>
          <a:custGeom>
            <a:avLst/>
            <a:gdLst>
              <a:gd name="csX0" fmla="*/ 0 w 1023221"/>
              <a:gd name="csY0" fmla="*/ 0 h 1169396"/>
              <a:gd name="csX1" fmla="*/ 1023222 w 1023221"/>
              <a:gd name="csY1" fmla="*/ 0 h 1169396"/>
              <a:gd name="csX2" fmla="*/ 1023222 w 1023221"/>
              <a:gd name="csY2" fmla="*/ 1169397 h 1169396"/>
            </a:gdLst>
            <a:ahLst/>
            <a:cxnLst>
              <a:cxn ang="0">
                <a:pos x="csX0" y="csY0"/>
              </a:cxn>
              <a:cxn ang="0">
                <a:pos x="csX1" y="csY1"/>
              </a:cxn>
              <a:cxn ang="0">
                <a:pos x="csX2" y="csY2"/>
              </a:cxn>
            </a:cxnLst>
            <a:rect l="l" t="t" r="r" b="b"/>
            <a:pathLst>
              <a:path w="1023221" h="1169396">
                <a:moveTo>
                  <a:pt x="0" y="0"/>
                </a:moveTo>
                <a:lnTo>
                  <a:pt x="1023222" y="0"/>
                </a:lnTo>
                <a:lnTo>
                  <a:pt x="1023222" y="1169397"/>
                </a:lnTo>
                <a:close/>
              </a:path>
            </a:pathLst>
          </a:custGeom>
          <a:solidFill>
            <a:srgbClr val="EDEEF5"/>
          </a:solidFill>
          <a:ln w="14597"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86" name="Oval 85">
            <a:extLst>
              <a:ext uri="{FF2B5EF4-FFF2-40B4-BE49-F238E27FC236}">
                <a16:creationId xmlns:a16="http://schemas.microsoft.com/office/drawing/2014/main" id="{FFAED4D5-BA6C-5185-6373-1949E9BB508B}"/>
              </a:ext>
            </a:extLst>
          </p:cNvPr>
          <p:cNvSpPr/>
          <p:nvPr/>
        </p:nvSpPr>
        <p:spPr>
          <a:xfrm>
            <a:off x="5745181" y="4412575"/>
            <a:ext cx="1754094" cy="1754094"/>
          </a:xfrm>
          <a:prstGeom prst="ellipse">
            <a:avLst/>
          </a:prstGeom>
          <a:solidFill>
            <a:srgbClr val="F4F4F4">
              <a:alpha val="55000"/>
            </a:srgbClr>
          </a:solidFill>
          <a:ln w="14597"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87" name="Oval 86">
            <a:extLst>
              <a:ext uri="{FF2B5EF4-FFF2-40B4-BE49-F238E27FC236}">
                <a16:creationId xmlns:a16="http://schemas.microsoft.com/office/drawing/2014/main" id="{8E847455-6D50-6636-7013-66E593CD0F24}"/>
              </a:ext>
            </a:extLst>
          </p:cNvPr>
          <p:cNvSpPr/>
          <p:nvPr/>
        </p:nvSpPr>
        <p:spPr>
          <a:xfrm>
            <a:off x="6096000" y="4763394"/>
            <a:ext cx="1052456" cy="1052456"/>
          </a:xfrm>
          <a:prstGeom prst="ellipse">
            <a:avLst/>
          </a:prstGeom>
          <a:solidFill>
            <a:srgbClr val="EDEEF5">
              <a:alpha val="45000"/>
            </a:srgbClr>
          </a:solidFill>
          <a:ln w="14597"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88" name="TextBox 87">
            <a:extLst>
              <a:ext uri="{FF2B5EF4-FFF2-40B4-BE49-F238E27FC236}">
                <a16:creationId xmlns:a16="http://schemas.microsoft.com/office/drawing/2014/main" id="{C9FAD451-4AD7-E712-7661-9D5899206190}"/>
              </a:ext>
            </a:extLst>
          </p:cNvPr>
          <p:cNvSpPr txBox="1"/>
          <p:nvPr/>
        </p:nvSpPr>
        <p:spPr>
          <a:xfrm>
            <a:off x="6219460" y="1204445"/>
            <a:ext cx="5600060" cy="42196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67" b="1" i="0" u="none" strike="noStrike" kern="1200" cap="none" spc="0" normalizeH="0" baseline="0" noProof="0">
                <a:ln/>
                <a:solidFill>
                  <a:srgbClr val="444F9C"/>
                </a:solidFill>
                <a:effectLst/>
                <a:uLnTx/>
                <a:uFillTx/>
                <a:latin typeface="Segoe UI"/>
                <a:ea typeface="+mn-ea"/>
                <a:cs typeface="Segoe UI"/>
                <a:sym typeface="Segoe UI"/>
                <a:rtl val="0"/>
              </a:rPr>
              <a:t>Bottom-Up IA: Each page a self-contained hub</a:t>
            </a:r>
          </a:p>
        </p:txBody>
      </p:sp>
      <p:sp>
        <p:nvSpPr>
          <p:cNvPr id="89" name="Rectangle 88">
            <a:extLst>
              <a:ext uri="{FF2B5EF4-FFF2-40B4-BE49-F238E27FC236}">
                <a16:creationId xmlns:a16="http://schemas.microsoft.com/office/drawing/2014/main" id="{5D53024C-6192-FD05-D768-5F9946D061BB}"/>
              </a:ext>
            </a:extLst>
          </p:cNvPr>
          <p:cNvSpPr/>
          <p:nvPr/>
        </p:nvSpPr>
        <p:spPr>
          <a:xfrm>
            <a:off x="7762389" y="2600010"/>
            <a:ext cx="2514202" cy="1607920"/>
          </a:xfrm>
          <a:prstGeom prst="rect">
            <a:avLst/>
          </a:prstGeom>
          <a:solidFill>
            <a:srgbClr val="FFFFFF"/>
          </a:solidFill>
          <a:ln w="32114" cap="flat">
            <a:solidFill>
              <a:srgbClr val="444F9C"/>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90" name="Rectangle 89">
            <a:extLst>
              <a:ext uri="{FF2B5EF4-FFF2-40B4-BE49-F238E27FC236}">
                <a16:creationId xmlns:a16="http://schemas.microsoft.com/office/drawing/2014/main" id="{C589080D-27FF-6C0F-6068-3B2354398AC4}"/>
              </a:ext>
            </a:extLst>
          </p:cNvPr>
          <p:cNvSpPr/>
          <p:nvPr/>
        </p:nvSpPr>
        <p:spPr>
          <a:xfrm>
            <a:off x="7762389" y="2600010"/>
            <a:ext cx="102322" cy="1607920"/>
          </a:xfrm>
          <a:prstGeom prst="rect">
            <a:avLst/>
          </a:prstGeom>
          <a:solidFill>
            <a:srgbClr val="444F9C"/>
          </a:solidFill>
          <a:ln w="14597"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91" name="TextBox 90">
            <a:extLst>
              <a:ext uri="{FF2B5EF4-FFF2-40B4-BE49-F238E27FC236}">
                <a16:creationId xmlns:a16="http://schemas.microsoft.com/office/drawing/2014/main" id="{16BBA0EC-C122-0177-4CBB-202BFFE530FA}"/>
              </a:ext>
            </a:extLst>
          </p:cNvPr>
          <p:cNvSpPr txBox="1"/>
          <p:nvPr/>
        </p:nvSpPr>
        <p:spPr>
          <a:xfrm>
            <a:off x="8218590" y="2625807"/>
            <a:ext cx="1519968" cy="3231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solidFill>
                  <a:srgbClr val="444F9C"/>
                </a:solidFill>
                <a:effectLst/>
                <a:uLnTx/>
                <a:uFillTx/>
                <a:latin typeface="Segoe UI"/>
                <a:ea typeface="+mn-ea"/>
                <a:cs typeface="Segoe UI"/>
                <a:sym typeface="Segoe UI"/>
                <a:rtl val="0"/>
              </a:rPr>
              <a:t>B.S. Comp. Sci.</a:t>
            </a:r>
          </a:p>
        </p:txBody>
      </p:sp>
      <p:sp>
        <p:nvSpPr>
          <p:cNvPr id="92" name="TextBox 91">
            <a:extLst>
              <a:ext uri="{FF2B5EF4-FFF2-40B4-BE49-F238E27FC236}">
                <a16:creationId xmlns:a16="http://schemas.microsoft.com/office/drawing/2014/main" id="{C56E6A1A-6B7F-286D-1E73-0F7FB1559BBE}"/>
              </a:ext>
            </a:extLst>
          </p:cNvPr>
          <p:cNvSpPr txBox="1"/>
          <p:nvPr/>
        </p:nvSpPr>
        <p:spPr>
          <a:xfrm>
            <a:off x="7904829" y="2907008"/>
            <a:ext cx="1684628"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solidFill>
                  <a:srgbClr val="2D5EBF"/>
                </a:solidFill>
                <a:effectLst/>
                <a:uLnTx/>
                <a:uFillTx/>
                <a:latin typeface="Segoe UI"/>
                <a:ea typeface="+mn-ea"/>
                <a:cs typeface="Segoe UI"/>
                <a:sym typeface="Segoe UI"/>
                <a:rtl val="0"/>
              </a:rPr>
              <a:t>Home › Programs › CS</a:t>
            </a:r>
          </a:p>
        </p:txBody>
      </p:sp>
      <p:sp>
        <p:nvSpPr>
          <p:cNvPr id="93" name="Rectangle 92">
            <a:extLst>
              <a:ext uri="{FF2B5EF4-FFF2-40B4-BE49-F238E27FC236}">
                <a16:creationId xmlns:a16="http://schemas.microsoft.com/office/drawing/2014/main" id="{21581C95-7F73-1529-888C-3EA7EC466E75}"/>
              </a:ext>
            </a:extLst>
          </p:cNvPr>
          <p:cNvSpPr/>
          <p:nvPr/>
        </p:nvSpPr>
        <p:spPr>
          <a:xfrm>
            <a:off x="7996269" y="3213943"/>
            <a:ext cx="2046443" cy="102322"/>
          </a:xfrm>
          <a:prstGeom prst="rect">
            <a:avLst/>
          </a:prstGeom>
          <a:solidFill>
            <a:srgbClr val="EDEEF5"/>
          </a:solidFill>
          <a:ln w="14597"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94" name="Rectangle 93">
            <a:extLst>
              <a:ext uri="{FF2B5EF4-FFF2-40B4-BE49-F238E27FC236}">
                <a16:creationId xmlns:a16="http://schemas.microsoft.com/office/drawing/2014/main" id="{90603C2C-AD17-24C9-E552-2A5F6A15CD1D}"/>
              </a:ext>
            </a:extLst>
          </p:cNvPr>
          <p:cNvSpPr/>
          <p:nvPr/>
        </p:nvSpPr>
        <p:spPr>
          <a:xfrm>
            <a:off x="7996269" y="3374735"/>
            <a:ext cx="1695624" cy="102322"/>
          </a:xfrm>
          <a:prstGeom prst="rect">
            <a:avLst/>
          </a:prstGeom>
          <a:solidFill>
            <a:srgbClr val="EDEEF5"/>
          </a:solidFill>
          <a:ln w="14597"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95" name="Rectangle 94">
            <a:extLst>
              <a:ext uri="{FF2B5EF4-FFF2-40B4-BE49-F238E27FC236}">
                <a16:creationId xmlns:a16="http://schemas.microsoft.com/office/drawing/2014/main" id="{56AB3016-4863-05A7-0883-BC20E1965D6E}"/>
              </a:ext>
            </a:extLst>
          </p:cNvPr>
          <p:cNvSpPr/>
          <p:nvPr/>
        </p:nvSpPr>
        <p:spPr>
          <a:xfrm>
            <a:off x="7996269" y="3535527"/>
            <a:ext cx="1871034" cy="102322"/>
          </a:xfrm>
          <a:prstGeom prst="rect">
            <a:avLst/>
          </a:prstGeom>
          <a:solidFill>
            <a:srgbClr val="EDEEF5"/>
          </a:solidFill>
          <a:ln w="14597"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96" name="Rectangle 95">
            <a:extLst>
              <a:ext uri="{FF2B5EF4-FFF2-40B4-BE49-F238E27FC236}">
                <a16:creationId xmlns:a16="http://schemas.microsoft.com/office/drawing/2014/main" id="{A86A6FD4-4CF2-589E-8610-0A9D8330C539}"/>
              </a:ext>
            </a:extLst>
          </p:cNvPr>
          <p:cNvSpPr/>
          <p:nvPr/>
        </p:nvSpPr>
        <p:spPr>
          <a:xfrm>
            <a:off x="7996269" y="3710937"/>
            <a:ext cx="613933" cy="233879"/>
          </a:xfrm>
          <a:prstGeom prst="rect">
            <a:avLst/>
          </a:prstGeom>
          <a:solidFill>
            <a:srgbClr val="444F9C"/>
          </a:solidFill>
          <a:ln w="14597"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97" name="TextBox 96">
            <a:extLst>
              <a:ext uri="{FF2B5EF4-FFF2-40B4-BE49-F238E27FC236}">
                <a16:creationId xmlns:a16="http://schemas.microsoft.com/office/drawing/2014/main" id="{4277AC41-44A4-DEBF-F17B-13573C4CB557}"/>
              </a:ext>
            </a:extLst>
          </p:cNvPr>
          <p:cNvSpPr txBox="1"/>
          <p:nvPr/>
        </p:nvSpPr>
        <p:spPr>
          <a:xfrm>
            <a:off x="8032075" y="3682889"/>
            <a:ext cx="562975"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solidFill>
                  <a:srgbClr val="FFFFFF"/>
                </a:solidFill>
                <a:effectLst/>
                <a:uLnTx/>
                <a:uFillTx/>
                <a:latin typeface="Segoe UI"/>
                <a:ea typeface="+mn-ea"/>
                <a:cs typeface="Segoe UI"/>
                <a:sym typeface="Segoe UI"/>
                <a:rtl val="0"/>
              </a:rPr>
              <a:t>STEM</a:t>
            </a:r>
          </a:p>
        </p:txBody>
      </p:sp>
      <p:sp>
        <p:nvSpPr>
          <p:cNvPr id="98" name="Rectangle 97">
            <a:extLst>
              <a:ext uri="{FF2B5EF4-FFF2-40B4-BE49-F238E27FC236}">
                <a16:creationId xmlns:a16="http://schemas.microsoft.com/office/drawing/2014/main" id="{31DA7EDF-84BB-351C-8F09-5F96B0052A0A}"/>
              </a:ext>
            </a:extLst>
          </p:cNvPr>
          <p:cNvSpPr/>
          <p:nvPr/>
        </p:nvSpPr>
        <p:spPr>
          <a:xfrm>
            <a:off x="8697906" y="3710937"/>
            <a:ext cx="672402" cy="233879"/>
          </a:xfrm>
          <a:prstGeom prst="rect">
            <a:avLst/>
          </a:prstGeom>
          <a:solidFill>
            <a:srgbClr val="EDEEF5"/>
          </a:solidFill>
          <a:ln w="14597" cap="flat">
            <a:solidFill>
              <a:srgbClr val="CECDED"/>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99" name="TextBox 98">
            <a:extLst>
              <a:ext uri="{FF2B5EF4-FFF2-40B4-BE49-F238E27FC236}">
                <a16:creationId xmlns:a16="http://schemas.microsoft.com/office/drawing/2014/main" id="{E775E353-0ED4-F4C5-F496-908D67BFAF8A}"/>
              </a:ext>
            </a:extLst>
          </p:cNvPr>
          <p:cNvSpPr txBox="1"/>
          <p:nvPr/>
        </p:nvSpPr>
        <p:spPr>
          <a:xfrm>
            <a:off x="8737859" y="3682889"/>
            <a:ext cx="613501"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solidFill>
                  <a:srgbClr val="3A3A3A"/>
                </a:solidFill>
                <a:effectLst/>
                <a:uLnTx/>
                <a:uFillTx/>
                <a:latin typeface="Segoe UI"/>
                <a:ea typeface="+mn-ea"/>
                <a:cs typeface="Segoe UI"/>
                <a:sym typeface="Segoe UI"/>
                <a:rtl val="0"/>
              </a:rPr>
              <a:t>4-year</a:t>
            </a:r>
          </a:p>
        </p:txBody>
      </p:sp>
      <p:sp>
        <p:nvSpPr>
          <p:cNvPr id="100" name="Rectangle 99">
            <a:extLst>
              <a:ext uri="{FF2B5EF4-FFF2-40B4-BE49-F238E27FC236}">
                <a16:creationId xmlns:a16="http://schemas.microsoft.com/office/drawing/2014/main" id="{A69D5547-D0C5-257F-190D-FCD167889A9C}"/>
              </a:ext>
            </a:extLst>
          </p:cNvPr>
          <p:cNvSpPr/>
          <p:nvPr/>
        </p:nvSpPr>
        <p:spPr>
          <a:xfrm>
            <a:off x="9458014" y="3710937"/>
            <a:ext cx="672402" cy="233879"/>
          </a:xfrm>
          <a:prstGeom prst="rect">
            <a:avLst/>
          </a:prstGeom>
          <a:solidFill>
            <a:srgbClr val="EDEEF5"/>
          </a:solidFill>
          <a:ln w="14597" cap="flat">
            <a:solidFill>
              <a:srgbClr val="CECDED"/>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01" name="TextBox 100">
            <a:extLst>
              <a:ext uri="{FF2B5EF4-FFF2-40B4-BE49-F238E27FC236}">
                <a16:creationId xmlns:a16="http://schemas.microsoft.com/office/drawing/2014/main" id="{94C28CC7-C478-67DE-5ADB-98D42239EAA5}"/>
              </a:ext>
            </a:extLst>
          </p:cNvPr>
          <p:cNvSpPr txBox="1"/>
          <p:nvPr/>
        </p:nvSpPr>
        <p:spPr>
          <a:xfrm>
            <a:off x="9468418" y="3682889"/>
            <a:ext cx="674736"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solidFill>
                  <a:srgbClr val="3A3A3A"/>
                </a:solidFill>
                <a:effectLst/>
                <a:uLnTx/>
                <a:uFillTx/>
                <a:latin typeface="Segoe UI"/>
                <a:ea typeface="+mn-ea"/>
                <a:cs typeface="Segoe UI"/>
                <a:sym typeface="Segoe UI"/>
                <a:rtl val="0"/>
              </a:rPr>
              <a:t>Degree</a:t>
            </a:r>
          </a:p>
        </p:txBody>
      </p:sp>
      <p:sp>
        <p:nvSpPr>
          <p:cNvPr id="102" name="Freeform: Shape 101">
            <a:extLst>
              <a:ext uri="{FF2B5EF4-FFF2-40B4-BE49-F238E27FC236}">
                <a16:creationId xmlns:a16="http://schemas.microsoft.com/office/drawing/2014/main" id="{610FB963-250B-8DC7-EC41-687A182AC4FF}"/>
              </a:ext>
            </a:extLst>
          </p:cNvPr>
          <p:cNvSpPr/>
          <p:nvPr/>
        </p:nvSpPr>
        <p:spPr>
          <a:xfrm>
            <a:off x="9019491" y="2103017"/>
            <a:ext cx="14617" cy="496993"/>
          </a:xfrm>
          <a:custGeom>
            <a:avLst/>
            <a:gdLst>
              <a:gd name="csX0" fmla="*/ 0 w 14617"/>
              <a:gd name="csY0" fmla="*/ 496994 h 496993"/>
              <a:gd name="csX1" fmla="*/ 0 w 14617"/>
              <a:gd name="csY1" fmla="*/ 0 h 496993"/>
            </a:gdLst>
            <a:ahLst/>
            <a:cxnLst>
              <a:cxn ang="0">
                <a:pos x="csX0" y="csY0"/>
              </a:cxn>
              <a:cxn ang="0">
                <a:pos x="csX1" y="csY1"/>
              </a:cxn>
            </a:cxnLst>
            <a:rect l="l" t="t" r="r" b="b"/>
            <a:pathLst>
              <a:path w="14617" h="496993">
                <a:moveTo>
                  <a:pt x="0" y="496994"/>
                </a:moveTo>
                <a:lnTo>
                  <a:pt x="0" y="0"/>
                </a:lnTo>
              </a:path>
            </a:pathLst>
          </a:custGeom>
          <a:ln w="21896" cap="flat">
            <a:solidFill>
              <a:srgbClr val="CECDED"/>
            </a:solidFill>
            <a:custDash>
              <a:ds d="300000" sp="150000"/>
            </a:custDash>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03" name="Freeform: Shape 102">
            <a:extLst>
              <a:ext uri="{FF2B5EF4-FFF2-40B4-BE49-F238E27FC236}">
                <a16:creationId xmlns:a16="http://schemas.microsoft.com/office/drawing/2014/main" id="{42DD8D74-5B04-6C61-606A-C44B9AA09DF6}"/>
              </a:ext>
            </a:extLst>
          </p:cNvPr>
          <p:cNvSpPr/>
          <p:nvPr/>
        </p:nvSpPr>
        <p:spPr>
          <a:xfrm>
            <a:off x="8946403" y="1956842"/>
            <a:ext cx="146174" cy="175409"/>
          </a:xfrm>
          <a:custGeom>
            <a:avLst/>
            <a:gdLst>
              <a:gd name="csX0" fmla="*/ 0 w 146174"/>
              <a:gd name="csY0" fmla="*/ 175409 h 175409"/>
              <a:gd name="csX1" fmla="*/ 73087 w 146174"/>
              <a:gd name="csY1" fmla="*/ 0 h 175409"/>
              <a:gd name="csX2" fmla="*/ 146175 w 146174"/>
              <a:gd name="csY2" fmla="*/ 175409 h 175409"/>
            </a:gdLst>
            <a:ahLst/>
            <a:cxnLst>
              <a:cxn ang="0">
                <a:pos x="csX0" y="csY0"/>
              </a:cxn>
              <a:cxn ang="0">
                <a:pos x="csX1" y="csY1"/>
              </a:cxn>
              <a:cxn ang="0">
                <a:pos x="csX2" y="csY2"/>
              </a:cxn>
            </a:cxnLst>
            <a:rect l="l" t="t" r="r" b="b"/>
            <a:pathLst>
              <a:path w="146174" h="175409">
                <a:moveTo>
                  <a:pt x="0" y="175409"/>
                </a:moveTo>
                <a:lnTo>
                  <a:pt x="73087" y="0"/>
                </a:lnTo>
                <a:lnTo>
                  <a:pt x="146175" y="175409"/>
                </a:lnTo>
                <a:close/>
              </a:path>
            </a:pathLst>
          </a:custGeom>
          <a:solidFill>
            <a:srgbClr val="3E5760"/>
          </a:solidFill>
          <a:ln w="14597"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04" name="Rectangle 103">
            <a:extLst>
              <a:ext uri="{FF2B5EF4-FFF2-40B4-BE49-F238E27FC236}">
                <a16:creationId xmlns:a16="http://schemas.microsoft.com/office/drawing/2014/main" id="{542A3787-B21E-AE6E-AF9F-76622FE80AE3}"/>
              </a:ext>
            </a:extLst>
          </p:cNvPr>
          <p:cNvSpPr/>
          <p:nvPr/>
        </p:nvSpPr>
        <p:spPr>
          <a:xfrm>
            <a:off x="8142443" y="1781433"/>
            <a:ext cx="1754094" cy="292349"/>
          </a:xfrm>
          <a:prstGeom prst="rect">
            <a:avLst/>
          </a:prstGeom>
          <a:solidFill>
            <a:srgbClr val="F0F1F7"/>
          </a:solidFill>
          <a:ln w="14597" cap="flat">
            <a:solidFill>
              <a:srgbClr val="CECDED"/>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05" name="TextBox 104">
            <a:extLst>
              <a:ext uri="{FF2B5EF4-FFF2-40B4-BE49-F238E27FC236}">
                <a16:creationId xmlns:a16="http://schemas.microsoft.com/office/drawing/2014/main" id="{80A634B5-D461-891A-E4B9-D26A5FAF4BF3}"/>
              </a:ext>
            </a:extLst>
          </p:cNvPr>
          <p:cNvSpPr txBox="1"/>
          <p:nvPr/>
        </p:nvSpPr>
        <p:spPr>
          <a:xfrm>
            <a:off x="8228682" y="1751072"/>
            <a:ext cx="1503810" cy="292388"/>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dirty="0">
                <a:ln/>
                <a:solidFill>
                  <a:srgbClr val="3E5760"/>
                </a:solidFill>
                <a:effectLst/>
                <a:uLnTx/>
                <a:uFillTx/>
                <a:latin typeface="Segoe UI"/>
                <a:ea typeface="+mn-ea"/>
                <a:cs typeface="Segoe UI"/>
                <a:sym typeface="Segoe UI"/>
                <a:rtl val="0"/>
              </a:rPr>
              <a:t>Programs (parent)</a:t>
            </a:r>
          </a:p>
        </p:txBody>
      </p:sp>
      <p:sp>
        <p:nvSpPr>
          <p:cNvPr id="106" name="Freeform: Shape 105">
            <a:extLst>
              <a:ext uri="{FF2B5EF4-FFF2-40B4-BE49-F238E27FC236}">
                <a16:creationId xmlns:a16="http://schemas.microsoft.com/office/drawing/2014/main" id="{A7A5F27E-B2E3-802A-E91E-D25358BB0824}"/>
              </a:ext>
            </a:extLst>
          </p:cNvPr>
          <p:cNvSpPr/>
          <p:nvPr/>
        </p:nvSpPr>
        <p:spPr>
          <a:xfrm>
            <a:off x="7148456" y="3403970"/>
            <a:ext cx="613933" cy="14617"/>
          </a:xfrm>
          <a:custGeom>
            <a:avLst/>
            <a:gdLst>
              <a:gd name="csX0" fmla="*/ 613933 w 613933"/>
              <a:gd name="csY0" fmla="*/ 0 h 14617"/>
              <a:gd name="csX1" fmla="*/ 0 w 613933"/>
              <a:gd name="csY1" fmla="*/ 0 h 14617"/>
            </a:gdLst>
            <a:ahLst/>
            <a:cxnLst>
              <a:cxn ang="0">
                <a:pos x="csX0" y="csY0"/>
              </a:cxn>
              <a:cxn ang="0">
                <a:pos x="csX1" y="csY1"/>
              </a:cxn>
            </a:cxnLst>
            <a:rect l="l" t="t" r="r" b="b"/>
            <a:pathLst>
              <a:path w="613933" h="14617">
                <a:moveTo>
                  <a:pt x="613933" y="0"/>
                </a:moveTo>
                <a:lnTo>
                  <a:pt x="0" y="0"/>
                </a:lnTo>
              </a:path>
            </a:pathLst>
          </a:custGeom>
          <a:ln w="21896" cap="flat">
            <a:solidFill>
              <a:srgbClr val="CECDED"/>
            </a:solidFill>
            <a:custDash>
              <a:ds d="300000" sp="150000"/>
            </a:custDash>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07" name="Rectangle 106">
            <a:extLst>
              <a:ext uri="{FF2B5EF4-FFF2-40B4-BE49-F238E27FC236}">
                <a16:creationId xmlns:a16="http://schemas.microsoft.com/office/drawing/2014/main" id="{797F0905-19DF-95D7-EA4C-D082977123C8}"/>
              </a:ext>
            </a:extLst>
          </p:cNvPr>
          <p:cNvSpPr/>
          <p:nvPr/>
        </p:nvSpPr>
        <p:spPr>
          <a:xfrm>
            <a:off x="6329879" y="3155473"/>
            <a:ext cx="818577" cy="496993"/>
          </a:xfrm>
          <a:prstGeom prst="rect">
            <a:avLst/>
          </a:prstGeom>
          <a:solidFill>
            <a:srgbClr val="F0F1F7"/>
          </a:solidFill>
          <a:ln w="14597" cap="flat">
            <a:solidFill>
              <a:srgbClr val="CECDED"/>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08" name="TextBox 107">
            <a:extLst>
              <a:ext uri="{FF2B5EF4-FFF2-40B4-BE49-F238E27FC236}">
                <a16:creationId xmlns:a16="http://schemas.microsoft.com/office/drawing/2014/main" id="{3F7F7B33-C74F-A5C0-D796-53F2D21F5A10}"/>
              </a:ext>
            </a:extLst>
          </p:cNvPr>
          <p:cNvSpPr txBox="1"/>
          <p:nvPr/>
        </p:nvSpPr>
        <p:spPr>
          <a:xfrm>
            <a:off x="6524072" y="3155504"/>
            <a:ext cx="442750" cy="292388"/>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dirty="0">
                <a:ln/>
                <a:solidFill>
                  <a:srgbClr val="3E5760"/>
                </a:solidFill>
                <a:effectLst/>
                <a:uLnTx/>
                <a:uFillTx/>
                <a:latin typeface="Segoe UI"/>
                <a:ea typeface="+mn-ea"/>
                <a:cs typeface="Segoe UI"/>
                <a:sym typeface="Segoe UI"/>
                <a:rtl val="0"/>
              </a:rPr>
              <a:t>B.S.</a:t>
            </a:r>
          </a:p>
        </p:txBody>
      </p:sp>
      <p:sp>
        <p:nvSpPr>
          <p:cNvPr id="109" name="TextBox 108">
            <a:extLst>
              <a:ext uri="{FF2B5EF4-FFF2-40B4-BE49-F238E27FC236}">
                <a16:creationId xmlns:a16="http://schemas.microsoft.com/office/drawing/2014/main" id="{05135151-4E42-5B8E-894C-20A6E9D22937}"/>
              </a:ext>
            </a:extLst>
          </p:cNvPr>
          <p:cNvSpPr txBox="1"/>
          <p:nvPr/>
        </p:nvSpPr>
        <p:spPr>
          <a:xfrm>
            <a:off x="6311069" y="3345531"/>
            <a:ext cx="881523" cy="292388"/>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dirty="0" err="1">
                <a:ln/>
                <a:solidFill>
                  <a:srgbClr val="3E5760"/>
                </a:solidFill>
                <a:effectLst/>
                <a:uLnTx/>
                <a:uFillTx/>
                <a:latin typeface="Segoe UI"/>
                <a:ea typeface="+mn-ea"/>
                <a:cs typeface="Segoe UI"/>
                <a:sym typeface="Segoe UI"/>
                <a:rtl val="0"/>
              </a:rPr>
              <a:t>Cybersec</a:t>
            </a:r>
            <a:r>
              <a:rPr kumimoji="0" lang="en-US" sz="1300" b="0" i="0" u="none" strike="noStrike" kern="1200" cap="none" spc="0" normalizeH="0" baseline="0" noProof="0" dirty="0">
                <a:ln/>
                <a:solidFill>
                  <a:srgbClr val="3E5760"/>
                </a:solidFill>
                <a:effectLst/>
                <a:uLnTx/>
                <a:uFillTx/>
                <a:latin typeface="Segoe UI"/>
                <a:ea typeface="+mn-ea"/>
                <a:cs typeface="Segoe UI"/>
                <a:sym typeface="Segoe UI"/>
                <a:rtl val="0"/>
              </a:rPr>
              <a:t>.</a:t>
            </a:r>
          </a:p>
        </p:txBody>
      </p:sp>
      <p:sp>
        <p:nvSpPr>
          <p:cNvPr id="110" name="Freeform: Shape 109">
            <a:extLst>
              <a:ext uri="{FF2B5EF4-FFF2-40B4-BE49-F238E27FC236}">
                <a16:creationId xmlns:a16="http://schemas.microsoft.com/office/drawing/2014/main" id="{4916EDCB-5CEA-C718-B0C8-6629A2D9D881}"/>
              </a:ext>
            </a:extLst>
          </p:cNvPr>
          <p:cNvSpPr/>
          <p:nvPr/>
        </p:nvSpPr>
        <p:spPr>
          <a:xfrm>
            <a:off x="7557745" y="4207930"/>
            <a:ext cx="701637" cy="672402"/>
          </a:xfrm>
          <a:custGeom>
            <a:avLst/>
            <a:gdLst>
              <a:gd name="csX0" fmla="*/ 701638 w 701637"/>
              <a:gd name="csY0" fmla="*/ 0 h 672402"/>
              <a:gd name="csX1" fmla="*/ 0 w 701637"/>
              <a:gd name="csY1" fmla="*/ 672403 h 672402"/>
            </a:gdLst>
            <a:ahLst/>
            <a:cxnLst>
              <a:cxn ang="0">
                <a:pos x="csX0" y="csY0"/>
              </a:cxn>
              <a:cxn ang="0">
                <a:pos x="csX1" y="csY1"/>
              </a:cxn>
            </a:cxnLst>
            <a:rect l="l" t="t" r="r" b="b"/>
            <a:pathLst>
              <a:path w="701637" h="672402">
                <a:moveTo>
                  <a:pt x="701638" y="0"/>
                </a:moveTo>
                <a:lnTo>
                  <a:pt x="0" y="672403"/>
                </a:lnTo>
              </a:path>
            </a:pathLst>
          </a:custGeom>
          <a:ln w="21896" cap="flat">
            <a:solidFill>
              <a:srgbClr val="CECDED"/>
            </a:solidFill>
            <a:custDash>
              <a:ds d="300000" sp="150000"/>
            </a:custDash>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11" name="Rectangle 110">
            <a:extLst>
              <a:ext uri="{FF2B5EF4-FFF2-40B4-BE49-F238E27FC236}">
                <a16:creationId xmlns:a16="http://schemas.microsoft.com/office/drawing/2014/main" id="{DAB8E194-B1DA-5D09-048D-447DF16E1261}"/>
              </a:ext>
            </a:extLst>
          </p:cNvPr>
          <p:cNvSpPr/>
          <p:nvPr/>
        </p:nvSpPr>
        <p:spPr>
          <a:xfrm>
            <a:off x="6914577" y="4821863"/>
            <a:ext cx="964752" cy="438523"/>
          </a:xfrm>
          <a:prstGeom prst="rect">
            <a:avLst/>
          </a:prstGeom>
          <a:solidFill>
            <a:srgbClr val="F0F1F7"/>
          </a:solidFill>
          <a:ln w="14597" cap="flat">
            <a:solidFill>
              <a:srgbClr val="CECDED"/>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12" name="TextBox 111">
            <a:extLst>
              <a:ext uri="{FF2B5EF4-FFF2-40B4-BE49-F238E27FC236}">
                <a16:creationId xmlns:a16="http://schemas.microsoft.com/office/drawing/2014/main" id="{11083573-9FEE-53D2-1834-EC47678E96DE}"/>
              </a:ext>
            </a:extLst>
          </p:cNvPr>
          <p:cNvSpPr txBox="1"/>
          <p:nvPr/>
        </p:nvSpPr>
        <p:spPr>
          <a:xfrm>
            <a:off x="7059025" y="4821894"/>
            <a:ext cx="695575" cy="292388"/>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dirty="0">
                <a:ln/>
                <a:solidFill>
                  <a:srgbClr val="3E5760"/>
                </a:solidFill>
                <a:effectLst/>
                <a:uLnTx/>
                <a:uFillTx/>
                <a:latin typeface="Segoe UI"/>
                <a:ea typeface="+mn-ea"/>
                <a:cs typeface="Segoe UI"/>
                <a:sym typeface="Segoe UI"/>
                <a:rtl val="0"/>
              </a:rPr>
              <a:t>Course</a:t>
            </a:r>
          </a:p>
        </p:txBody>
      </p:sp>
      <p:sp>
        <p:nvSpPr>
          <p:cNvPr id="113" name="TextBox 112">
            <a:extLst>
              <a:ext uri="{FF2B5EF4-FFF2-40B4-BE49-F238E27FC236}">
                <a16:creationId xmlns:a16="http://schemas.microsoft.com/office/drawing/2014/main" id="{7B047511-1222-5BF5-9B68-7247A3385E6D}"/>
              </a:ext>
            </a:extLst>
          </p:cNvPr>
          <p:cNvSpPr txBox="1"/>
          <p:nvPr/>
        </p:nvSpPr>
        <p:spPr>
          <a:xfrm>
            <a:off x="7032763" y="4997304"/>
            <a:ext cx="748923" cy="292388"/>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dirty="0">
                <a:ln/>
                <a:solidFill>
                  <a:srgbClr val="3E5760"/>
                </a:solidFill>
                <a:effectLst/>
                <a:uLnTx/>
                <a:uFillTx/>
                <a:latin typeface="Segoe UI"/>
                <a:ea typeface="+mn-ea"/>
                <a:cs typeface="Segoe UI"/>
                <a:sym typeface="Segoe UI"/>
                <a:rtl val="0"/>
              </a:rPr>
              <a:t>Catalog</a:t>
            </a:r>
          </a:p>
        </p:txBody>
      </p:sp>
      <p:sp>
        <p:nvSpPr>
          <p:cNvPr id="114" name="Freeform: Shape 113">
            <a:extLst>
              <a:ext uri="{FF2B5EF4-FFF2-40B4-BE49-F238E27FC236}">
                <a16:creationId xmlns:a16="http://schemas.microsoft.com/office/drawing/2014/main" id="{617E9AC1-22EC-821C-DC00-9BECB28DBC58}"/>
              </a:ext>
            </a:extLst>
          </p:cNvPr>
          <p:cNvSpPr/>
          <p:nvPr/>
        </p:nvSpPr>
        <p:spPr>
          <a:xfrm>
            <a:off x="9019491" y="4207930"/>
            <a:ext cx="14617" cy="672402"/>
          </a:xfrm>
          <a:custGeom>
            <a:avLst/>
            <a:gdLst>
              <a:gd name="csX0" fmla="*/ 0 w 14617"/>
              <a:gd name="csY0" fmla="*/ 0 h 672402"/>
              <a:gd name="csX1" fmla="*/ 0 w 14617"/>
              <a:gd name="csY1" fmla="*/ 672403 h 672402"/>
            </a:gdLst>
            <a:ahLst/>
            <a:cxnLst>
              <a:cxn ang="0">
                <a:pos x="csX0" y="csY0"/>
              </a:cxn>
              <a:cxn ang="0">
                <a:pos x="csX1" y="csY1"/>
              </a:cxn>
            </a:cxnLst>
            <a:rect l="l" t="t" r="r" b="b"/>
            <a:pathLst>
              <a:path w="14617" h="672402">
                <a:moveTo>
                  <a:pt x="0" y="0"/>
                </a:moveTo>
                <a:lnTo>
                  <a:pt x="0" y="672403"/>
                </a:lnTo>
              </a:path>
            </a:pathLst>
          </a:custGeom>
          <a:ln w="21896" cap="flat">
            <a:solidFill>
              <a:srgbClr val="CECDED"/>
            </a:solidFill>
            <a:custDash>
              <a:ds d="300000" sp="150000"/>
            </a:custDash>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15" name="Rectangle 114">
            <a:extLst>
              <a:ext uri="{FF2B5EF4-FFF2-40B4-BE49-F238E27FC236}">
                <a16:creationId xmlns:a16="http://schemas.microsoft.com/office/drawing/2014/main" id="{C71AC6FA-DDCB-FA9F-CBDC-C1DF55B54616}"/>
              </a:ext>
            </a:extLst>
          </p:cNvPr>
          <p:cNvSpPr/>
          <p:nvPr/>
        </p:nvSpPr>
        <p:spPr>
          <a:xfrm>
            <a:off x="8493262" y="4880333"/>
            <a:ext cx="1052456" cy="438523"/>
          </a:xfrm>
          <a:prstGeom prst="rect">
            <a:avLst/>
          </a:prstGeom>
          <a:solidFill>
            <a:srgbClr val="F0F1F7"/>
          </a:solidFill>
          <a:ln w="14597" cap="flat">
            <a:solidFill>
              <a:srgbClr val="CECDED"/>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16" name="TextBox 115">
            <a:extLst>
              <a:ext uri="{FF2B5EF4-FFF2-40B4-BE49-F238E27FC236}">
                <a16:creationId xmlns:a16="http://schemas.microsoft.com/office/drawing/2014/main" id="{B814FFB7-DA1B-F0C6-66C8-94DDE59BA082}"/>
              </a:ext>
            </a:extLst>
          </p:cNvPr>
          <p:cNvSpPr txBox="1"/>
          <p:nvPr/>
        </p:nvSpPr>
        <p:spPr>
          <a:xfrm>
            <a:off x="8682387" y="4880364"/>
            <a:ext cx="693075" cy="292388"/>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dirty="0">
                <a:ln/>
                <a:solidFill>
                  <a:srgbClr val="3E5760"/>
                </a:solidFill>
                <a:effectLst/>
                <a:uLnTx/>
                <a:uFillTx/>
                <a:latin typeface="Segoe UI"/>
                <a:ea typeface="+mn-ea"/>
                <a:cs typeface="Segoe UI"/>
                <a:sym typeface="Segoe UI"/>
                <a:rtl val="0"/>
              </a:rPr>
              <a:t>Faculty</a:t>
            </a:r>
          </a:p>
        </p:txBody>
      </p:sp>
      <p:sp>
        <p:nvSpPr>
          <p:cNvPr id="117" name="TextBox 116">
            <a:extLst>
              <a:ext uri="{FF2B5EF4-FFF2-40B4-BE49-F238E27FC236}">
                <a16:creationId xmlns:a16="http://schemas.microsoft.com/office/drawing/2014/main" id="{80A19632-A525-0696-FBE1-308292B89FFC}"/>
              </a:ext>
            </a:extLst>
          </p:cNvPr>
          <p:cNvSpPr txBox="1"/>
          <p:nvPr/>
        </p:nvSpPr>
        <p:spPr>
          <a:xfrm>
            <a:off x="8603876" y="5055774"/>
            <a:ext cx="857927" cy="292388"/>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dirty="0">
                <a:ln/>
                <a:solidFill>
                  <a:srgbClr val="3E5760"/>
                </a:solidFill>
                <a:effectLst/>
                <a:uLnTx/>
                <a:uFillTx/>
                <a:latin typeface="Segoe UI"/>
                <a:ea typeface="+mn-ea"/>
                <a:cs typeface="Segoe UI"/>
                <a:sym typeface="Segoe UI"/>
                <a:rtl val="0"/>
              </a:rPr>
              <a:t>Directory</a:t>
            </a:r>
          </a:p>
        </p:txBody>
      </p:sp>
      <p:sp>
        <p:nvSpPr>
          <p:cNvPr id="118" name="Freeform: Shape 117">
            <a:extLst>
              <a:ext uri="{FF2B5EF4-FFF2-40B4-BE49-F238E27FC236}">
                <a16:creationId xmlns:a16="http://schemas.microsoft.com/office/drawing/2014/main" id="{A144DB56-2F6F-B597-3B53-E4C05A7543F1}"/>
              </a:ext>
            </a:extLst>
          </p:cNvPr>
          <p:cNvSpPr/>
          <p:nvPr/>
        </p:nvSpPr>
        <p:spPr>
          <a:xfrm>
            <a:off x="9779598" y="4207930"/>
            <a:ext cx="643168" cy="672402"/>
          </a:xfrm>
          <a:custGeom>
            <a:avLst/>
            <a:gdLst>
              <a:gd name="csX0" fmla="*/ 0 w 643168"/>
              <a:gd name="csY0" fmla="*/ 0 h 672402"/>
              <a:gd name="csX1" fmla="*/ 643168 w 643168"/>
              <a:gd name="csY1" fmla="*/ 672403 h 672402"/>
            </a:gdLst>
            <a:ahLst/>
            <a:cxnLst>
              <a:cxn ang="0">
                <a:pos x="csX0" y="csY0"/>
              </a:cxn>
              <a:cxn ang="0">
                <a:pos x="csX1" y="csY1"/>
              </a:cxn>
            </a:cxnLst>
            <a:rect l="l" t="t" r="r" b="b"/>
            <a:pathLst>
              <a:path w="643168" h="672402">
                <a:moveTo>
                  <a:pt x="0" y="0"/>
                </a:moveTo>
                <a:lnTo>
                  <a:pt x="643168" y="672403"/>
                </a:lnTo>
              </a:path>
            </a:pathLst>
          </a:custGeom>
          <a:ln w="21896" cap="flat">
            <a:solidFill>
              <a:srgbClr val="CECDED"/>
            </a:solidFill>
            <a:custDash>
              <a:ds d="300000" sp="150000"/>
            </a:custDash>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19" name="Rectangle 118">
            <a:extLst>
              <a:ext uri="{FF2B5EF4-FFF2-40B4-BE49-F238E27FC236}">
                <a16:creationId xmlns:a16="http://schemas.microsoft.com/office/drawing/2014/main" id="{7B2FD617-0827-D56D-948E-47880E360B51}"/>
              </a:ext>
            </a:extLst>
          </p:cNvPr>
          <p:cNvSpPr/>
          <p:nvPr/>
        </p:nvSpPr>
        <p:spPr>
          <a:xfrm>
            <a:off x="10159652" y="4821863"/>
            <a:ext cx="964752" cy="438523"/>
          </a:xfrm>
          <a:prstGeom prst="rect">
            <a:avLst/>
          </a:prstGeom>
          <a:solidFill>
            <a:srgbClr val="F0F1F7"/>
          </a:solidFill>
          <a:ln w="14597" cap="flat">
            <a:solidFill>
              <a:srgbClr val="CECDED"/>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20" name="TextBox 119">
            <a:extLst>
              <a:ext uri="{FF2B5EF4-FFF2-40B4-BE49-F238E27FC236}">
                <a16:creationId xmlns:a16="http://schemas.microsoft.com/office/drawing/2014/main" id="{CA8E6B9C-0C7C-BBC2-C58B-EF6C74247E1D}"/>
              </a:ext>
            </a:extLst>
          </p:cNvPr>
          <p:cNvSpPr txBox="1"/>
          <p:nvPr/>
        </p:nvSpPr>
        <p:spPr>
          <a:xfrm>
            <a:off x="10345829" y="4821894"/>
            <a:ext cx="607859" cy="292388"/>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dirty="0">
                <a:ln/>
                <a:solidFill>
                  <a:srgbClr val="3E5760"/>
                </a:solidFill>
                <a:effectLst/>
                <a:uLnTx/>
                <a:uFillTx/>
                <a:latin typeface="Segoe UI"/>
                <a:ea typeface="+mn-ea"/>
                <a:cs typeface="Segoe UI"/>
                <a:sym typeface="Segoe UI"/>
                <a:rtl val="0"/>
              </a:rPr>
              <a:t>Apply</a:t>
            </a:r>
          </a:p>
        </p:txBody>
      </p:sp>
      <p:sp>
        <p:nvSpPr>
          <p:cNvPr id="121" name="TextBox 120">
            <a:extLst>
              <a:ext uri="{FF2B5EF4-FFF2-40B4-BE49-F238E27FC236}">
                <a16:creationId xmlns:a16="http://schemas.microsoft.com/office/drawing/2014/main" id="{B2318C2C-5E84-735F-A3FB-FE8FD26F8509}"/>
              </a:ext>
            </a:extLst>
          </p:cNvPr>
          <p:cNvSpPr txBox="1"/>
          <p:nvPr/>
        </p:nvSpPr>
        <p:spPr>
          <a:xfrm>
            <a:off x="10385242" y="4997304"/>
            <a:ext cx="527709" cy="292388"/>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dirty="0">
                <a:ln/>
                <a:solidFill>
                  <a:srgbClr val="3E5760"/>
                </a:solidFill>
                <a:effectLst/>
                <a:uLnTx/>
                <a:uFillTx/>
                <a:latin typeface="Segoe UI"/>
                <a:ea typeface="+mn-ea"/>
                <a:cs typeface="Segoe UI"/>
                <a:sym typeface="Segoe UI"/>
                <a:rtl val="0"/>
              </a:rPr>
              <a:t>Now</a:t>
            </a:r>
          </a:p>
        </p:txBody>
      </p:sp>
      <p:sp>
        <p:nvSpPr>
          <p:cNvPr id="122" name="Freeform: Shape 121">
            <a:extLst>
              <a:ext uri="{FF2B5EF4-FFF2-40B4-BE49-F238E27FC236}">
                <a16:creationId xmlns:a16="http://schemas.microsoft.com/office/drawing/2014/main" id="{4F546229-BE36-E565-B7E5-4315F0604415}"/>
              </a:ext>
            </a:extLst>
          </p:cNvPr>
          <p:cNvSpPr/>
          <p:nvPr/>
        </p:nvSpPr>
        <p:spPr>
          <a:xfrm>
            <a:off x="10276592" y="2658480"/>
            <a:ext cx="380053" cy="394671"/>
          </a:xfrm>
          <a:custGeom>
            <a:avLst/>
            <a:gdLst>
              <a:gd name="csX0" fmla="*/ 0 w 380053"/>
              <a:gd name="csY0" fmla="*/ 394671 h 394671"/>
              <a:gd name="csX1" fmla="*/ 380054 w 380053"/>
              <a:gd name="csY1" fmla="*/ 0 h 394671"/>
            </a:gdLst>
            <a:ahLst/>
            <a:cxnLst>
              <a:cxn ang="0">
                <a:pos x="csX0" y="csY0"/>
              </a:cxn>
              <a:cxn ang="0">
                <a:pos x="csX1" y="csY1"/>
              </a:cxn>
            </a:cxnLst>
            <a:rect l="l" t="t" r="r" b="b"/>
            <a:pathLst>
              <a:path w="380053" h="394671">
                <a:moveTo>
                  <a:pt x="0" y="394671"/>
                </a:moveTo>
                <a:lnTo>
                  <a:pt x="380054" y="0"/>
                </a:lnTo>
              </a:path>
            </a:pathLst>
          </a:custGeom>
          <a:ln w="20436" cap="flat">
            <a:solidFill>
              <a:srgbClr val="C23592"/>
            </a:solidFill>
            <a:custDash>
              <a:ds d="300000" sp="150000"/>
            </a:custDash>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23" name="Rectangle 122">
            <a:extLst>
              <a:ext uri="{FF2B5EF4-FFF2-40B4-BE49-F238E27FC236}">
                <a16:creationId xmlns:a16="http://schemas.microsoft.com/office/drawing/2014/main" id="{532F9F38-43E9-3387-4ACA-C972750608A2}"/>
              </a:ext>
            </a:extLst>
          </p:cNvPr>
          <p:cNvSpPr/>
          <p:nvPr/>
        </p:nvSpPr>
        <p:spPr>
          <a:xfrm>
            <a:off x="10656645" y="2424601"/>
            <a:ext cx="1227866" cy="496993"/>
          </a:xfrm>
          <a:prstGeom prst="rect">
            <a:avLst/>
          </a:prstGeom>
          <a:solidFill>
            <a:srgbClr val="FFFFFF"/>
          </a:solidFill>
          <a:ln w="14597"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24" name="TextBox 123">
            <a:extLst>
              <a:ext uri="{FF2B5EF4-FFF2-40B4-BE49-F238E27FC236}">
                <a16:creationId xmlns:a16="http://schemas.microsoft.com/office/drawing/2014/main" id="{DA04D127-6DA1-2440-0D63-3D319ED88E9B}"/>
              </a:ext>
            </a:extLst>
          </p:cNvPr>
          <p:cNvSpPr txBox="1"/>
          <p:nvPr/>
        </p:nvSpPr>
        <p:spPr>
          <a:xfrm>
            <a:off x="10623675" y="2378467"/>
            <a:ext cx="1310808" cy="3231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solidFill>
                  <a:srgbClr val="C23592"/>
                </a:solidFill>
                <a:effectLst/>
                <a:uLnTx/>
                <a:uFillTx/>
                <a:latin typeface="Segoe UI"/>
                <a:ea typeface="+mn-ea"/>
                <a:cs typeface="Segoe UI"/>
                <a:sym typeface="Segoe UI"/>
                <a:rtl val="0"/>
              </a:rPr>
              <a:t>Where am I?</a:t>
            </a:r>
          </a:p>
        </p:txBody>
      </p:sp>
      <p:sp>
        <p:nvSpPr>
          <p:cNvPr id="125" name="TextBox 124">
            <a:extLst>
              <a:ext uri="{FF2B5EF4-FFF2-40B4-BE49-F238E27FC236}">
                <a16:creationId xmlns:a16="http://schemas.microsoft.com/office/drawing/2014/main" id="{00880CA1-7E99-1342-CD75-B53728BB15BD}"/>
              </a:ext>
            </a:extLst>
          </p:cNvPr>
          <p:cNvSpPr txBox="1"/>
          <p:nvPr/>
        </p:nvSpPr>
        <p:spPr>
          <a:xfrm>
            <a:off x="10623675" y="2614659"/>
            <a:ext cx="1400768" cy="292388"/>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dirty="0">
                <a:ln/>
                <a:solidFill>
                  <a:srgbClr val="C23592"/>
                </a:solidFill>
                <a:effectLst/>
                <a:uLnTx/>
                <a:uFillTx/>
                <a:latin typeface="Segoe UI"/>
                <a:ea typeface="+mn-ea"/>
                <a:cs typeface="Segoe UI"/>
                <a:sym typeface="Segoe UI"/>
                <a:rtl val="0"/>
              </a:rPr>
              <a:t>Breadcrumb trail</a:t>
            </a:r>
          </a:p>
        </p:txBody>
      </p:sp>
      <p:sp>
        <p:nvSpPr>
          <p:cNvPr id="126" name="Freeform: Shape 125">
            <a:extLst>
              <a:ext uri="{FF2B5EF4-FFF2-40B4-BE49-F238E27FC236}">
                <a16:creationId xmlns:a16="http://schemas.microsoft.com/office/drawing/2014/main" id="{29581D71-0ABC-F60F-3785-3EA8C77699C0}"/>
              </a:ext>
            </a:extLst>
          </p:cNvPr>
          <p:cNvSpPr/>
          <p:nvPr/>
        </p:nvSpPr>
        <p:spPr>
          <a:xfrm>
            <a:off x="10276592" y="3477058"/>
            <a:ext cx="380053" cy="14617"/>
          </a:xfrm>
          <a:custGeom>
            <a:avLst/>
            <a:gdLst>
              <a:gd name="csX0" fmla="*/ 0 w 380053"/>
              <a:gd name="csY0" fmla="*/ 0 h 14617"/>
              <a:gd name="csX1" fmla="*/ 380054 w 380053"/>
              <a:gd name="csY1" fmla="*/ 0 h 14617"/>
            </a:gdLst>
            <a:ahLst/>
            <a:cxnLst>
              <a:cxn ang="0">
                <a:pos x="csX0" y="csY0"/>
              </a:cxn>
              <a:cxn ang="0">
                <a:pos x="csX1" y="csY1"/>
              </a:cxn>
            </a:cxnLst>
            <a:rect l="l" t="t" r="r" b="b"/>
            <a:pathLst>
              <a:path w="380053" h="14617">
                <a:moveTo>
                  <a:pt x="0" y="0"/>
                </a:moveTo>
                <a:lnTo>
                  <a:pt x="380054" y="0"/>
                </a:lnTo>
              </a:path>
            </a:pathLst>
          </a:custGeom>
          <a:ln w="20436" cap="flat">
            <a:solidFill>
              <a:srgbClr val="444F9C"/>
            </a:solidFill>
            <a:custDash>
              <a:ds d="300000" sp="150000"/>
            </a:custDash>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27" name="Rectangle 126">
            <a:extLst>
              <a:ext uri="{FF2B5EF4-FFF2-40B4-BE49-F238E27FC236}">
                <a16:creationId xmlns:a16="http://schemas.microsoft.com/office/drawing/2014/main" id="{21C01202-8ED9-63CE-8B43-D4CE5F5D0E43}"/>
              </a:ext>
            </a:extLst>
          </p:cNvPr>
          <p:cNvSpPr/>
          <p:nvPr/>
        </p:nvSpPr>
        <p:spPr>
          <a:xfrm>
            <a:off x="10656645" y="3272413"/>
            <a:ext cx="1227866" cy="496993"/>
          </a:xfrm>
          <a:prstGeom prst="rect">
            <a:avLst/>
          </a:prstGeom>
          <a:solidFill>
            <a:srgbClr val="FFFFFF"/>
          </a:solidFill>
          <a:ln w="14597"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28" name="TextBox 127">
            <a:extLst>
              <a:ext uri="{FF2B5EF4-FFF2-40B4-BE49-F238E27FC236}">
                <a16:creationId xmlns:a16="http://schemas.microsoft.com/office/drawing/2014/main" id="{5E64DA0C-D54C-42C2-9CCC-D151610796EA}"/>
              </a:ext>
            </a:extLst>
          </p:cNvPr>
          <p:cNvSpPr txBox="1"/>
          <p:nvPr/>
        </p:nvSpPr>
        <p:spPr>
          <a:xfrm>
            <a:off x="10623675" y="3226279"/>
            <a:ext cx="1342932" cy="3231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solidFill>
                  <a:srgbClr val="444F9C"/>
                </a:solidFill>
                <a:effectLst/>
                <a:uLnTx/>
                <a:uFillTx/>
                <a:latin typeface="Segoe UI"/>
                <a:ea typeface="+mn-ea"/>
                <a:cs typeface="Segoe UI"/>
                <a:sym typeface="Segoe UI"/>
                <a:rtl val="0"/>
              </a:rPr>
              <a:t>What's here?</a:t>
            </a:r>
          </a:p>
        </p:txBody>
      </p:sp>
      <p:sp>
        <p:nvSpPr>
          <p:cNvPr id="129" name="TextBox 128">
            <a:extLst>
              <a:ext uri="{FF2B5EF4-FFF2-40B4-BE49-F238E27FC236}">
                <a16:creationId xmlns:a16="http://schemas.microsoft.com/office/drawing/2014/main" id="{AB9B9D5B-600A-0377-821A-28D31514806C}"/>
              </a:ext>
            </a:extLst>
          </p:cNvPr>
          <p:cNvSpPr txBox="1"/>
          <p:nvPr/>
        </p:nvSpPr>
        <p:spPr>
          <a:xfrm>
            <a:off x="10623675" y="3462471"/>
            <a:ext cx="1377749" cy="292388"/>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dirty="0">
                <a:ln/>
                <a:solidFill>
                  <a:srgbClr val="444F9C"/>
                </a:solidFill>
                <a:effectLst/>
                <a:uLnTx/>
                <a:uFillTx/>
                <a:latin typeface="Segoe UI"/>
                <a:ea typeface="+mn-ea"/>
                <a:cs typeface="Segoe UI"/>
                <a:sym typeface="Segoe UI"/>
                <a:rtl val="0"/>
              </a:rPr>
              <a:t>Structure &amp; tags</a:t>
            </a:r>
          </a:p>
        </p:txBody>
      </p:sp>
      <p:sp>
        <p:nvSpPr>
          <p:cNvPr id="130" name="Freeform: Shape 129">
            <a:extLst>
              <a:ext uri="{FF2B5EF4-FFF2-40B4-BE49-F238E27FC236}">
                <a16:creationId xmlns:a16="http://schemas.microsoft.com/office/drawing/2014/main" id="{72BBF317-C6AE-EA83-75E0-D03F68806F48}"/>
              </a:ext>
            </a:extLst>
          </p:cNvPr>
          <p:cNvSpPr/>
          <p:nvPr/>
        </p:nvSpPr>
        <p:spPr>
          <a:xfrm>
            <a:off x="10276592" y="4003286"/>
            <a:ext cx="380053" cy="321584"/>
          </a:xfrm>
          <a:custGeom>
            <a:avLst/>
            <a:gdLst>
              <a:gd name="csX0" fmla="*/ 0 w 380053"/>
              <a:gd name="csY0" fmla="*/ 0 h 321584"/>
              <a:gd name="csX1" fmla="*/ 380054 w 380053"/>
              <a:gd name="csY1" fmla="*/ 321584 h 321584"/>
            </a:gdLst>
            <a:ahLst/>
            <a:cxnLst>
              <a:cxn ang="0">
                <a:pos x="csX0" y="csY0"/>
              </a:cxn>
              <a:cxn ang="0">
                <a:pos x="csX1" y="csY1"/>
              </a:cxn>
            </a:cxnLst>
            <a:rect l="l" t="t" r="r" b="b"/>
            <a:pathLst>
              <a:path w="380053" h="321584">
                <a:moveTo>
                  <a:pt x="0" y="0"/>
                </a:moveTo>
                <a:lnTo>
                  <a:pt x="380054" y="321584"/>
                </a:lnTo>
              </a:path>
            </a:pathLst>
          </a:custGeom>
          <a:ln w="20436" cap="flat">
            <a:solidFill>
              <a:srgbClr val="762DBF"/>
            </a:solidFill>
            <a:custDash>
              <a:ds d="300000" sp="150000"/>
            </a:custDash>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31" name="Rectangle 130">
            <a:extLst>
              <a:ext uri="{FF2B5EF4-FFF2-40B4-BE49-F238E27FC236}">
                <a16:creationId xmlns:a16="http://schemas.microsoft.com/office/drawing/2014/main" id="{C4E20537-F5C6-795D-5DEF-B797217DAB4F}"/>
              </a:ext>
            </a:extLst>
          </p:cNvPr>
          <p:cNvSpPr/>
          <p:nvPr/>
        </p:nvSpPr>
        <p:spPr>
          <a:xfrm>
            <a:off x="10656645" y="4149460"/>
            <a:ext cx="1227866" cy="555463"/>
          </a:xfrm>
          <a:prstGeom prst="rect">
            <a:avLst/>
          </a:prstGeom>
          <a:solidFill>
            <a:srgbClr val="FFFFFF"/>
          </a:solidFill>
          <a:ln w="14597"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32" name="TextBox 131">
            <a:extLst>
              <a:ext uri="{FF2B5EF4-FFF2-40B4-BE49-F238E27FC236}">
                <a16:creationId xmlns:a16="http://schemas.microsoft.com/office/drawing/2014/main" id="{B9EDCF2D-5FE1-4F10-D226-60F080D83679}"/>
              </a:ext>
            </a:extLst>
          </p:cNvPr>
          <p:cNvSpPr txBox="1"/>
          <p:nvPr/>
        </p:nvSpPr>
        <p:spPr>
          <a:xfrm>
            <a:off x="10623675" y="4103327"/>
            <a:ext cx="1259512" cy="3231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solidFill>
                  <a:srgbClr val="762DBF"/>
                </a:solidFill>
                <a:effectLst/>
                <a:uLnTx/>
                <a:uFillTx/>
                <a:latin typeface="Segoe UI"/>
                <a:ea typeface="+mn-ea"/>
                <a:cs typeface="Segoe UI"/>
                <a:sym typeface="Segoe UI"/>
                <a:rtl val="0"/>
              </a:rPr>
              <a:t>Where can I</a:t>
            </a:r>
          </a:p>
        </p:txBody>
      </p:sp>
      <p:sp>
        <p:nvSpPr>
          <p:cNvPr id="133" name="TextBox 132">
            <a:extLst>
              <a:ext uri="{FF2B5EF4-FFF2-40B4-BE49-F238E27FC236}">
                <a16:creationId xmlns:a16="http://schemas.microsoft.com/office/drawing/2014/main" id="{9EB215D2-9ED8-69DE-9660-AD763DA7375A}"/>
              </a:ext>
            </a:extLst>
          </p:cNvPr>
          <p:cNvSpPr txBox="1"/>
          <p:nvPr/>
        </p:nvSpPr>
        <p:spPr>
          <a:xfrm>
            <a:off x="10623675" y="4307971"/>
            <a:ext cx="1219052" cy="292388"/>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dirty="0">
                <a:ln/>
                <a:solidFill>
                  <a:srgbClr val="762DBF"/>
                </a:solidFill>
                <a:effectLst/>
                <a:uLnTx/>
                <a:uFillTx/>
                <a:latin typeface="Segoe UI"/>
                <a:ea typeface="+mn-ea"/>
                <a:cs typeface="Segoe UI"/>
                <a:sym typeface="Segoe UI"/>
                <a:rtl val="0"/>
              </a:rPr>
              <a:t>go from here?</a:t>
            </a:r>
          </a:p>
        </p:txBody>
      </p:sp>
      <p:sp>
        <p:nvSpPr>
          <p:cNvPr id="135" name="TextBox 134">
            <a:extLst>
              <a:ext uri="{FF2B5EF4-FFF2-40B4-BE49-F238E27FC236}">
                <a16:creationId xmlns:a16="http://schemas.microsoft.com/office/drawing/2014/main" id="{72288315-C800-E877-4BC1-CE0B8A1E14CE}"/>
              </a:ext>
            </a:extLst>
          </p:cNvPr>
          <p:cNvSpPr txBox="1"/>
          <p:nvPr/>
        </p:nvSpPr>
        <p:spPr>
          <a:xfrm>
            <a:off x="764729" y="6029417"/>
            <a:ext cx="10909461" cy="646331"/>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venir"/>
                <a:ea typeface="+mn-ea"/>
                <a:cs typeface="+mn-cs"/>
              </a:rPr>
              <a:t>Questions based on Rosenfeld, Morville, &amp; Arango (2015). 5. The Anatomy of an Information Architecture. In </a:t>
            </a:r>
            <a:r>
              <a:rPr kumimoji="0" lang="en-US" sz="1800" b="0" i="1" u="none" strike="noStrike" kern="1200" cap="none" spc="0" normalizeH="0" baseline="0" noProof="0" dirty="0">
                <a:ln>
                  <a:noFill/>
                </a:ln>
                <a:solidFill>
                  <a:prstClr val="black"/>
                </a:solidFill>
                <a:effectLst/>
                <a:uLnTx/>
                <a:uFillTx/>
                <a:latin typeface="Avenir"/>
                <a:ea typeface="+mn-ea"/>
                <a:cs typeface="+mn-cs"/>
              </a:rPr>
              <a:t>Information Architecture, 4th Edition. </a:t>
            </a:r>
            <a:r>
              <a:rPr kumimoji="0" lang="en-US" sz="1800" b="0" i="0" u="none" strike="noStrike" kern="1200" cap="none" spc="0" normalizeH="0" baseline="0" noProof="0" dirty="0">
                <a:ln>
                  <a:noFill/>
                </a:ln>
                <a:solidFill>
                  <a:prstClr val="black"/>
                </a:solidFill>
                <a:effectLst/>
                <a:uLnTx/>
                <a:uFillTx/>
                <a:latin typeface="Avenir"/>
                <a:ea typeface="+mn-ea"/>
                <a:cs typeface="+mn-cs"/>
              </a:rPr>
              <a:t>O’Reilly Media, Inc.</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DB75409-E8EA-B5A2-DABD-C45AA0D7030F}"/>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F0E4AAA3-EB93-79A1-E368-A386E205C4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a:ea typeface="+mn-ea"/>
              <a:cs typeface="+mn-cs"/>
            </a:endParaRPr>
          </a:p>
        </p:txBody>
      </p:sp>
      <p:sp>
        <p:nvSpPr>
          <p:cNvPr id="8" name="Title 1">
            <a:extLst>
              <a:ext uri="{FF2B5EF4-FFF2-40B4-BE49-F238E27FC236}">
                <a16:creationId xmlns:a16="http://schemas.microsoft.com/office/drawing/2014/main" id="{A025CBF8-4485-493D-3089-15B0CFB0D867}"/>
              </a:ext>
            </a:extLst>
          </p:cNvPr>
          <p:cNvSpPr>
            <a:spLocks noGrp="1"/>
          </p:cNvSpPr>
          <p:nvPr>
            <p:ph type="title"/>
          </p:nvPr>
        </p:nvSpPr>
        <p:spPr>
          <a:xfrm>
            <a:off x="680484" y="274638"/>
            <a:ext cx="11052856" cy="1143000"/>
          </a:xfrm>
        </p:spPr>
        <p:txBody>
          <a:bodyPr vert="horz" lIns="0" tIns="45720" rIns="10" bIns="45720" rtlCol="0" anchor="ctr">
            <a:noAutofit/>
          </a:bodyPr>
          <a:lstStyle/>
          <a:p>
            <a:pPr algn="ctr"/>
            <a:r>
              <a:rPr lang="en-US" dirty="0"/>
              <a:t>Bottom-up IA Design Features: </a:t>
            </a:r>
            <a:r>
              <a:rPr lang="en-US" sz="3100" dirty="0">
                <a:solidFill>
                  <a:schemeClr val="accent4">
                    <a:lumMod val="50000"/>
                  </a:schemeClr>
                </a:solidFill>
              </a:rPr>
              <a:t>Specific Site Page</a:t>
            </a:r>
            <a:endParaRPr sz="3100" dirty="0">
              <a:solidFill>
                <a:schemeClr val="accent4">
                  <a:lumMod val="50000"/>
                </a:schemeClr>
              </a:solidFill>
            </a:endParaRPr>
          </a:p>
        </p:txBody>
      </p:sp>
      <p:sp>
        <p:nvSpPr>
          <p:cNvPr id="13" name="Oval 12">
            <a:extLst>
              <a:ext uri="{FF2B5EF4-FFF2-40B4-BE49-F238E27FC236}">
                <a16:creationId xmlns:a16="http://schemas.microsoft.com/office/drawing/2014/main" id="{61D440F2-D988-13B0-5B70-7D5C7E4895CF}"/>
              </a:ext>
            </a:extLst>
          </p:cNvPr>
          <p:cNvSpPr/>
          <p:nvPr/>
        </p:nvSpPr>
        <p:spPr>
          <a:xfrm>
            <a:off x="1920550" y="5261747"/>
            <a:ext cx="1677242" cy="1677242"/>
          </a:xfrm>
          <a:prstGeom prst="ellipse">
            <a:avLst/>
          </a:prstGeom>
          <a:solidFill>
            <a:srgbClr val="F4F4F4">
              <a:alpha val="55000"/>
            </a:srgbClr>
          </a:solidFill>
          <a:ln w="8827"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4" name="Oval 13">
            <a:extLst>
              <a:ext uri="{FF2B5EF4-FFF2-40B4-BE49-F238E27FC236}">
                <a16:creationId xmlns:a16="http://schemas.microsoft.com/office/drawing/2014/main" id="{3981A1C0-2A1E-B41E-BFDA-55CDD6E4A383}"/>
              </a:ext>
            </a:extLst>
          </p:cNvPr>
          <p:cNvSpPr/>
          <p:nvPr/>
        </p:nvSpPr>
        <p:spPr>
          <a:xfrm>
            <a:off x="2247171" y="5588368"/>
            <a:ext cx="1024000" cy="1024000"/>
          </a:xfrm>
          <a:prstGeom prst="ellipse">
            <a:avLst/>
          </a:prstGeom>
          <a:solidFill>
            <a:srgbClr val="EDEEF5">
              <a:alpha val="45000"/>
            </a:srgbClr>
          </a:solidFill>
          <a:ln w="8827"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6" name="TextBox 15">
            <a:extLst>
              <a:ext uri="{FF2B5EF4-FFF2-40B4-BE49-F238E27FC236}">
                <a16:creationId xmlns:a16="http://schemas.microsoft.com/office/drawing/2014/main" id="{E8EF54B0-2198-3A5F-9B98-9D2A0652C614}"/>
              </a:ext>
            </a:extLst>
          </p:cNvPr>
          <p:cNvSpPr txBox="1"/>
          <p:nvPr/>
        </p:nvSpPr>
        <p:spPr>
          <a:xfrm>
            <a:off x="2577056" y="1139263"/>
            <a:ext cx="7037889" cy="43088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0" i="0" u="none" strike="noStrike" kern="1200" cap="none" spc="0" normalizeH="0" baseline="0" noProof="0" dirty="0">
                <a:ln/>
                <a:solidFill>
                  <a:srgbClr val="3E5760"/>
                </a:solidFill>
                <a:effectLst/>
                <a:uLnTx/>
                <a:uFillTx/>
                <a:latin typeface="Avenir"/>
                <a:ea typeface="+mn-ea"/>
                <a:cs typeface="Segoe UI"/>
                <a:sym typeface="Segoe UI"/>
                <a:rtl val="0"/>
              </a:rPr>
              <a:t>Interior page features that orient users and connect content</a:t>
            </a:r>
          </a:p>
        </p:txBody>
      </p:sp>
      <p:sp>
        <p:nvSpPr>
          <p:cNvPr id="17" name="Rectangle 16">
            <a:extLst>
              <a:ext uri="{FF2B5EF4-FFF2-40B4-BE49-F238E27FC236}">
                <a16:creationId xmlns:a16="http://schemas.microsoft.com/office/drawing/2014/main" id="{55792E94-83EE-8BFA-A38C-53796E159E03}"/>
              </a:ext>
            </a:extLst>
          </p:cNvPr>
          <p:cNvSpPr/>
          <p:nvPr/>
        </p:nvSpPr>
        <p:spPr>
          <a:xfrm>
            <a:off x="2459033" y="1880780"/>
            <a:ext cx="7273934" cy="4660967"/>
          </a:xfrm>
          <a:prstGeom prst="rect">
            <a:avLst/>
          </a:prstGeom>
          <a:solidFill>
            <a:srgbClr val="F0F1F7"/>
          </a:solidFill>
          <a:ln w="13240" cap="flat">
            <a:solidFill>
              <a:srgbClr val="CECDED"/>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8" name="Rectangle 17">
            <a:extLst>
              <a:ext uri="{FF2B5EF4-FFF2-40B4-BE49-F238E27FC236}">
                <a16:creationId xmlns:a16="http://schemas.microsoft.com/office/drawing/2014/main" id="{F6C20A10-57FB-DC99-ADE1-F8B844E11EC5}"/>
              </a:ext>
            </a:extLst>
          </p:cNvPr>
          <p:cNvSpPr/>
          <p:nvPr/>
        </p:nvSpPr>
        <p:spPr>
          <a:xfrm>
            <a:off x="2459033" y="1880780"/>
            <a:ext cx="7273934" cy="335448"/>
          </a:xfrm>
          <a:prstGeom prst="rect">
            <a:avLst/>
          </a:prstGeom>
          <a:solidFill>
            <a:srgbClr val="444F9C"/>
          </a:solidFill>
          <a:ln w="8827"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9" name="Rectangle 18">
            <a:extLst>
              <a:ext uri="{FF2B5EF4-FFF2-40B4-BE49-F238E27FC236}">
                <a16:creationId xmlns:a16="http://schemas.microsoft.com/office/drawing/2014/main" id="{6ABF0A61-E698-0B8A-B477-F7EE000AF705}"/>
              </a:ext>
            </a:extLst>
          </p:cNvPr>
          <p:cNvSpPr/>
          <p:nvPr/>
        </p:nvSpPr>
        <p:spPr>
          <a:xfrm>
            <a:off x="2459033" y="2092642"/>
            <a:ext cx="7273934" cy="123586"/>
          </a:xfrm>
          <a:prstGeom prst="rect">
            <a:avLst/>
          </a:prstGeom>
          <a:solidFill>
            <a:srgbClr val="444F9C"/>
          </a:solidFill>
          <a:ln w="8827"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20" name="Oval 19">
            <a:extLst>
              <a:ext uri="{FF2B5EF4-FFF2-40B4-BE49-F238E27FC236}">
                <a16:creationId xmlns:a16="http://schemas.microsoft.com/office/drawing/2014/main" id="{D57778AF-663E-CF6C-5275-D41583569FEE}"/>
              </a:ext>
            </a:extLst>
          </p:cNvPr>
          <p:cNvSpPr/>
          <p:nvPr/>
        </p:nvSpPr>
        <p:spPr>
          <a:xfrm>
            <a:off x="2653240" y="1995539"/>
            <a:ext cx="105931" cy="105931"/>
          </a:xfrm>
          <a:prstGeom prst="ellipse">
            <a:avLst/>
          </a:prstGeom>
          <a:solidFill>
            <a:srgbClr val="C23592">
              <a:alpha val="90000"/>
            </a:srgbClr>
          </a:solidFill>
          <a:ln w="8827"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21" name="Oval 20">
            <a:extLst>
              <a:ext uri="{FF2B5EF4-FFF2-40B4-BE49-F238E27FC236}">
                <a16:creationId xmlns:a16="http://schemas.microsoft.com/office/drawing/2014/main" id="{F188EE55-9FC0-370C-5CDA-B7614A8F13E3}"/>
              </a:ext>
            </a:extLst>
          </p:cNvPr>
          <p:cNvSpPr/>
          <p:nvPr/>
        </p:nvSpPr>
        <p:spPr>
          <a:xfrm>
            <a:off x="2829792" y="1995539"/>
            <a:ext cx="105931" cy="105931"/>
          </a:xfrm>
          <a:prstGeom prst="ellipse">
            <a:avLst/>
          </a:prstGeom>
          <a:solidFill>
            <a:srgbClr val="FDE379"/>
          </a:solidFill>
          <a:ln w="8827"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22" name="Oval 21">
            <a:extLst>
              <a:ext uri="{FF2B5EF4-FFF2-40B4-BE49-F238E27FC236}">
                <a16:creationId xmlns:a16="http://schemas.microsoft.com/office/drawing/2014/main" id="{F07A53B8-F010-A98A-B260-6BAA52434122}"/>
              </a:ext>
            </a:extLst>
          </p:cNvPr>
          <p:cNvSpPr/>
          <p:nvPr/>
        </p:nvSpPr>
        <p:spPr>
          <a:xfrm>
            <a:off x="3006344" y="1995539"/>
            <a:ext cx="105931" cy="105931"/>
          </a:xfrm>
          <a:prstGeom prst="ellipse">
            <a:avLst/>
          </a:prstGeom>
          <a:solidFill>
            <a:srgbClr val="4E42DA">
              <a:alpha val="70000"/>
            </a:srgbClr>
          </a:solidFill>
          <a:ln w="8827"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23" name="Rectangle 22">
            <a:extLst>
              <a:ext uri="{FF2B5EF4-FFF2-40B4-BE49-F238E27FC236}">
                <a16:creationId xmlns:a16="http://schemas.microsoft.com/office/drawing/2014/main" id="{880FDB22-B23B-B41C-AB90-BE3A9CCE57B1}"/>
              </a:ext>
            </a:extLst>
          </p:cNvPr>
          <p:cNvSpPr/>
          <p:nvPr/>
        </p:nvSpPr>
        <p:spPr>
          <a:xfrm>
            <a:off x="3288826" y="1933746"/>
            <a:ext cx="4943450" cy="211862"/>
          </a:xfrm>
          <a:prstGeom prst="rect">
            <a:avLst/>
          </a:prstGeom>
          <a:solidFill>
            <a:srgbClr val="FFFFFF">
              <a:alpha val="20000"/>
            </a:srgbClr>
          </a:solidFill>
          <a:ln w="8827"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24" name="TextBox 23">
            <a:extLst>
              <a:ext uri="{FF2B5EF4-FFF2-40B4-BE49-F238E27FC236}">
                <a16:creationId xmlns:a16="http://schemas.microsoft.com/office/drawing/2014/main" id="{ECBCF5D9-E5BF-8E91-19C5-5EF406E5943A}"/>
              </a:ext>
            </a:extLst>
          </p:cNvPr>
          <p:cNvSpPr txBox="1"/>
          <p:nvPr/>
        </p:nvSpPr>
        <p:spPr>
          <a:xfrm>
            <a:off x="4332926" y="1895905"/>
            <a:ext cx="2855251" cy="25581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solidFill>
                  <a:srgbClr val="FFFFFF"/>
                </a:solidFill>
                <a:effectLst/>
                <a:uLnTx/>
                <a:uFillTx/>
                <a:latin typeface="Segoe UI"/>
                <a:ea typeface="+mn-ea"/>
                <a:cs typeface="Segoe UI"/>
                <a:sym typeface="Segoe UI"/>
                <a:rtl val="0"/>
              </a:rPr>
              <a:t>etsu.edu/academics/programs/computer-science</a:t>
            </a:r>
          </a:p>
        </p:txBody>
      </p:sp>
      <p:sp>
        <p:nvSpPr>
          <p:cNvPr id="25" name="Rectangle 24">
            <a:extLst>
              <a:ext uri="{FF2B5EF4-FFF2-40B4-BE49-F238E27FC236}">
                <a16:creationId xmlns:a16="http://schemas.microsoft.com/office/drawing/2014/main" id="{2E4C2DC2-C17A-2874-A367-85F35343A5E9}"/>
              </a:ext>
            </a:extLst>
          </p:cNvPr>
          <p:cNvSpPr/>
          <p:nvPr/>
        </p:nvSpPr>
        <p:spPr>
          <a:xfrm>
            <a:off x="2459033" y="2216228"/>
            <a:ext cx="7273934" cy="335448"/>
          </a:xfrm>
          <a:prstGeom prst="rect">
            <a:avLst/>
          </a:prstGeom>
          <a:solidFill>
            <a:srgbClr val="FFFFFF"/>
          </a:solidFill>
          <a:ln w="8827" cap="flat">
            <a:solidFill>
              <a:srgbClr val="EDEEF5"/>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26" name="Rectangle 25">
            <a:extLst>
              <a:ext uri="{FF2B5EF4-FFF2-40B4-BE49-F238E27FC236}">
                <a16:creationId xmlns:a16="http://schemas.microsoft.com/office/drawing/2014/main" id="{4433A398-C5A3-D35D-09A9-1911C93839D6}"/>
              </a:ext>
            </a:extLst>
          </p:cNvPr>
          <p:cNvSpPr/>
          <p:nvPr/>
        </p:nvSpPr>
        <p:spPr>
          <a:xfrm>
            <a:off x="2582619" y="2304504"/>
            <a:ext cx="635586" cy="158896"/>
          </a:xfrm>
          <a:prstGeom prst="rect">
            <a:avLst/>
          </a:prstGeom>
          <a:solidFill>
            <a:srgbClr val="444F9C"/>
          </a:solidFill>
          <a:ln w="8827"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27" name="TextBox 26">
            <a:extLst>
              <a:ext uri="{FF2B5EF4-FFF2-40B4-BE49-F238E27FC236}">
                <a16:creationId xmlns:a16="http://schemas.microsoft.com/office/drawing/2014/main" id="{1C6967DA-89B7-1E6D-E916-149ECFE157BA}"/>
              </a:ext>
            </a:extLst>
          </p:cNvPr>
          <p:cNvSpPr txBox="1"/>
          <p:nvPr/>
        </p:nvSpPr>
        <p:spPr>
          <a:xfrm>
            <a:off x="2681291" y="2259233"/>
            <a:ext cx="438242" cy="23233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a:ln/>
                <a:solidFill>
                  <a:srgbClr val="FFFFFF"/>
                </a:solidFill>
                <a:effectLst/>
                <a:uLnTx/>
                <a:uFillTx/>
                <a:latin typeface="Segoe UI"/>
                <a:ea typeface="+mn-ea"/>
                <a:cs typeface="Segoe UI"/>
                <a:sym typeface="Segoe UI"/>
                <a:rtl val="0"/>
              </a:rPr>
              <a:t>ETSU</a:t>
            </a:r>
          </a:p>
        </p:txBody>
      </p:sp>
      <p:sp>
        <p:nvSpPr>
          <p:cNvPr id="28" name="TextBox 27">
            <a:extLst>
              <a:ext uri="{FF2B5EF4-FFF2-40B4-BE49-F238E27FC236}">
                <a16:creationId xmlns:a16="http://schemas.microsoft.com/office/drawing/2014/main" id="{4C123963-3553-8763-20A3-D3848E707702}"/>
              </a:ext>
            </a:extLst>
          </p:cNvPr>
          <p:cNvSpPr txBox="1"/>
          <p:nvPr/>
        </p:nvSpPr>
        <p:spPr>
          <a:xfrm>
            <a:off x="3532835" y="2240181"/>
            <a:ext cx="765871" cy="25581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Academics</a:t>
            </a:r>
          </a:p>
        </p:txBody>
      </p:sp>
      <p:sp>
        <p:nvSpPr>
          <p:cNvPr id="29" name="TextBox 28">
            <a:extLst>
              <a:ext uri="{FF2B5EF4-FFF2-40B4-BE49-F238E27FC236}">
                <a16:creationId xmlns:a16="http://schemas.microsoft.com/office/drawing/2014/main" id="{1CDAD7F7-A978-7A47-5A83-1674E8838C25}"/>
              </a:ext>
            </a:extLst>
          </p:cNvPr>
          <p:cNvSpPr txBox="1"/>
          <p:nvPr/>
        </p:nvSpPr>
        <p:spPr>
          <a:xfrm>
            <a:off x="4309663" y="2240181"/>
            <a:ext cx="667750" cy="25581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Research</a:t>
            </a:r>
          </a:p>
        </p:txBody>
      </p:sp>
      <p:sp>
        <p:nvSpPr>
          <p:cNvPr id="30" name="TextBox 29">
            <a:extLst>
              <a:ext uri="{FF2B5EF4-FFF2-40B4-BE49-F238E27FC236}">
                <a16:creationId xmlns:a16="http://schemas.microsoft.com/office/drawing/2014/main" id="{3068970E-9EBC-24D2-53BC-C58DEFB2A126}"/>
              </a:ext>
            </a:extLst>
          </p:cNvPr>
          <p:cNvSpPr txBox="1"/>
          <p:nvPr/>
        </p:nvSpPr>
        <p:spPr>
          <a:xfrm>
            <a:off x="4998215" y="2240181"/>
            <a:ext cx="849026" cy="25581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Campus Life</a:t>
            </a:r>
          </a:p>
        </p:txBody>
      </p:sp>
      <p:sp>
        <p:nvSpPr>
          <p:cNvPr id="31" name="TextBox 30">
            <a:extLst>
              <a:ext uri="{FF2B5EF4-FFF2-40B4-BE49-F238E27FC236}">
                <a16:creationId xmlns:a16="http://schemas.microsoft.com/office/drawing/2014/main" id="{939010A9-DF96-0DD7-DFB1-2EBC7D90012C}"/>
              </a:ext>
            </a:extLst>
          </p:cNvPr>
          <p:cNvSpPr txBox="1"/>
          <p:nvPr/>
        </p:nvSpPr>
        <p:spPr>
          <a:xfrm>
            <a:off x="5828008" y="2240181"/>
            <a:ext cx="801354" cy="25581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Admissions</a:t>
            </a:r>
          </a:p>
        </p:txBody>
      </p:sp>
      <p:sp>
        <p:nvSpPr>
          <p:cNvPr id="32" name="TextBox 31">
            <a:extLst>
              <a:ext uri="{FF2B5EF4-FFF2-40B4-BE49-F238E27FC236}">
                <a16:creationId xmlns:a16="http://schemas.microsoft.com/office/drawing/2014/main" id="{2E7F5BE4-292B-8B53-84E9-EDD51BD9072A}"/>
              </a:ext>
            </a:extLst>
          </p:cNvPr>
          <p:cNvSpPr txBox="1"/>
          <p:nvPr/>
        </p:nvSpPr>
        <p:spPr>
          <a:xfrm>
            <a:off x="6640146" y="2240181"/>
            <a:ext cx="519483" cy="25581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About</a:t>
            </a:r>
          </a:p>
        </p:txBody>
      </p:sp>
      <p:sp>
        <p:nvSpPr>
          <p:cNvPr id="33" name="Rectangle 32">
            <a:extLst>
              <a:ext uri="{FF2B5EF4-FFF2-40B4-BE49-F238E27FC236}">
                <a16:creationId xmlns:a16="http://schemas.microsoft.com/office/drawing/2014/main" id="{5148C271-76FD-D762-10B4-EE50195F961E}"/>
              </a:ext>
            </a:extLst>
          </p:cNvPr>
          <p:cNvSpPr/>
          <p:nvPr/>
        </p:nvSpPr>
        <p:spPr>
          <a:xfrm>
            <a:off x="8991450" y="2295677"/>
            <a:ext cx="635586" cy="176551"/>
          </a:xfrm>
          <a:prstGeom prst="rect">
            <a:avLst/>
          </a:prstGeom>
          <a:solidFill>
            <a:srgbClr val="444F9C"/>
          </a:solidFill>
          <a:ln w="8827"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34" name="TextBox 33">
            <a:extLst>
              <a:ext uri="{FF2B5EF4-FFF2-40B4-BE49-F238E27FC236}">
                <a16:creationId xmlns:a16="http://schemas.microsoft.com/office/drawing/2014/main" id="{EC119B69-15C7-E7B1-E891-1F18C39F8D4C}"/>
              </a:ext>
            </a:extLst>
          </p:cNvPr>
          <p:cNvSpPr txBox="1"/>
          <p:nvPr/>
        </p:nvSpPr>
        <p:spPr>
          <a:xfrm>
            <a:off x="9049195" y="2249707"/>
            <a:ext cx="520095" cy="244078"/>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75" b="0" i="0" u="none" strike="noStrike" kern="1200" cap="none" spc="0" normalizeH="0" baseline="0" noProof="0">
                <a:ln/>
                <a:solidFill>
                  <a:srgbClr val="FFFFFF"/>
                </a:solidFill>
                <a:effectLst/>
                <a:uLnTx/>
                <a:uFillTx/>
                <a:latin typeface="Segoe UI"/>
                <a:ea typeface="+mn-ea"/>
                <a:cs typeface="Segoe UI"/>
                <a:sym typeface="Segoe UI"/>
                <a:rtl val="0"/>
              </a:rPr>
              <a:t>Search</a:t>
            </a:r>
          </a:p>
        </p:txBody>
      </p:sp>
      <p:sp>
        <p:nvSpPr>
          <p:cNvPr id="35" name="Rectangle 34">
            <a:extLst>
              <a:ext uri="{FF2B5EF4-FFF2-40B4-BE49-F238E27FC236}">
                <a16:creationId xmlns:a16="http://schemas.microsoft.com/office/drawing/2014/main" id="{FF11D848-C748-FB44-8253-DEFE3C88934A}"/>
              </a:ext>
            </a:extLst>
          </p:cNvPr>
          <p:cNvSpPr/>
          <p:nvPr/>
        </p:nvSpPr>
        <p:spPr>
          <a:xfrm>
            <a:off x="2459033" y="2551677"/>
            <a:ext cx="7273934" cy="3990070"/>
          </a:xfrm>
          <a:prstGeom prst="rect">
            <a:avLst/>
          </a:prstGeom>
          <a:solidFill>
            <a:srgbClr val="FFFFFF"/>
          </a:solidFill>
          <a:ln w="8827"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36" name="Rectangle 35">
            <a:extLst>
              <a:ext uri="{FF2B5EF4-FFF2-40B4-BE49-F238E27FC236}">
                <a16:creationId xmlns:a16="http://schemas.microsoft.com/office/drawing/2014/main" id="{3055A511-CC12-ECC5-AAC7-8D322D28457A}"/>
              </a:ext>
            </a:extLst>
          </p:cNvPr>
          <p:cNvSpPr/>
          <p:nvPr/>
        </p:nvSpPr>
        <p:spPr>
          <a:xfrm>
            <a:off x="2459033" y="2551677"/>
            <a:ext cx="7273934" cy="264827"/>
          </a:xfrm>
          <a:prstGeom prst="rect">
            <a:avLst/>
          </a:prstGeom>
          <a:solidFill>
            <a:srgbClr val="F0F1F7"/>
          </a:solidFill>
          <a:ln w="8827"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37" name="TextBox 36">
            <a:extLst>
              <a:ext uri="{FF2B5EF4-FFF2-40B4-BE49-F238E27FC236}">
                <a16:creationId xmlns:a16="http://schemas.microsoft.com/office/drawing/2014/main" id="{3B82E3C4-7065-1C1A-529D-D0CEFE0A8BAF}"/>
              </a:ext>
            </a:extLst>
          </p:cNvPr>
          <p:cNvSpPr txBox="1"/>
          <p:nvPr/>
        </p:nvSpPr>
        <p:spPr>
          <a:xfrm>
            <a:off x="2544145" y="2549147"/>
            <a:ext cx="514112" cy="25581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2D5EBF"/>
                </a:solidFill>
                <a:effectLst/>
                <a:uLnTx/>
                <a:uFillTx/>
                <a:latin typeface="Segoe UI"/>
                <a:ea typeface="+mn-ea"/>
                <a:cs typeface="Segoe UI"/>
                <a:sym typeface="Segoe UI"/>
                <a:rtl val="0"/>
              </a:rPr>
              <a:t>Home</a:t>
            </a:r>
          </a:p>
        </p:txBody>
      </p:sp>
      <p:sp>
        <p:nvSpPr>
          <p:cNvPr id="38" name="TextBox 37">
            <a:extLst>
              <a:ext uri="{FF2B5EF4-FFF2-40B4-BE49-F238E27FC236}">
                <a16:creationId xmlns:a16="http://schemas.microsoft.com/office/drawing/2014/main" id="{A3A37434-EA06-60F6-D722-169005AF77AD}"/>
              </a:ext>
            </a:extLst>
          </p:cNvPr>
          <p:cNvSpPr txBox="1"/>
          <p:nvPr/>
        </p:nvSpPr>
        <p:spPr>
          <a:xfrm>
            <a:off x="2932559" y="2549147"/>
            <a:ext cx="221923" cy="25581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a:t>
            </a:r>
          </a:p>
        </p:txBody>
      </p:sp>
      <p:sp>
        <p:nvSpPr>
          <p:cNvPr id="39" name="TextBox 38">
            <a:extLst>
              <a:ext uri="{FF2B5EF4-FFF2-40B4-BE49-F238E27FC236}">
                <a16:creationId xmlns:a16="http://schemas.microsoft.com/office/drawing/2014/main" id="{197DF424-BA6E-57AA-1C50-6615A54A870D}"/>
              </a:ext>
            </a:extLst>
          </p:cNvPr>
          <p:cNvSpPr txBox="1"/>
          <p:nvPr/>
        </p:nvSpPr>
        <p:spPr>
          <a:xfrm>
            <a:off x="3056145" y="2549147"/>
            <a:ext cx="765871" cy="25581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2D5EBF"/>
                </a:solidFill>
                <a:effectLst/>
                <a:uLnTx/>
                <a:uFillTx/>
                <a:latin typeface="Segoe UI"/>
                <a:ea typeface="+mn-ea"/>
                <a:cs typeface="Segoe UI"/>
                <a:sym typeface="Segoe UI"/>
                <a:rtl val="0"/>
              </a:rPr>
              <a:t>Academics</a:t>
            </a:r>
          </a:p>
        </p:txBody>
      </p:sp>
      <p:sp>
        <p:nvSpPr>
          <p:cNvPr id="40" name="TextBox 39">
            <a:extLst>
              <a:ext uri="{FF2B5EF4-FFF2-40B4-BE49-F238E27FC236}">
                <a16:creationId xmlns:a16="http://schemas.microsoft.com/office/drawing/2014/main" id="{5D96AFD7-589F-434C-1A64-43DFABAE32A2}"/>
              </a:ext>
            </a:extLst>
          </p:cNvPr>
          <p:cNvSpPr txBox="1"/>
          <p:nvPr/>
        </p:nvSpPr>
        <p:spPr>
          <a:xfrm>
            <a:off x="3682904" y="2549147"/>
            <a:ext cx="221923" cy="25581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a:t>
            </a:r>
          </a:p>
        </p:txBody>
      </p:sp>
      <p:sp>
        <p:nvSpPr>
          <p:cNvPr id="41" name="TextBox 40">
            <a:extLst>
              <a:ext uri="{FF2B5EF4-FFF2-40B4-BE49-F238E27FC236}">
                <a16:creationId xmlns:a16="http://schemas.microsoft.com/office/drawing/2014/main" id="{C6876236-BE3E-1FA5-9827-34E66802FC44}"/>
              </a:ext>
            </a:extLst>
          </p:cNvPr>
          <p:cNvSpPr txBox="1"/>
          <p:nvPr/>
        </p:nvSpPr>
        <p:spPr>
          <a:xfrm>
            <a:off x="3806490" y="2549147"/>
            <a:ext cx="704983" cy="25581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2D5EBF"/>
                </a:solidFill>
                <a:effectLst/>
                <a:uLnTx/>
                <a:uFillTx/>
                <a:latin typeface="Segoe UI"/>
                <a:ea typeface="+mn-ea"/>
                <a:cs typeface="Segoe UI"/>
                <a:sym typeface="Segoe UI"/>
                <a:rtl val="0"/>
              </a:rPr>
              <a:t>Programs</a:t>
            </a:r>
          </a:p>
        </p:txBody>
      </p:sp>
      <p:sp>
        <p:nvSpPr>
          <p:cNvPr id="42" name="TextBox 41">
            <a:extLst>
              <a:ext uri="{FF2B5EF4-FFF2-40B4-BE49-F238E27FC236}">
                <a16:creationId xmlns:a16="http://schemas.microsoft.com/office/drawing/2014/main" id="{79EDA595-E91B-B50D-84DB-0C09E3E1F060}"/>
              </a:ext>
            </a:extLst>
          </p:cNvPr>
          <p:cNvSpPr txBox="1"/>
          <p:nvPr/>
        </p:nvSpPr>
        <p:spPr>
          <a:xfrm>
            <a:off x="4362628" y="2549147"/>
            <a:ext cx="221923" cy="25581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a:t>
            </a:r>
          </a:p>
        </p:txBody>
      </p:sp>
      <p:sp>
        <p:nvSpPr>
          <p:cNvPr id="43" name="TextBox 42">
            <a:extLst>
              <a:ext uri="{FF2B5EF4-FFF2-40B4-BE49-F238E27FC236}">
                <a16:creationId xmlns:a16="http://schemas.microsoft.com/office/drawing/2014/main" id="{B8BC7824-BEB8-9E2E-3357-0D6B4B2E3A24}"/>
              </a:ext>
            </a:extLst>
          </p:cNvPr>
          <p:cNvSpPr txBox="1"/>
          <p:nvPr/>
        </p:nvSpPr>
        <p:spPr>
          <a:xfrm>
            <a:off x="4486215" y="2549147"/>
            <a:ext cx="1229440" cy="25581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a:ln/>
                <a:solidFill>
                  <a:srgbClr val="3A3A3A"/>
                </a:solidFill>
                <a:effectLst/>
                <a:uLnTx/>
                <a:uFillTx/>
                <a:latin typeface="Segoe UI"/>
                <a:ea typeface="+mn-ea"/>
                <a:cs typeface="Segoe UI"/>
                <a:sym typeface="Segoe UI"/>
                <a:rtl val="0"/>
              </a:rPr>
              <a:t>Computer Science</a:t>
            </a:r>
          </a:p>
        </p:txBody>
      </p:sp>
      <p:sp>
        <p:nvSpPr>
          <p:cNvPr id="44" name="TextBox 43">
            <a:extLst>
              <a:ext uri="{FF2B5EF4-FFF2-40B4-BE49-F238E27FC236}">
                <a16:creationId xmlns:a16="http://schemas.microsoft.com/office/drawing/2014/main" id="{037838A0-5D2C-E577-5209-D7942331EBCE}"/>
              </a:ext>
            </a:extLst>
          </p:cNvPr>
          <p:cNvSpPr txBox="1"/>
          <p:nvPr/>
        </p:nvSpPr>
        <p:spPr>
          <a:xfrm>
            <a:off x="2544145" y="2845095"/>
            <a:ext cx="2034518" cy="326267"/>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a:ln/>
                <a:solidFill>
                  <a:srgbClr val="444F9C"/>
                </a:solidFill>
                <a:effectLst/>
                <a:uLnTx/>
                <a:uFillTx/>
                <a:latin typeface="Segoe UI"/>
                <a:ea typeface="+mn-ea"/>
                <a:cs typeface="Segoe UI"/>
                <a:sym typeface="Segoe UI"/>
                <a:rtl val="0"/>
              </a:rPr>
              <a:t>B.S. Computer Science</a:t>
            </a:r>
          </a:p>
        </p:txBody>
      </p:sp>
      <p:sp>
        <p:nvSpPr>
          <p:cNvPr id="45" name="TextBox 44">
            <a:extLst>
              <a:ext uri="{FF2B5EF4-FFF2-40B4-BE49-F238E27FC236}">
                <a16:creationId xmlns:a16="http://schemas.microsoft.com/office/drawing/2014/main" id="{A2F8B5BD-8123-8DD8-624D-D76531A73CD7}"/>
              </a:ext>
            </a:extLst>
          </p:cNvPr>
          <p:cNvSpPr txBox="1"/>
          <p:nvPr/>
        </p:nvSpPr>
        <p:spPr>
          <a:xfrm>
            <a:off x="2544145" y="3078802"/>
            <a:ext cx="3673165" cy="25581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solidFill>
                  <a:srgbClr val="3E5760"/>
                </a:solidFill>
                <a:effectLst/>
                <a:uLnTx/>
                <a:uFillTx/>
                <a:latin typeface="Segoe UI"/>
                <a:ea typeface="+mn-ea"/>
                <a:cs typeface="Segoe UI"/>
                <a:sym typeface="Segoe UI"/>
                <a:rtl val="0"/>
              </a:rPr>
              <a:t>Department of Computing | College of Business and Technology</a:t>
            </a:r>
          </a:p>
        </p:txBody>
      </p:sp>
      <p:sp>
        <p:nvSpPr>
          <p:cNvPr id="46" name="Freeform: Shape 45">
            <a:extLst>
              <a:ext uri="{FF2B5EF4-FFF2-40B4-BE49-F238E27FC236}">
                <a16:creationId xmlns:a16="http://schemas.microsoft.com/office/drawing/2014/main" id="{1DE57CBA-BEE3-439A-38F6-41CF060E164A}"/>
              </a:ext>
            </a:extLst>
          </p:cNvPr>
          <p:cNvSpPr/>
          <p:nvPr/>
        </p:nvSpPr>
        <p:spPr>
          <a:xfrm>
            <a:off x="2635585" y="3346160"/>
            <a:ext cx="6920830" cy="8827"/>
          </a:xfrm>
          <a:custGeom>
            <a:avLst/>
            <a:gdLst>
              <a:gd name="csX0" fmla="*/ 0 w 6920830"/>
              <a:gd name="csY0" fmla="*/ 0 h 8827"/>
              <a:gd name="csX1" fmla="*/ 6920831 w 6920830"/>
              <a:gd name="csY1" fmla="*/ 0 h 8827"/>
            </a:gdLst>
            <a:ahLst/>
            <a:cxnLst>
              <a:cxn ang="0">
                <a:pos x="csX0" y="csY0"/>
              </a:cxn>
              <a:cxn ang="0">
                <a:pos x="csX1" y="csY1"/>
              </a:cxn>
            </a:cxnLst>
            <a:rect l="l" t="t" r="r" b="b"/>
            <a:pathLst>
              <a:path w="6920830" h="8827">
                <a:moveTo>
                  <a:pt x="0" y="0"/>
                </a:moveTo>
                <a:lnTo>
                  <a:pt x="6920831" y="0"/>
                </a:lnTo>
              </a:path>
            </a:pathLst>
          </a:custGeom>
          <a:ln w="13240" cap="flat">
            <a:solidFill>
              <a:srgbClr val="EDEEF5"/>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47" name="TextBox 46">
            <a:extLst>
              <a:ext uri="{FF2B5EF4-FFF2-40B4-BE49-F238E27FC236}">
                <a16:creationId xmlns:a16="http://schemas.microsoft.com/office/drawing/2014/main" id="{0E586096-7D7F-5FD2-41AF-E76AFC927CFD}"/>
              </a:ext>
            </a:extLst>
          </p:cNvPr>
          <p:cNvSpPr txBox="1"/>
          <p:nvPr/>
        </p:nvSpPr>
        <p:spPr>
          <a:xfrm>
            <a:off x="2544145" y="3332707"/>
            <a:ext cx="1549035" cy="291043"/>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75" b="1" i="0" u="none" strike="noStrike" kern="1200" cap="none" spc="0" normalizeH="0" baseline="0" noProof="0">
                <a:ln/>
                <a:solidFill>
                  <a:srgbClr val="3A3A3A"/>
                </a:solidFill>
                <a:effectLst/>
                <a:uLnTx/>
                <a:uFillTx/>
                <a:latin typeface="Segoe UI"/>
                <a:ea typeface="+mn-ea"/>
                <a:cs typeface="Segoe UI"/>
                <a:sym typeface="Segoe UI"/>
                <a:rtl val="0"/>
              </a:rPr>
              <a:t>About the Program</a:t>
            </a:r>
          </a:p>
        </p:txBody>
      </p:sp>
      <p:sp>
        <p:nvSpPr>
          <p:cNvPr id="48" name="TextBox 47">
            <a:extLst>
              <a:ext uri="{FF2B5EF4-FFF2-40B4-BE49-F238E27FC236}">
                <a16:creationId xmlns:a16="http://schemas.microsoft.com/office/drawing/2014/main" id="{9CB46D4E-668B-F994-CEA9-90B2676C3089}"/>
              </a:ext>
            </a:extLst>
          </p:cNvPr>
          <p:cNvSpPr txBox="1"/>
          <p:nvPr/>
        </p:nvSpPr>
        <p:spPr>
          <a:xfrm>
            <a:off x="2544145" y="3520181"/>
            <a:ext cx="3516510" cy="25581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The B.S. in Computer Science prepares students for careers in</a:t>
            </a:r>
          </a:p>
        </p:txBody>
      </p:sp>
      <p:sp>
        <p:nvSpPr>
          <p:cNvPr id="49" name="TextBox 48">
            <a:extLst>
              <a:ext uri="{FF2B5EF4-FFF2-40B4-BE49-F238E27FC236}">
                <a16:creationId xmlns:a16="http://schemas.microsoft.com/office/drawing/2014/main" id="{AE74A108-5C77-5BC0-F937-C2D1CB715438}"/>
              </a:ext>
            </a:extLst>
          </p:cNvPr>
          <p:cNvSpPr txBox="1"/>
          <p:nvPr/>
        </p:nvSpPr>
        <p:spPr>
          <a:xfrm>
            <a:off x="2544145" y="3661423"/>
            <a:ext cx="3632131" cy="25581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software development, data science, systems design, and more.</a:t>
            </a:r>
          </a:p>
        </p:txBody>
      </p:sp>
      <p:sp>
        <p:nvSpPr>
          <p:cNvPr id="50" name="Rectangle 49">
            <a:extLst>
              <a:ext uri="{FF2B5EF4-FFF2-40B4-BE49-F238E27FC236}">
                <a16:creationId xmlns:a16="http://schemas.microsoft.com/office/drawing/2014/main" id="{151A14C9-C33D-F13D-DF8E-CA925271B7F9}"/>
              </a:ext>
            </a:extLst>
          </p:cNvPr>
          <p:cNvSpPr/>
          <p:nvPr/>
        </p:nvSpPr>
        <p:spPr>
          <a:xfrm>
            <a:off x="2635585" y="3964091"/>
            <a:ext cx="4148967" cy="688552"/>
          </a:xfrm>
          <a:prstGeom prst="rect">
            <a:avLst/>
          </a:prstGeom>
          <a:solidFill>
            <a:srgbClr val="FFFFFF"/>
          </a:solidFill>
          <a:ln w="13240" cap="flat">
            <a:solidFill>
              <a:srgbClr val="EDEEF5"/>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51" name="Rectangle 50">
            <a:extLst>
              <a:ext uri="{FF2B5EF4-FFF2-40B4-BE49-F238E27FC236}">
                <a16:creationId xmlns:a16="http://schemas.microsoft.com/office/drawing/2014/main" id="{81F36954-78B7-244C-7F6C-1D22C004EF73}"/>
              </a:ext>
            </a:extLst>
          </p:cNvPr>
          <p:cNvSpPr/>
          <p:nvPr/>
        </p:nvSpPr>
        <p:spPr>
          <a:xfrm>
            <a:off x="2635585" y="3964091"/>
            <a:ext cx="70620" cy="688552"/>
          </a:xfrm>
          <a:prstGeom prst="rect">
            <a:avLst/>
          </a:prstGeom>
          <a:solidFill>
            <a:srgbClr val="444F9C"/>
          </a:solidFill>
          <a:ln w="8827"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52" name="TextBox 51">
            <a:extLst>
              <a:ext uri="{FF2B5EF4-FFF2-40B4-BE49-F238E27FC236}">
                <a16:creationId xmlns:a16="http://schemas.microsoft.com/office/drawing/2014/main" id="{33315232-A21B-0B49-B82E-B018A099B989}"/>
              </a:ext>
            </a:extLst>
          </p:cNvPr>
          <p:cNvSpPr txBox="1"/>
          <p:nvPr/>
        </p:nvSpPr>
        <p:spPr>
          <a:xfrm>
            <a:off x="2720697" y="3942509"/>
            <a:ext cx="1616880" cy="27930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solidFill>
                  <a:srgbClr val="444F9C"/>
                </a:solidFill>
                <a:effectLst/>
                <a:uLnTx/>
                <a:uFillTx/>
                <a:latin typeface="Segoe UI"/>
                <a:ea typeface="+mn-ea"/>
                <a:cs typeface="Segoe UI"/>
                <a:sym typeface="Segoe UI"/>
                <a:rtl val="0"/>
              </a:rPr>
              <a:t>Degree Requirements</a:t>
            </a:r>
          </a:p>
        </p:txBody>
      </p:sp>
      <p:sp>
        <p:nvSpPr>
          <p:cNvPr id="53" name="TextBox 52">
            <a:extLst>
              <a:ext uri="{FF2B5EF4-FFF2-40B4-BE49-F238E27FC236}">
                <a16:creationId xmlns:a16="http://schemas.microsoft.com/office/drawing/2014/main" id="{B239DCB8-1047-34AD-C46D-1BBDBF301C60}"/>
              </a:ext>
            </a:extLst>
          </p:cNvPr>
          <p:cNvSpPr txBox="1"/>
          <p:nvPr/>
        </p:nvSpPr>
        <p:spPr>
          <a:xfrm>
            <a:off x="2720697" y="4120458"/>
            <a:ext cx="1434311" cy="25581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 120 credit hours total</a:t>
            </a:r>
          </a:p>
        </p:txBody>
      </p:sp>
      <p:sp>
        <p:nvSpPr>
          <p:cNvPr id="54" name="TextBox 53">
            <a:extLst>
              <a:ext uri="{FF2B5EF4-FFF2-40B4-BE49-F238E27FC236}">
                <a16:creationId xmlns:a16="http://schemas.microsoft.com/office/drawing/2014/main" id="{A0402E38-278A-9717-1A6A-09BCD7F6877B}"/>
              </a:ext>
            </a:extLst>
          </p:cNvPr>
          <p:cNvSpPr txBox="1"/>
          <p:nvPr/>
        </p:nvSpPr>
        <p:spPr>
          <a:xfrm>
            <a:off x="2720697" y="4261699"/>
            <a:ext cx="2232010" cy="25581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 Core courses + electives + capstone</a:t>
            </a:r>
          </a:p>
        </p:txBody>
      </p:sp>
      <p:sp>
        <p:nvSpPr>
          <p:cNvPr id="55" name="TextBox 54">
            <a:extLst>
              <a:ext uri="{FF2B5EF4-FFF2-40B4-BE49-F238E27FC236}">
                <a16:creationId xmlns:a16="http://schemas.microsoft.com/office/drawing/2014/main" id="{2EFD12A1-E38A-13A5-4651-691DB71E9F52}"/>
              </a:ext>
            </a:extLst>
          </p:cNvPr>
          <p:cNvSpPr txBox="1"/>
          <p:nvPr/>
        </p:nvSpPr>
        <p:spPr>
          <a:xfrm>
            <a:off x="2720697" y="4402941"/>
            <a:ext cx="1732596" cy="25581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 GPA ≥ 2.5 in major courses</a:t>
            </a:r>
          </a:p>
        </p:txBody>
      </p:sp>
      <p:sp>
        <p:nvSpPr>
          <p:cNvPr id="56" name="Rectangle 55">
            <a:extLst>
              <a:ext uri="{FF2B5EF4-FFF2-40B4-BE49-F238E27FC236}">
                <a16:creationId xmlns:a16="http://schemas.microsoft.com/office/drawing/2014/main" id="{8312D230-1523-9CDD-9694-84AE3BDBD49E}"/>
              </a:ext>
            </a:extLst>
          </p:cNvPr>
          <p:cNvSpPr/>
          <p:nvPr/>
        </p:nvSpPr>
        <p:spPr>
          <a:xfrm>
            <a:off x="2635585" y="4740919"/>
            <a:ext cx="4148967" cy="688552"/>
          </a:xfrm>
          <a:prstGeom prst="rect">
            <a:avLst/>
          </a:prstGeom>
          <a:solidFill>
            <a:srgbClr val="FFFFFF"/>
          </a:solidFill>
          <a:ln w="13240" cap="flat">
            <a:solidFill>
              <a:srgbClr val="EDEEF5"/>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57" name="Rectangle 56">
            <a:extLst>
              <a:ext uri="{FF2B5EF4-FFF2-40B4-BE49-F238E27FC236}">
                <a16:creationId xmlns:a16="http://schemas.microsoft.com/office/drawing/2014/main" id="{28B9E2CE-530C-32D2-35F5-6FF19D0B1F49}"/>
              </a:ext>
            </a:extLst>
          </p:cNvPr>
          <p:cNvSpPr/>
          <p:nvPr/>
        </p:nvSpPr>
        <p:spPr>
          <a:xfrm>
            <a:off x="2635585" y="4740919"/>
            <a:ext cx="70620" cy="688552"/>
          </a:xfrm>
          <a:prstGeom prst="rect">
            <a:avLst/>
          </a:prstGeom>
          <a:solidFill>
            <a:srgbClr val="762DBF"/>
          </a:solidFill>
          <a:ln w="8827"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58" name="TextBox 57">
            <a:extLst>
              <a:ext uri="{FF2B5EF4-FFF2-40B4-BE49-F238E27FC236}">
                <a16:creationId xmlns:a16="http://schemas.microsoft.com/office/drawing/2014/main" id="{151081FA-FCCB-2CED-91D7-55BBD1DD1F7F}"/>
              </a:ext>
            </a:extLst>
          </p:cNvPr>
          <p:cNvSpPr txBox="1"/>
          <p:nvPr/>
        </p:nvSpPr>
        <p:spPr>
          <a:xfrm>
            <a:off x="2720697" y="4719337"/>
            <a:ext cx="1319708" cy="27930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solidFill>
                  <a:srgbClr val="444F9C"/>
                </a:solidFill>
                <a:effectLst/>
                <a:uLnTx/>
                <a:uFillTx/>
                <a:latin typeface="Segoe UI"/>
                <a:ea typeface="+mn-ea"/>
                <a:cs typeface="Segoe UI"/>
                <a:sym typeface="Segoe UI"/>
                <a:rtl val="0"/>
              </a:rPr>
              <a:t>Career Outcomes</a:t>
            </a:r>
          </a:p>
        </p:txBody>
      </p:sp>
      <p:sp>
        <p:nvSpPr>
          <p:cNvPr id="59" name="TextBox 58">
            <a:extLst>
              <a:ext uri="{FF2B5EF4-FFF2-40B4-BE49-F238E27FC236}">
                <a16:creationId xmlns:a16="http://schemas.microsoft.com/office/drawing/2014/main" id="{CC63415B-D978-2524-ACF3-A993B39DE78F}"/>
              </a:ext>
            </a:extLst>
          </p:cNvPr>
          <p:cNvSpPr txBox="1"/>
          <p:nvPr/>
        </p:nvSpPr>
        <p:spPr>
          <a:xfrm>
            <a:off x="2720697" y="4897286"/>
            <a:ext cx="2035768" cy="25581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 Software Engineer · Data Analyst</a:t>
            </a:r>
          </a:p>
        </p:txBody>
      </p:sp>
      <p:sp>
        <p:nvSpPr>
          <p:cNvPr id="60" name="TextBox 59">
            <a:extLst>
              <a:ext uri="{FF2B5EF4-FFF2-40B4-BE49-F238E27FC236}">
                <a16:creationId xmlns:a16="http://schemas.microsoft.com/office/drawing/2014/main" id="{DE81655E-8F7C-B294-873D-CD6CF0DA451E}"/>
              </a:ext>
            </a:extLst>
          </p:cNvPr>
          <p:cNvSpPr txBox="1"/>
          <p:nvPr/>
        </p:nvSpPr>
        <p:spPr>
          <a:xfrm>
            <a:off x="2720697" y="5038527"/>
            <a:ext cx="2039329" cy="25581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 Systems Architect · IT Consultant</a:t>
            </a:r>
          </a:p>
        </p:txBody>
      </p:sp>
      <p:sp>
        <p:nvSpPr>
          <p:cNvPr id="61" name="TextBox 60">
            <a:extLst>
              <a:ext uri="{FF2B5EF4-FFF2-40B4-BE49-F238E27FC236}">
                <a16:creationId xmlns:a16="http://schemas.microsoft.com/office/drawing/2014/main" id="{26C46174-7D3A-FBA8-CD0D-B33CBC0C68D9}"/>
              </a:ext>
            </a:extLst>
          </p:cNvPr>
          <p:cNvSpPr txBox="1"/>
          <p:nvPr/>
        </p:nvSpPr>
        <p:spPr>
          <a:xfrm>
            <a:off x="2720697" y="5179768"/>
            <a:ext cx="1827397" cy="25581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 Graduate school preparation</a:t>
            </a:r>
          </a:p>
        </p:txBody>
      </p:sp>
      <p:sp>
        <p:nvSpPr>
          <p:cNvPr id="62" name="Rectangle 61">
            <a:extLst>
              <a:ext uri="{FF2B5EF4-FFF2-40B4-BE49-F238E27FC236}">
                <a16:creationId xmlns:a16="http://schemas.microsoft.com/office/drawing/2014/main" id="{965AAD6C-0435-0857-FCD4-B9B8A01644F9}"/>
              </a:ext>
            </a:extLst>
          </p:cNvPr>
          <p:cNvSpPr/>
          <p:nvPr/>
        </p:nvSpPr>
        <p:spPr>
          <a:xfrm>
            <a:off x="6978759" y="3469746"/>
            <a:ext cx="2577656" cy="2012690"/>
          </a:xfrm>
          <a:prstGeom prst="rect">
            <a:avLst/>
          </a:prstGeom>
          <a:solidFill>
            <a:srgbClr val="F0F1F7"/>
          </a:solidFill>
          <a:ln w="8827" cap="flat">
            <a:solidFill>
              <a:srgbClr val="CECDED"/>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63" name="Rectangle 62">
            <a:extLst>
              <a:ext uri="{FF2B5EF4-FFF2-40B4-BE49-F238E27FC236}">
                <a16:creationId xmlns:a16="http://schemas.microsoft.com/office/drawing/2014/main" id="{86AD62C6-8223-0E8C-B643-540EF663B260}"/>
              </a:ext>
            </a:extLst>
          </p:cNvPr>
          <p:cNvSpPr/>
          <p:nvPr/>
        </p:nvSpPr>
        <p:spPr>
          <a:xfrm>
            <a:off x="7120000" y="3575677"/>
            <a:ext cx="2295173" cy="317793"/>
          </a:xfrm>
          <a:prstGeom prst="rect">
            <a:avLst/>
          </a:prstGeom>
          <a:solidFill>
            <a:srgbClr val="444F9C"/>
          </a:solidFill>
          <a:ln w="8827"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64" name="TextBox 63">
            <a:extLst>
              <a:ext uri="{FF2B5EF4-FFF2-40B4-BE49-F238E27FC236}">
                <a16:creationId xmlns:a16="http://schemas.microsoft.com/office/drawing/2014/main" id="{23F9D0E9-1523-47B7-1711-5005E58CB434}"/>
              </a:ext>
            </a:extLst>
          </p:cNvPr>
          <p:cNvSpPr txBox="1"/>
          <p:nvPr/>
        </p:nvSpPr>
        <p:spPr>
          <a:xfrm>
            <a:off x="7806078" y="3580578"/>
            <a:ext cx="923018" cy="27930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solidFill>
                  <a:srgbClr val="FFFFFF"/>
                </a:solidFill>
                <a:effectLst/>
                <a:uLnTx/>
                <a:uFillTx/>
                <a:latin typeface="Segoe UI"/>
                <a:ea typeface="+mn-ea"/>
                <a:cs typeface="Segoe UI"/>
                <a:sym typeface="Segoe UI"/>
                <a:rtl val="0"/>
              </a:rPr>
              <a:t>Apply Now</a:t>
            </a:r>
          </a:p>
        </p:txBody>
      </p:sp>
      <p:sp>
        <p:nvSpPr>
          <p:cNvPr id="65" name="TextBox 64">
            <a:extLst>
              <a:ext uri="{FF2B5EF4-FFF2-40B4-BE49-F238E27FC236}">
                <a16:creationId xmlns:a16="http://schemas.microsoft.com/office/drawing/2014/main" id="{20AFB96E-F383-16BE-2343-3B9C2FFD5881}"/>
              </a:ext>
            </a:extLst>
          </p:cNvPr>
          <p:cNvSpPr txBox="1"/>
          <p:nvPr/>
        </p:nvSpPr>
        <p:spPr>
          <a:xfrm>
            <a:off x="7028560" y="3899070"/>
            <a:ext cx="884647" cy="26756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25" b="1" i="0" u="none" strike="noStrike" kern="1200" cap="none" spc="0" normalizeH="0" baseline="0" noProof="0">
                <a:ln/>
                <a:solidFill>
                  <a:srgbClr val="444F9C"/>
                </a:solidFill>
                <a:effectLst/>
                <a:uLnTx/>
                <a:uFillTx/>
                <a:latin typeface="Segoe UI"/>
                <a:ea typeface="+mn-ea"/>
                <a:cs typeface="Segoe UI"/>
                <a:sym typeface="Segoe UI"/>
                <a:rtl val="0"/>
              </a:rPr>
              <a:t>Quick Facts</a:t>
            </a:r>
          </a:p>
        </p:txBody>
      </p:sp>
      <p:sp>
        <p:nvSpPr>
          <p:cNvPr id="66" name="TextBox 65">
            <a:extLst>
              <a:ext uri="{FF2B5EF4-FFF2-40B4-BE49-F238E27FC236}">
                <a16:creationId xmlns:a16="http://schemas.microsoft.com/office/drawing/2014/main" id="{2C75DF10-EADC-851C-FAEB-F2A757957BBF}"/>
              </a:ext>
            </a:extLst>
          </p:cNvPr>
          <p:cNvSpPr txBox="1"/>
          <p:nvPr/>
        </p:nvSpPr>
        <p:spPr>
          <a:xfrm>
            <a:off x="7028560" y="4085147"/>
            <a:ext cx="1487415" cy="25581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Emoji"/>
                <a:ea typeface="Segoe UI Emoji"/>
                <a:cs typeface="+mn-cs"/>
                <a:sym typeface="Segoe UI Emoji"/>
                <a:rtl val="0"/>
              </a:rPr>
              <a:t>📍</a:t>
            </a:r>
            <a:r>
              <a:rPr kumimoji="0" lang="en-US" sz="1050" b="0" i="0" u="none" strike="noStrike" kern="1200" cap="none" spc="0" normalizeH="0" baseline="0" noProof="0">
                <a:ln/>
                <a:solidFill>
                  <a:srgbClr val="3A3A3A"/>
                </a:solidFill>
                <a:effectLst/>
                <a:uLnTx/>
                <a:uFillTx/>
                <a:latin typeface="Segoe UI"/>
                <a:ea typeface="Segoe UI Emoji"/>
                <a:cs typeface="Segoe UI"/>
                <a:sym typeface="Segoe UI"/>
                <a:rtl val="0"/>
              </a:rPr>
              <a:t> Format: On-Campus</a:t>
            </a:r>
          </a:p>
        </p:txBody>
      </p:sp>
      <p:sp>
        <p:nvSpPr>
          <p:cNvPr id="67" name="TextBox 66">
            <a:extLst>
              <a:ext uri="{FF2B5EF4-FFF2-40B4-BE49-F238E27FC236}">
                <a16:creationId xmlns:a16="http://schemas.microsoft.com/office/drawing/2014/main" id="{82E952F0-3F74-BAA6-7D78-07185FCBA466}"/>
              </a:ext>
            </a:extLst>
          </p:cNvPr>
          <p:cNvSpPr txBox="1"/>
          <p:nvPr/>
        </p:nvSpPr>
        <p:spPr>
          <a:xfrm>
            <a:off x="7028560" y="4244044"/>
            <a:ext cx="1325630" cy="25581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Emoji"/>
                <a:ea typeface="Segoe UI Emoji"/>
                <a:cs typeface="+mn-cs"/>
                <a:sym typeface="Segoe UI Emoji"/>
                <a:rtl val="0"/>
              </a:rPr>
              <a:t>📅</a:t>
            </a:r>
            <a:r>
              <a:rPr kumimoji="0" lang="en-US" sz="1050" b="0" i="0" u="none" strike="noStrike" kern="1200" cap="none" spc="0" normalizeH="0" baseline="0" noProof="0">
                <a:ln/>
                <a:solidFill>
                  <a:srgbClr val="3A3A3A"/>
                </a:solidFill>
                <a:effectLst/>
                <a:uLnTx/>
                <a:uFillTx/>
                <a:latin typeface="Segoe UI"/>
                <a:ea typeface="Segoe UI Emoji"/>
                <a:cs typeface="Segoe UI"/>
                <a:sym typeface="Segoe UI"/>
                <a:rtl val="0"/>
              </a:rPr>
              <a:t> Start: Fall · Spring</a:t>
            </a:r>
          </a:p>
        </p:txBody>
      </p:sp>
      <p:sp>
        <p:nvSpPr>
          <p:cNvPr id="68" name="TextBox 67">
            <a:extLst>
              <a:ext uri="{FF2B5EF4-FFF2-40B4-BE49-F238E27FC236}">
                <a16:creationId xmlns:a16="http://schemas.microsoft.com/office/drawing/2014/main" id="{9B5B3651-6B20-75F6-0B88-7CD87B1A6CEC}"/>
              </a:ext>
            </a:extLst>
          </p:cNvPr>
          <p:cNvSpPr txBox="1"/>
          <p:nvPr/>
        </p:nvSpPr>
        <p:spPr>
          <a:xfrm>
            <a:off x="7028560" y="4402941"/>
            <a:ext cx="1901803" cy="25581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Emoji"/>
                <a:ea typeface="Segoe UI Emoji"/>
                <a:cs typeface="+mn-cs"/>
                <a:sym typeface="Segoe UI Emoji"/>
                <a:rtl val="0"/>
              </a:rPr>
              <a:t>🎓</a:t>
            </a:r>
            <a:r>
              <a:rPr kumimoji="0" lang="en-US" sz="1050" b="0" i="0" u="none" strike="noStrike" kern="1200" cap="none" spc="0" normalizeH="0" baseline="0" noProof="0">
                <a:ln/>
                <a:solidFill>
                  <a:srgbClr val="3A3A3A"/>
                </a:solidFill>
                <a:effectLst/>
                <a:uLnTx/>
                <a:uFillTx/>
                <a:latin typeface="Segoe UI"/>
                <a:ea typeface="Segoe UI Emoji"/>
                <a:cs typeface="Segoe UI"/>
                <a:sym typeface="Segoe UI"/>
                <a:rtl val="0"/>
              </a:rPr>
              <a:t> Degree: Bachelor of Science</a:t>
            </a:r>
          </a:p>
        </p:txBody>
      </p:sp>
      <p:sp>
        <p:nvSpPr>
          <p:cNvPr id="69" name="TextBox 68">
            <a:extLst>
              <a:ext uri="{FF2B5EF4-FFF2-40B4-BE49-F238E27FC236}">
                <a16:creationId xmlns:a16="http://schemas.microsoft.com/office/drawing/2014/main" id="{BE28B3DB-EA49-9044-DAE9-0F89351E32ED}"/>
              </a:ext>
            </a:extLst>
          </p:cNvPr>
          <p:cNvSpPr txBox="1"/>
          <p:nvPr/>
        </p:nvSpPr>
        <p:spPr>
          <a:xfrm>
            <a:off x="7028560" y="4561837"/>
            <a:ext cx="1248932" cy="25581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Symbol"/>
                <a:ea typeface="Segoe UI Symbol"/>
                <a:cs typeface="+mn-cs"/>
                <a:sym typeface="Segoe UI Symbol"/>
                <a:rtl val="0"/>
              </a:rPr>
              <a:t>⏱</a:t>
            </a:r>
            <a:r>
              <a:rPr kumimoji="0" lang="en-US" sz="1050" b="0" i="0" u="none" strike="noStrike" kern="1200" cap="none" spc="0" normalizeH="0" baseline="0" noProof="0">
                <a:ln/>
                <a:solidFill>
                  <a:srgbClr val="3A3A3A"/>
                </a:solidFill>
                <a:effectLst/>
                <a:uLnTx/>
                <a:uFillTx/>
                <a:latin typeface="Segoe UI"/>
                <a:ea typeface="Segoe UI Symbol"/>
                <a:cs typeface="Segoe UI"/>
                <a:sym typeface="Segoe UI"/>
                <a:rtl val="0"/>
              </a:rPr>
              <a:t> Duration: 4 years</a:t>
            </a:r>
          </a:p>
        </p:txBody>
      </p:sp>
      <p:sp>
        <p:nvSpPr>
          <p:cNvPr id="70" name="Freeform: Shape 69">
            <a:extLst>
              <a:ext uri="{FF2B5EF4-FFF2-40B4-BE49-F238E27FC236}">
                <a16:creationId xmlns:a16="http://schemas.microsoft.com/office/drawing/2014/main" id="{D6BCA4F1-F6AA-D415-EE1C-26A371E04DAD}"/>
              </a:ext>
            </a:extLst>
          </p:cNvPr>
          <p:cNvSpPr/>
          <p:nvPr/>
        </p:nvSpPr>
        <p:spPr>
          <a:xfrm>
            <a:off x="7120000" y="4864506"/>
            <a:ext cx="2295173" cy="8827"/>
          </a:xfrm>
          <a:custGeom>
            <a:avLst/>
            <a:gdLst>
              <a:gd name="csX0" fmla="*/ 0 w 2295173"/>
              <a:gd name="csY0" fmla="*/ 0 h 8827"/>
              <a:gd name="csX1" fmla="*/ 2295174 w 2295173"/>
              <a:gd name="csY1" fmla="*/ 0 h 8827"/>
            </a:gdLst>
            <a:ahLst/>
            <a:cxnLst>
              <a:cxn ang="0">
                <a:pos x="csX0" y="csY0"/>
              </a:cxn>
              <a:cxn ang="0">
                <a:pos x="csX1" y="csY1"/>
              </a:cxn>
            </a:cxnLst>
            <a:rect l="l" t="t" r="r" b="b"/>
            <a:pathLst>
              <a:path w="2295173" h="8827">
                <a:moveTo>
                  <a:pt x="0" y="0"/>
                </a:moveTo>
                <a:lnTo>
                  <a:pt x="2295174" y="0"/>
                </a:lnTo>
              </a:path>
            </a:pathLst>
          </a:custGeom>
          <a:ln w="8827" cap="flat">
            <a:solidFill>
              <a:srgbClr val="CECDED"/>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71" name="TextBox 70">
            <a:extLst>
              <a:ext uri="{FF2B5EF4-FFF2-40B4-BE49-F238E27FC236}">
                <a16:creationId xmlns:a16="http://schemas.microsoft.com/office/drawing/2014/main" id="{68385580-5DDE-886B-9B80-9A35707F2988}"/>
              </a:ext>
            </a:extLst>
          </p:cNvPr>
          <p:cNvSpPr txBox="1"/>
          <p:nvPr/>
        </p:nvSpPr>
        <p:spPr>
          <a:xfrm>
            <a:off x="7028560" y="4834794"/>
            <a:ext cx="664431" cy="26756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25" b="1" i="0" u="none" strike="noStrike" kern="1200" cap="none" spc="0" normalizeH="0" baseline="0" noProof="0">
                <a:ln/>
                <a:solidFill>
                  <a:srgbClr val="444F9C"/>
                </a:solidFill>
                <a:effectLst/>
                <a:uLnTx/>
                <a:uFillTx/>
                <a:latin typeface="Segoe UI"/>
                <a:ea typeface="+mn-ea"/>
                <a:cs typeface="Segoe UI"/>
                <a:sym typeface="Segoe UI"/>
                <a:rtl val="0"/>
              </a:rPr>
              <a:t>Contact</a:t>
            </a:r>
          </a:p>
        </p:txBody>
      </p:sp>
      <p:sp>
        <p:nvSpPr>
          <p:cNvPr id="72" name="TextBox 71">
            <a:extLst>
              <a:ext uri="{FF2B5EF4-FFF2-40B4-BE49-F238E27FC236}">
                <a16:creationId xmlns:a16="http://schemas.microsoft.com/office/drawing/2014/main" id="{A813CC3D-F9E0-5DE5-F89B-7ACB0F500863}"/>
              </a:ext>
            </a:extLst>
          </p:cNvPr>
          <p:cNvSpPr txBox="1"/>
          <p:nvPr/>
        </p:nvSpPr>
        <p:spPr>
          <a:xfrm>
            <a:off x="7028560" y="5003217"/>
            <a:ext cx="1357009" cy="25581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2D5EBF"/>
                </a:solidFill>
                <a:effectLst/>
                <a:uLnTx/>
                <a:uFillTx/>
                <a:latin typeface="Segoe UI"/>
                <a:ea typeface="+mn-ea"/>
                <a:cs typeface="Segoe UI"/>
                <a:sym typeface="Segoe UI"/>
                <a:rtl val="0"/>
              </a:rPr>
              <a:t>computing@etsu.edu</a:t>
            </a:r>
          </a:p>
        </p:txBody>
      </p:sp>
      <p:sp>
        <p:nvSpPr>
          <p:cNvPr id="73" name="TextBox 72">
            <a:extLst>
              <a:ext uri="{FF2B5EF4-FFF2-40B4-BE49-F238E27FC236}">
                <a16:creationId xmlns:a16="http://schemas.microsoft.com/office/drawing/2014/main" id="{0E4574C0-5609-DFAD-BA15-9962D9931DC2}"/>
              </a:ext>
            </a:extLst>
          </p:cNvPr>
          <p:cNvSpPr txBox="1"/>
          <p:nvPr/>
        </p:nvSpPr>
        <p:spPr>
          <a:xfrm>
            <a:off x="7028560" y="5153286"/>
            <a:ext cx="1210492" cy="25581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Emoji"/>
                <a:ea typeface="Segoe UI Emoji"/>
                <a:cs typeface="+mn-cs"/>
                <a:sym typeface="Segoe UI Emoji"/>
                <a:rtl val="0"/>
              </a:rPr>
              <a:t>📞</a:t>
            </a:r>
            <a:r>
              <a:rPr kumimoji="0" lang="en-US" sz="1050" b="0" i="0" u="none" strike="noStrike" kern="1200" cap="none" spc="0" normalizeH="0" baseline="0" noProof="0">
                <a:ln/>
                <a:solidFill>
                  <a:srgbClr val="3A3A3A"/>
                </a:solidFill>
                <a:effectLst/>
                <a:uLnTx/>
                <a:uFillTx/>
                <a:latin typeface="Segoe UI"/>
                <a:ea typeface="Segoe UI Emoji"/>
                <a:cs typeface="Segoe UI"/>
                <a:sym typeface="Segoe UI"/>
                <a:rtl val="0"/>
              </a:rPr>
              <a:t> (423) 439-5331</a:t>
            </a:r>
          </a:p>
        </p:txBody>
      </p:sp>
      <p:sp>
        <p:nvSpPr>
          <p:cNvPr id="74" name="Freeform: Shape 73">
            <a:extLst>
              <a:ext uri="{FF2B5EF4-FFF2-40B4-BE49-F238E27FC236}">
                <a16:creationId xmlns:a16="http://schemas.microsoft.com/office/drawing/2014/main" id="{D0F551C0-3C63-EB08-73A1-C8CD4E4EDF11}"/>
              </a:ext>
            </a:extLst>
          </p:cNvPr>
          <p:cNvSpPr/>
          <p:nvPr/>
        </p:nvSpPr>
        <p:spPr>
          <a:xfrm>
            <a:off x="2635585" y="5553058"/>
            <a:ext cx="6920830" cy="8827"/>
          </a:xfrm>
          <a:custGeom>
            <a:avLst/>
            <a:gdLst>
              <a:gd name="csX0" fmla="*/ 0 w 6920830"/>
              <a:gd name="csY0" fmla="*/ 0 h 8827"/>
              <a:gd name="csX1" fmla="*/ 6920831 w 6920830"/>
              <a:gd name="csY1" fmla="*/ 0 h 8827"/>
            </a:gdLst>
            <a:ahLst/>
            <a:cxnLst>
              <a:cxn ang="0">
                <a:pos x="csX0" y="csY0"/>
              </a:cxn>
              <a:cxn ang="0">
                <a:pos x="csX1" y="csY1"/>
              </a:cxn>
            </a:cxnLst>
            <a:rect l="l" t="t" r="r" b="b"/>
            <a:pathLst>
              <a:path w="6920830" h="8827">
                <a:moveTo>
                  <a:pt x="0" y="0"/>
                </a:moveTo>
                <a:lnTo>
                  <a:pt x="6920831" y="0"/>
                </a:lnTo>
              </a:path>
            </a:pathLst>
          </a:custGeom>
          <a:ln w="13240" cap="flat">
            <a:solidFill>
              <a:srgbClr val="EDEEF5"/>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75" name="TextBox 74">
            <a:extLst>
              <a:ext uri="{FF2B5EF4-FFF2-40B4-BE49-F238E27FC236}">
                <a16:creationId xmlns:a16="http://schemas.microsoft.com/office/drawing/2014/main" id="{88683F08-1363-56DA-CAFE-72232B1178C0}"/>
              </a:ext>
            </a:extLst>
          </p:cNvPr>
          <p:cNvSpPr txBox="1"/>
          <p:nvPr/>
        </p:nvSpPr>
        <p:spPr>
          <a:xfrm>
            <a:off x="2544145" y="5541001"/>
            <a:ext cx="606953" cy="26756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25" b="1" i="0" u="none" strike="noStrike" kern="1200" cap="none" spc="0" normalizeH="0" baseline="0" noProof="0">
                <a:ln/>
                <a:solidFill>
                  <a:srgbClr val="3A3A3A"/>
                </a:solidFill>
                <a:effectLst/>
                <a:uLnTx/>
                <a:uFillTx/>
                <a:latin typeface="Segoe UI"/>
                <a:ea typeface="+mn-ea"/>
                <a:cs typeface="Segoe UI"/>
                <a:sym typeface="Segoe UI"/>
                <a:rtl val="0"/>
              </a:rPr>
              <a:t>Topics:</a:t>
            </a:r>
          </a:p>
        </p:txBody>
      </p:sp>
      <p:sp>
        <p:nvSpPr>
          <p:cNvPr id="76" name="Rectangle 75">
            <a:extLst>
              <a:ext uri="{FF2B5EF4-FFF2-40B4-BE49-F238E27FC236}">
                <a16:creationId xmlns:a16="http://schemas.microsoft.com/office/drawing/2014/main" id="{D61C0351-3B93-FC67-ECA7-4F85F6201E3A}"/>
              </a:ext>
            </a:extLst>
          </p:cNvPr>
          <p:cNvSpPr/>
          <p:nvPr/>
        </p:nvSpPr>
        <p:spPr>
          <a:xfrm>
            <a:off x="3165240" y="5606023"/>
            <a:ext cx="1059310" cy="211862"/>
          </a:xfrm>
          <a:prstGeom prst="rect">
            <a:avLst/>
          </a:prstGeom>
          <a:solidFill>
            <a:srgbClr val="444F9C"/>
          </a:solidFill>
          <a:ln w="8827"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77" name="TextBox 76">
            <a:extLst>
              <a:ext uri="{FF2B5EF4-FFF2-40B4-BE49-F238E27FC236}">
                <a16:creationId xmlns:a16="http://schemas.microsoft.com/office/drawing/2014/main" id="{9E9C1353-1BDE-359C-AE76-8C1A85961889}"/>
              </a:ext>
            </a:extLst>
          </p:cNvPr>
          <p:cNvSpPr txBox="1"/>
          <p:nvPr/>
        </p:nvSpPr>
        <p:spPr>
          <a:xfrm>
            <a:off x="3108326" y="5568182"/>
            <a:ext cx="1173139" cy="25581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FFFFFF"/>
                </a:solidFill>
                <a:effectLst/>
                <a:uLnTx/>
                <a:uFillTx/>
                <a:latin typeface="Segoe UI"/>
                <a:ea typeface="+mn-ea"/>
                <a:cs typeface="Segoe UI"/>
                <a:sym typeface="Segoe UI"/>
                <a:rtl val="0"/>
              </a:rPr>
              <a:t>Computer Science</a:t>
            </a:r>
          </a:p>
        </p:txBody>
      </p:sp>
      <p:sp>
        <p:nvSpPr>
          <p:cNvPr id="78" name="Rectangle 77">
            <a:extLst>
              <a:ext uri="{FF2B5EF4-FFF2-40B4-BE49-F238E27FC236}">
                <a16:creationId xmlns:a16="http://schemas.microsoft.com/office/drawing/2014/main" id="{2FB4E549-F622-0883-87F4-A847056260DA}"/>
              </a:ext>
            </a:extLst>
          </p:cNvPr>
          <p:cNvSpPr/>
          <p:nvPr/>
        </p:nvSpPr>
        <p:spPr>
          <a:xfrm>
            <a:off x="4312827" y="5606023"/>
            <a:ext cx="794483" cy="211862"/>
          </a:xfrm>
          <a:prstGeom prst="rect">
            <a:avLst/>
          </a:prstGeom>
          <a:solidFill>
            <a:srgbClr val="EDEEF5"/>
          </a:solidFill>
          <a:ln w="8827" cap="flat">
            <a:solidFill>
              <a:srgbClr val="CECDED"/>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79" name="TextBox 78">
            <a:extLst>
              <a:ext uri="{FF2B5EF4-FFF2-40B4-BE49-F238E27FC236}">
                <a16:creationId xmlns:a16="http://schemas.microsoft.com/office/drawing/2014/main" id="{F56441F3-E8DA-2CE9-344D-411D90D178BD}"/>
              </a:ext>
            </a:extLst>
          </p:cNvPr>
          <p:cNvSpPr txBox="1"/>
          <p:nvPr/>
        </p:nvSpPr>
        <p:spPr>
          <a:xfrm>
            <a:off x="4466680" y="5568182"/>
            <a:ext cx="486776" cy="25581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STEM</a:t>
            </a:r>
          </a:p>
        </p:txBody>
      </p:sp>
      <p:sp>
        <p:nvSpPr>
          <p:cNvPr id="80" name="Rectangle 79">
            <a:extLst>
              <a:ext uri="{FF2B5EF4-FFF2-40B4-BE49-F238E27FC236}">
                <a16:creationId xmlns:a16="http://schemas.microsoft.com/office/drawing/2014/main" id="{185A5791-5C5C-D308-5617-E9FA4D0B469D}"/>
              </a:ext>
            </a:extLst>
          </p:cNvPr>
          <p:cNvSpPr/>
          <p:nvPr/>
        </p:nvSpPr>
        <p:spPr>
          <a:xfrm>
            <a:off x="5195586" y="5606023"/>
            <a:ext cx="1059310" cy="211862"/>
          </a:xfrm>
          <a:prstGeom prst="rect">
            <a:avLst/>
          </a:prstGeom>
          <a:solidFill>
            <a:srgbClr val="EDEEF5"/>
          </a:solidFill>
          <a:ln w="8827" cap="flat">
            <a:solidFill>
              <a:srgbClr val="CECDED"/>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81" name="TextBox 80">
            <a:extLst>
              <a:ext uri="{FF2B5EF4-FFF2-40B4-BE49-F238E27FC236}">
                <a16:creationId xmlns:a16="http://schemas.microsoft.com/office/drawing/2014/main" id="{6318F8B1-E121-A535-1F4C-51CBCA5C9FD8}"/>
              </a:ext>
            </a:extLst>
          </p:cNvPr>
          <p:cNvSpPr txBox="1"/>
          <p:nvPr/>
        </p:nvSpPr>
        <p:spPr>
          <a:xfrm>
            <a:off x="5220831" y="5568182"/>
            <a:ext cx="1008820" cy="25581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Undergraduate</a:t>
            </a:r>
          </a:p>
        </p:txBody>
      </p:sp>
      <p:sp>
        <p:nvSpPr>
          <p:cNvPr id="82" name="Rectangle 81">
            <a:extLst>
              <a:ext uri="{FF2B5EF4-FFF2-40B4-BE49-F238E27FC236}">
                <a16:creationId xmlns:a16="http://schemas.microsoft.com/office/drawing/2014/main" id="{84126806-2B01-E6E5-D730-EBBBC87C98F6}"/>
              </a:ext>
            </a:extLst>
          </p:cNvPr>
          <p:cNvSpPr/>
          <p:nvPr/>
        </p:nvSpPr>
        <p:spPr>
          <a:xfrm>
            <a:off x="6343173" y="5606023"/>
            <a:ext cx="926896" cy="211862"/>
          </a:xfrm>
          <a:prstGeom prst="rect">
            <a:avLst/>
          </a:prstGeom>
          <a:solidFill>
            <a:srgbClr val="EDEEF5"/>
          </a:solidFill>
          <a:ln w="8827" cap="flat">
            <a:solidFill>
              <a:srgbClr val="CECDED"/>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83" name="TextBox 82">
            <a:extLst>
              <a:ext uri="{FF2B5EF4-FFF2-40B4-BE49-F238E27FC236}">
                <a16:creationId xmlns:a16="http://schemas.microsoft.com/office/drawing/2014/main" id="{229C5F9C-A8AC-4454-BC3C-AC36F3A13381}"/>
              </a:ext>
            </a:extLst>
          </p:cNvPr>
          <p:cNvSpPr txBox="1"/>
          <p:nvPr/>
        </p:nvSpPr>
        <p:spPr>
          <a:xfrm>
            <a:off x="6399961" y="5568182"/>
            <a:ext cx="804492" cy="25581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Technology</a:t>
            </a:r>
          </a:p>
        </p:txBody>
      </p:sp>
      <p:sp>
        <p:nvSpPr>
          <p:cNvPr id="84" name="Rectangle 83">
            <a:extLst>
              <a:ext uri="{FF2B5EF4-FFF2-40B4-BE49-F238E27FC236}">
                <a16:creationId xmlns:a16="http://schemas.microsoft.com/office/drawing/2014/main" id="{5316D97D-C39A-21F8-8A91-77C6C16835D2}"/>
              </a:ext>
            </a:extLst>
          </p:cNvPr>
          <p:cNvSpPr/>
          <p:nvPr/>
        </p:nvSpPr>
        <p:spPr>
          <a:xfrm>
            <a:off x="7358345" y="5606023"/>
            <a:ext cx="776827" cy="211862"/>
          </a:xfrm>
          <a:prstGeom prst="rect">
            <a:avLst/>
          </a:prstGeom>
          <a:solidFill>
            <a:srgbClr val="EDEEF5"/>
          </a:solidFill>
          <a:ln w="8827" cap="flat">
            <a:solidFill>
              <a:srgbClr val="CECDED"/>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85" name="TextBox 84">
            <a:extLst>
              <a:ext uri="{FF2B5EF4-FFF2-40B4-BE49-F238E27FC236}">
                <a16:creationId xmlns:a16="http://schemas.microsoft.com/office/drawing/2014/main" id="{E096A29B-D55B-CBE5-99BF-54C7BA336137}"/>
              </a:ext>
            </a:extLst>
          </p:cNvPr>
          <p:cNvSpPr txBox="1"/>
          <p:nvPr/>
        </p:nvSpPr>
        <p:spPr>
          <a:xfrm>
            <a:off x="7430957" y="5568182"/>
            <a:ext cx="631604" cy="25581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A3A3A"/>
                </a:solidFill>
                <a:effectLst/>
                <a:uLnTx/>
                <a:uFillTx/>
                <a:latin typeface="Segoe UI"/>
                <a:ea typeface="+mn-ea"/>
                <a:cs typeface="Segoe UI"/>
                <a:sym typeface="Segoe UI"/>
                <a:rtl val="0"/>
              </a:rPr>
              <a:t>Degrees</a:t>
            </a:r>
          </a:p>
        </p:txBody>
      </p:sp>
      <p:sp>
        <p:nvSpPr>
          <p:cNvPr id="86" name="Rectangle 85">
            <a:extLst>
              <a:ext uri="{FF2B5EF4-FFF2-40B4-BE49-F238E27FC236}">
                <a16:creationId xmlns:a16="http://schemas.microsoft.com/office/drawing/2014/main" id="{18C79320-6B68-739B-A2E8-C284B5203448}"/>
              </a:ext>
            </a:extLst>
          </p:cNvPr>
          <p:cNvSpPr/>
          <p:nvPr/>
        </p:nvSpPr>
        <p:spPr>
          <a:xfrm>
            <a:off x="2459033" y="5923816"/>
            <a:ext cx="7273934" cy="441379"/>
          </a:xfrm>
          <a:prstGeom prst="rect">
            <a:avLst/>
          </a:prstGeom>
          <a:solidFill>
            <a:srgbClr val="F0F1F7"/>
          </a:solidFill>
          <a:ln w="8827" cap="flat">
            <a:solidFill>
              <a:srgbClr val="CECDED"/>
            </a:solid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87" name="TextBox 86">
            <a:extLst>
              <a:ext uri="{FF2B5EF4-FFF2-40B4-BE49-F238E27FC236}">
                <a16:creationId xmlns:a16="http://schemas.microsoft.com/office/drawing/2014/main" id="{09B97C25-5A93-9EAA-ABA3-53329E6E7BFB}"/>
              </a:ext>
            </a:extLst>
          </p:cNvPr>
          <p:cNvSpPr txBox="1"/>
          <p:nvPr/>
        </p:nvSpPr>
        <p:spPr>
          <a:xfrm>
            <a:off x="2544145" y="5911760"/>
            <a:ext cx="687061" cy="26756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25" b="1" i="0" u="none" strike="noStrike" kern="1200" cap="none" spc="0" normalizeH="0" baseline="0" noProof="0">
                <a:ln/>
                <a:solidFill>
                  <a:srgbClr val="3A3A3A"/>
                </a:solidFill>
                <a:effectLst/>
                <a:uLnTx/>
                <a:uFillTx/>
                <a:latin typeface="Segoe UI"/>
                <a:ea typeface="+mn-ea"/>
                <a:cs typeface="Segoe UI"/>
                <a:sym typeface="Segoe UI"/>
                <a:rtl val="0"/>
              </a:rPr>
              <a:t>Related:</a:t>
            </a:r>
          </a:p>
        </p:txBody>
      </p:sp>
      <p:sp>
        <p:nvSpPr>
          <p:cNvPr id="88" name="TextBox 87">
            <a:extLst>
              <a:ext uri="{FF2B5EF4-FFF2-40B4-BE49-F238E27FC236}">
                <a16:creationId xmlns:a16="http://schemas.microsoft.com/office/drawing/2014/main" id="{2C3FC9C3-72A9-56B8-9645-A2747FC8AACB}"/>
              </a:ext>
            </a:extLst>
          </p:cNvPr>
          <p:cNvSpPr txBox="1"/>
          <p:nvPr/>
        </p:nvSpPr>
        <p:spPr>
          <a:xfrm>
            <a:off x="3215042" y="5921286"/>
            <a:ext cx="1014914" cy="25581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2D5EBF"/>
                </a:solidFill>
                <a:effectLst/>
                <a:uLnTx/>
                <a:uFillTx/>
                <a:latin typeface="Segoe UI"/>
                <a:ea typeface="+mn-ea"/>
                <a:cs typeface="Segoe UI"/>
                <a:sym typeface="Segoe UI"/>
                <a:rtl val="0"/>
              </a:rPr>
              <a:t>Course Catalog</a:t>
            </a:r>
          </a:p>
        </p:txBody>
      </p:sp>
      <p:sp>
        <p:nvSpPr>
          <p:cNvPr id="89" name="TextBox 88">
            <a:extLst>
              <a:ext uri="{FF2B5EF4-FFF2-40B4-BE49-F238E27FC236}">
                <a16:creationId xmlns:a16="http://schemas.microsoft.com/office/drawing/2014/main" id="{A12C2300-A674-6FF2-B120-C0A8797CE2EF}"/>
              </a:ext>
            </a:extLst>
          </p:cNvPr>
          <p:cNvSpPr txBox="1"/>
          <p:nvPr/>
        </p:nvSpPr>
        <p:spPr>
          <a:xfrm>
            <a:off x="4150766" y="5921286"/>
            <a:ext cx="209673" cy="25581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E5760"/>
                </a:solidFill>
                <a:effectLst/>
                <a:uLnTx/>
                <a:uFillTx/>
                <a:latin typeface="Segoe UI"/>
                <a:ea typeface="+mn-ea"/>
                <a:cs typeface="Segoe UI"/>
                <a:sym typeface="Segoe UI"/>
                <a:rtl val="0"/>
              </a:rPr>
              <a:t>·</a:t>
            </a:r>
          </a:p>
        </p:txBody>
      </p:sp>
      <p:sp>
        <p:nvSpPr>
          <p:cNvPr id="90" name="TextBox 89">
            <a:extLst>
              <a:ext uri="{FF2B5EF4-FFF2-40B4-BE49-F238E27FC236}">
                <a16:creationId xmlns:a16="http://schemas.microsoft.com/office/drawing/2014/main" id="{AABEB33E-AEDF-3A54-5055-1A74C9E9DC88}"/>
              </a:ext>
            </a:extLst>
          </p:cNvPr>
          <p:cNvSpPr txBox="1"/>
          <p:nvPr/>
        </p:nvSpPr>
        <p:spPr>
          <a:xfrm>
            <a:off x="4274352" y="5921286"/>
            <a:ext cx="1092699" cy="25581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2D5EBF"/>
                </a:solidFill>
                <a:effectLst/>
                <a:uLnTx/>
                <a:uFillTx/>
                <a:latin typeface="Segoe UI"/>
                <a:ea typeface="+mn-ea"/>
                <a:cs typeface="Segoe UI"/>
                <a:sym typeface="Segoe UI"/>
                <a:rtl val="0"/>
              </a:rPr>
              <a:t>Faculty Directory</a:t>
            </a:r>
          </a:p>
        </p:txBody>
      </p:sp>
      <p:sp>
        <p:nvSpPr>
          <p:cNvPr id="91" name="TextBox 90">
            <a:extLst>
              <a:ext uri="{FF2B5EF4-FFF2-40B4-BE49-F238E27FC236}">
                <a16:creationId xmlns:a16="http://schemas.microsoft.com/office/drawing/2014/main" id="{0C68CCA1-FFA3-3669-A224-7E5B8EFB251A}"/>
              </a:ext>
            </a:extLst>
          </p:cNvPr>
          <p:cNvSpPr txBox="1"/>
          <p:nvPr/>
        </p:nvSpPr>
        <p:spPr>
          <a:xfrm>
            <a:off x="5298353" y="5921286"/>
            <a:ext cx="209673" cy="25581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E5760"/>
                </a:solidFill>
                <a:effectLst/>
                <a:uLnTx/>
                <a:uFillTx/>
                <a:latin typeface="Segoe UI"/>
                <a:ea typeface="+mn-ea"/>
                <a:cs typeface="Segoe UI"/>
                <a:sym typeface="Segoe UI"/>
                <a:rtl val="0"/>
              </a:rPr>
              <a:t>·</a:t>
            </a:r>
          </a:p>
        </p:txBody>
      </p:sp>
      <p:sp>
        <p:nvSpPr>
          <p:cNvPr id="92" name="TextBox 91">
            <a:extLst>
              <a:ext uri="{FF2B5EF4-FFF2-40B4-BE49-F238E27FC236}">
                <a16:creationId xmlns:a16="http://schemas.microsoft.com/office/drawing/2014/main" id="{2445E4BA-EBF4-B284-AADC-A173DBB0E165}"/>
              </a:ext>
            </a:extLst>
          </p:cNvPr>
          <p:cNvSpPr txBox="1"/>
          <p:nvPr/>
        </p:nvSpPr>
        <p:spPr>
          <a:xfrm>
            <a:off x="5421939" y="5921286"/>
            <a:ext cx="1241570" cy="25581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2D5EBF"/>
                </a:solidFill>
                <a:effectLst/>
                <a:uLnTx/>
                <a:uFillTx/>
                <a:latin typeface="Segoe UI"/>
                <a:ea typeface="+mn-ea"/>
                <a:cs typeface="Segoe UI"/>
                <a:sym typeface="Segoe UI"/>
                <a:rtl val="0"/>
              </a:rPr>
              <a:t>Graduate Programs</a:t>
            </a:r>
          </a:p>
        </p:txBody>
      </p:sp>
      <p:sp>
        <p:nvSpPr>
          <p:cNvPr id="93" name="TextBox 92">
            <a:extLst>
              <a:ext uri="{FF2B5EF4-FFF2-40B4-BE49-F238E27FC236}">
                <a16:creationId xmlns:a16="http://schemas.microsoft.com/office/drawing/2014/main" id="{C03F3A5B-A4F0-B061-0CE4-F27A122C0ECA}"/>
              </a:ext>
            </a:extLst>
          </p:cNvPr>
          <p:cNvSpPr txBox="1"/>
          <p:nvPr/>
        </p:nvSpPr>
        <p:spPr>
          <a:xfrm>
            <a:off x="6534215" y="5921286"/>
            <a:ext cx="209673" cy="25581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E5760"/>
                </a:solidFill>
                <a:effectLst/>
                <a:uLnTx/>
                <a:uFillTx/>
                <a:latin typeface="Segoe UI"/>
                <a:ea typeface="+mn-ea"/>
                <a:cs typeface="Segoe UI"/>
                <a:sym typeface="Segoe UI"/>
                <a:rtl val="0"/>
              </a:rPr>
              <a:t>·</a:t>
            </a:r>
          </a:p>
        </p:txBody>
      </p:sp>
      <p:sp>
        <p:nvSpPr>
          <p:cNvPr id="94" name="TextBox 93">
            <a:extLst>
              <a:ext uri="{FF2B5EF4-FFF2-40B4-BE49-F238E27FC236}">
                <a16:creationId xmlns:a16="http://schemas.microsoft.com/office/drawing/2014/main" id="{E70C0CF8-756E-56D8-7D15-A91623A13DC0}"/>
              </a:ext>
            </a:extLst>
          </p:cNvPr>
          <p:cNvSpPr txBox="1"/>
          <p:nvPr/>
        </p:nvSpPr>
        <p:spPr>
          <a:xfrm>
            <a:off x="6657802" y="5921286"/>
            <a:ext cx="947751" cy="25581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2D5EBF"/>
                </a:solidFill>
                <a:effectLst/>
                <a:uLnTx/>
                <a:uFillTx/>
                <a:latin typeface="Segoe UI"/>
                <a:ea typeface="+mn-ea"/>
                <a:cs typeface="Segoe UI"/>
                <a:sym typeface="Segoe UI"/>
                <a:rtl val="0"/>
              </a:rPr>
              <a:t>Research Labs</a:t>
            </a:r>
          </a:p>
        </p:txBody>
      </p:sp>
      <p:sp>
        <p:nvSpPr>
          <p:cNvPr id="95" name="TextBox 94">
            <a:extLst>
              <a:ext uri="{FF2B5EF4-FFF2-40B4-BE49-F238E27FC236}">
                <a16:creationId xmlns:a16="http://schemas.microsoft.com/office/drawing/2014/main" id="{D675A915-6033-BD9A-DACB-59C24852F4BF}"/>
              </a:ext>
            </a:extLst>
          </p:cNvPr>
          <p:cNvSpPr txBox="1"/>
          <p:nvPr/>
        </p:nvSpPr>
        <p:spPr>
          <a:xfrm>
            <a:off x="7575871" y="5921286"/>
            <a:ext cx="209673" cy="25581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3E5760"/>
                </a:solidFill>
                <a:effectLst/>
                <a:uLnTx/>
                <a:uFillTx/>
                <a:latin typeface="Segoe UI"/>
                <a:ea typeface="+mn-ea"/>
                <a:cs typeface="Segoe UI"/>
                <a:sym typeface="Segoe UI"/>
                <a:rtl val="0"/>
              </a:rPr>
              <a:t>·</a:t>
            </a:r>
          </a:p>
        </p:txBody>
      </p:sp>
      <p:sp>
        <p:nvSpPr>
          <p:cNvPr id="96" name="TextBox 95">
            <a:extLst>
              <a:ext uri="{FF2B5EF4-FFF2-40B4-BE49-F238E27FC236}">
                <a16:creationId xmlns:a16="http://schemas.microsoft.com/office/drawing/2014/main" id="{A0697D8C-282A-591E-F1C2-FC5F6B37AC90}"/>
              </a:ext>
            </a:extLst>
          </p:cNvPr>
          <p:cNvSpPr txBox="1"/>
          <p:nvPr/>
        </p:nvSpPr>
        <p:spPr>
          <a:xfrm>
            <a:off x="7699457" y="5921286"/>
            <a:ext cx="1186294" cy="25581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a:ln/>
                <a:solidFill>
                  <a:srgbClr val="2D5EBF"/>
                </a:solidFill>
                <a:effectLst/>
                <a:uLnTx/>
                <a:uFillTx/>
                <a:latin typeface="Segoe UI"/>
                <a:ea typeface="+mn-ea"/>
                <a:cs typeface="Segoe UI"/>
                <a:sym typeface="Segoe UI"/>
                <a:rtl val="0"/>
              </a:rPr>
              <a:t>Student Resources</a:t>
            </a:r>
          </a:p>
        </p:txBody>
      </p:sp>
      <p:sp>
        <p:nvSpPr>
          <p:cNvPr id="97" name="TextBox 96">
            <a:extLst>
              <a:ext uri="{FF2B5EF4-FFF2-40B4-BE49-F238E27FC236}">
                <a16:creationId xmlns:a16="http://schemas.microsoft.com/office/drawing/2014/main" id="{DB8D652F-245A-A4EB-7261-05AB7937F2DA}"/>
              </a:ext>
            </a:extLst>
          </p:cNvPr>
          <p:cNvSpPr txBox="1"/>
          <p:nvPr/>
        </p:nvSpPr>
        <p:spPr>
          <a:xfrm>
            <a:off x="2544145" y="6107364"/>
            <a:ext cx="4054304" cy="244078"/>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75" b="0" i="0" u="none" strike="noStrike" kern="1200" cap="none" spc="0" normalizeH="0" baseline="0" noProof="0">
                <a:ln/>
                <a:solidFill>
                  <a:srgbClr val="3E5760"/>
                </a:solidFill>
                <a:effectLst/>
                <a:uLnTx/>
                <a:uFillTx/>
                <a:latin typeface="Segoe UI"/>
                <a:ea typeface="+mn-ea"/>
                <a:cs typeface="Segoe UI"/>
                <a:sym typeface="Segoe UI"/>
                <a:rtl val="0"/>
              </a:rPr>
              <a:t>Also in: B.S. Cybersecurity · B.S. Information Systems · M.S. Computer Science</a:t>
            </a:r>
          </a:p>
        </p:txBody>
      </p:sp>
      <p:sp>
        <p:nvSpPr>
          <p:cNvPr id="98" name="Rectangle 97">
            <a:extLst>
              <a:ext uri="{FF2B5EF4-FFF2-40B4-BE49-F238E27FC236}">
                <a16:creationId xmlns:a16="http://schemas.microsoft.com/office/drawing/2014/main" id="{F5341A70-F640-F7FA-682D-D0F71FDAD924}"/>
              </a:ext>
            </a:extLst>
          </p:cNvPr>
          <p:cNvSpPr/>
          <p:nvPr/>
        </p:nvSpPr>
        <p:spPr>
          <a:xfrm>
            <a:off x="1495425" y="1570150"/>
            <a:ext cx="45719" cy="425389"/>
          </a:xfrm>
          <a:prstGeom prst="rect">
            <a:avLst/>
          </a:prstGeom>
          <a:solidFill>
            <a:srgbClr val="C23592"/>
          </a:solidFill>
          <a:ln w="8827"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99" name="Freeform: Shape 98">
            <a:extLst>
              <a:ext uri="{FF2B5EF4-FFF2-40B4-BE49-F238E27FC236}">
                <a16:creationId xmlns:a16="http://schemas.microsoft.com/office/drawing/2014/main" id="{59880246-98F7-1A34-57BB-7F0D7CCED2C8}"/>
              </a:ext>
            </a:extLst>
          </p:cNvPr>
          <p:cNvSpPr/>
          <p:nvPr/>
        </p:nvSpPr>
        <p:spPr>
          <a:xfrm>
            <a:off x="2282482" y="1969535"/>
            <a:ext cx="247172" cy="723862"/>
          </a:xfrm>
          <a:custGeom>
            <a:avLst/>
            <a:gdLst>
              <a:gd name="csX0" fmla="*/ 0 w 247172"/>
              <a:gd name="csY0" fmla="*/ 0 h 723862"/>
              <a:gd name="csX1" fmla="*/ 247173 w 247172"/>
              <a:gd name="csY1" fmla="*/ 723862 h 723862"/>
            </a:gdLst>
            <a:ahLst/>
            <a:cxnLst>
              <a:cxn ang="0">
                <a:pos x="csX0" y="csY0"/>
              </a:cxn>
              <a:cxn ang="0">
                <a:pos x="csX1" y="csY1"/>
              </a:cxn>
            </a:cxnLst>
            <a:rect l="l" t="t" r="r" b="b"/>
            <a:pathLst>
              <a:path w="247172" h="723862">
                <a:moveTo>
                  <a:pt x="0" y="0"/>
                </a:moveTo>
                <a:lnTo>
                  <a:pt x="247173" y="723862"/>
                </a:lnTo>
              </a:path>
            </a:pathLst>
          </a:custGeom>
          <a:ln w="35306" cap="flat">
            <a:solidFill>
              <a:srgbClr val="C23592"/>
            </a:solidFill>
            <a:custDash>
              <a:ds d="300000" sp="150000"/>
            </a:custDash>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00" name="TextBox 99">
            <a:extLst>
              <a:ext uri="{FF2B5EF4-FFF2-40B4-BE49-F238E27FC236}">
                <a16:creationId xmlns:a16="http://schemas.microsoft.com/office/drawing/2014/main" id="{C21B08C1-6A7D-C9A4-5C98-403DE4EA007F}"/>
              </a:ext>
            </a:extLst>
          </p:cNvPr>
          <p:cNvSpPr txBox="1"/>
          <p:nvPr/>
        </p:nvSpPr>
        <p:spPr>
          <a:xfrm>
            <a:off x="1593929" y="1494094"/>
            <a:ext cx="1677242" cy="323165"/>
          </a:xfrm>
          <a:prstGeom prst="rect">
            <a:avLst/>
          </a:prstGeom>
          <a:solidFill>
            <a:schemeClr val="bg1"/>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solidFill>
                  <a:srgbClr val="C23592"/>
                </a:solidFill>
                <a:effectLst/>
                <a:uLnTx/>
                <a:uFillTx/>
                <a:latin typeface="Segoe UI"/>
                <a:ea typeface="+mn-ea"/>
                <a:cs typeface="Segoe UI"/>
                <a:sym typeface="Segoe UI"/>
                <a:rtl val="0"/>
              </a:rPr>
              <a:t>(1) Where am I?</a:t>
            </a:r>
          </a:p>
        </p:txBody>
      </p:sp>
      <p:sp>
        <p:nvSpPr>
          <p:cNvPr id="101" name="TextBox 100">
            <a:extLst>
              <a:ext uri="{FF2B5EF4-FFF2-40B4-BE49-F238E27FC236}">
                <a16:creationId xmlns:a16="http://schemas.microsoft.com/office/drawing/2014/main" id="{00E6E349-78AD-73A5-47A3-68F11B4693FC}"/>
              </a:ext>
            </a:extLst>
          </p:cNvPr>
          <p:cNvSpPr txBox="1"/>
          <p:nvPr/>
        </p:nvSpPr>
        <p:spPr>
          <a:xfrm>
            <a:off x="1636353" y="1788362"/>
            <a:ext cx="1471973" cy="276999"/>
          </a:xfrm>
          <a:prstGeom prst="rect">
            <a:avLst/>
          </a:prstGeom>
          <a:solidFill>
            <a:schemeClr val="bg1"/>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solidFill>
                  <a:srgbClr val="C23592"/>
                </a:solidFill>
                <a:effectLst/>
                <a:uLnTx/>
                <a:uFillTx/>
                <a:latin typeface="Segoe UI"/>
                <a:ea typeface="+mn-ea"/>
                <a:cs typeface="Segoe UI"/>
                <a:sym typeface="Segoe UI"/>
                <a:rtl val="0"/>
              </a:rPr>
              <a:t>Breadcrumb trail</a:t>
            </a:r>
          </a:p>
        </p:txBody>
      </p:sp>
      <p:sp>
        <p:nvSpPr>
          <p:cNvPr id="102" name="Rectangle 101">
            <a:extLst>
              <a:ext uri="{FF2B5EF4-FFF2-40B4-BE49-F238E27FC236}">
                <a16:creationId xmlns:a16="http://schemas.microsoft.com/office/drawing/2014/main" id="{E429DA8E-540E-6D90-E4FF-74A7BFC70137}"/>
              </a:ext>
            </a:extLst>
          </p:cNvPr>
          <p:cNvSpPr/>
          <p:nvPr/>
        </p:nvSpPr>
        <p:spPr>
          <a:xfrm>
            <a:off x="2194205" y="3937609"/>
            <a:ext cx="441379" cy="1368276"/>
          </a:xfrm>
          <a:prstGeom prst="rect">
            <a:avLst/>
          </a:prstGeom>
          <a:solidFill>
            <a:srgbClr val="FFFFFF"/>
          </a:solidFill>
          <a:ln w="8827"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03" name="Freeform: Shape 102">
            <a:extLst>
              <a:ext uri="{FF2B5EF4-FFF2-40B4-BE49-F238E27FC236}">
                <a16:creationId xmlns:a16="http://schemas.microsoft.com/office/drawing/2014/main" id="{5523A690-CCF1-4390-92B3-7F52B7E94600}"/>
              </a:ext>
            </a:extLst>
          </p:cNvPr>
          <p:cNvSpPr/>
          <p:nvPr/>
        </p:nvSpPr>
        <p:spPr>
          <a:xfrm>
            <a:off x="2459033" y="4317195"/>
            <a:ext cx="176551" cy="8827"/>
          </a:xfrm>
          <a:custGeom>
            <a:avLst/>
            <a:gdLst>
              <a:gd name="csX0" fmla="*/ 0 w 176551"/>
              <a:gd name="csY0" fmla="*/ 0 h 8827"/>
              <a:gd name="csX1" fmla="*/ 176552 w 176551"/>
              <a:gd name="csY1" fmla="*/ 0 h 8827"/>
            </a:gdLst>
            <a:ahLst/>
            <a:cxnLst>
              <a:cxn ang="0">
                <a:pos x="csX0" y="csY0"/>
              </a:cxn>
              <a:cxn ang="0">
                <a:pos x="csX1" y="csY1"/>
              </a:cxn>
            </a:cxnLst>
            <a:rect l="l" t="t" r="r" b="b"/>
            <a:pathLst>
              <a:path w="176551" h="8827">
                <a:moveTo>
                  <a:pt x="0" y="0"/>
                </a:moveTo>
                <a:lnTo>
                  <a:pt x="176552" y="0"/>
                </a:lnTo>
              </a:path>
            </a:pathLst>
          </a:custGeom>
          <a:ln w="26480" cap="flat">
            <a:solidFill>
              <a:srgbClr val="444F9C"/>
            </a:solidFill>
            <a:custDash>
              <a:ds d="300000" sp="150000"/>
            </a:custDash>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04" name="Freeform: Shape 103">
            <a:extLst>
              <a:ext uri="{FF2B5EF4-FFF2-40B4-BE49-F238E27FC236}">
                <a16:creationId xmlns:a16="http://schemas.microsoft.com/office/drawing/2014/main" id="{120BE504-2305-F0BA-FF56-98DA838ECA0F}"/>
              </a:ext>
            </a:extLst>
          </p:cNvPr>
          <p:cNvSpPr/>
          <p:nvPr/>
        </p:nvSpPr>
        <p:spPr>
          <a:xfrm>
            <a:off x="2459033" y="5085195"/>
            <a:ext cx="176551" cy="8827"/>
          </a:xfrm>
          <a:custGeom>
            <a:avLst/>
            <a:gdLst>
              <a:gd name="csX0" fmla="*/ 0 w 176551"/>
              <a:gd name="csY0" fmla="*/ 0 h 8827"/>
              <a:gd name="csX1" fmla="*/ 176552 w 176551"/>
              <a:gd name="csY1" fmla="*/ 0 h 8827"/>
            </a:gdLst>
            <a:ahLst/>
            <a:cxnLst>
              <a:cxn ang="0">
                <a:pos x="csX0" y="csY0"/>
              </a:cxn>
              <a:cxn ang="0">
                <a:pos x="csX1" y="csY1"/>
              </a:cxn>
            </a:cxnLst>
            <a:rect l="l" t="t" r="r" b="b"/>
            <a:pathLst>
              <a:path w="176551" h="8827">
                <a:moveTo>
                  <a:pt x="0" y="0"/>
                </a:moveTo>
                <a:lnTo>
                  <a:pt x="176552" y="0"/>
                </a:lnTo>
              </a:path>
            </a:pathLst>
          </a:custGeom>
          <a:ln w="26480" cap="flat">
            <a:solidFill>
              <a:srgbClr val="444F9C"/>
            </a:solidFill>
            <a:custDash>
              <a:ds d="300000" sp="150000"/>
            </a:custDash>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05" name="Freeform: Shape 104">
            <a:extLst>
              <a:ext uri="{FF2B5EF4-FFF2-40B4-BE49-F238E27FC236}">
                <a16:creationId xmlns:a16="http://schemas.microsoft.com/office/drawing/2014/main" id="{4B9E1CC3-F598-BF9B-D57E-C594C93B18CB}"/>
              </a:ext>
            </a:extLst>
          </p:cNvPr>
          <p:cNvSpPr/>
          <p:nvPr/>
        </p:nvSpPr>
        <p:spPr>
          <a:xfrm>
            <a:off x="2459033" y="3937609"/>
            <a:ext cx="8827" cy="1368276"/>
          </a:xfrm>
          <a:custGeom>
            <a:avLst/>
            <a:gdLst>
              <a:gd name="csX0" fmla="*/ 0 w 8827"/>
              <a:gd name="csY0" fmla="*/ 0 h 1368276"/>
              <a:gd name="csX1" fmla="*/ 0 w 8827"/>
              <a:gd name="csY1" fmla="*/ 1368277 h 1368276"/>
            </a:gdLst>
            <a:ahLst/>
            <a:cxnLst>
              <a:cxn ang="0">
                <a:pos x="csX0" y="csY0"/>
              </a:cxn>
              <a:cxn ang="0">
                <a:pos x="csX1" y="csY1"/>
              </a:cxn>
            </a:cxnLst>
            <a:rect l="l" t="t" r="r" b="b"/>
            <a:pathLst>
              <a:path w="8827" h="1368276">
                <a:moveTo>
                  <a:pt x="0" y="0"/>
                </a:moveTo>
                <a:lnTo>
                  <a:pt x="0" y="1368277"/>
                </a:lnTo>
              </a:path>
            </a:pathLst>
          </a:custGeom>
          <a:ln w="26480" cap="flat">
            <a:solidFill>
              <a:srgbClr val="444F9C"/>
            </a:solidFill>
            <a:custDash>
              <a:ds d="300000" sp="150000"/>
            </a:custDash>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06" name="Rectangle 105">
            <a:extLst>
              <a:ext uri="{FF2B5EF4-FFF2-40B4-BE49-F238E27FC236}">
                <a16:creationId xmlns:a16="http://schemas.microsoft.com/office/drawing/2014/main" id="{0D4DD68C-E00B-F0F6-9DB3-A9259D064380}"/>
              </a:ext>
            </a:extLst>
          </p:cNvPr>
          <p:cNvSpPr/>
          <p:nvPr/>
        </p:nvSpPr>
        <p:spPr>
          <a:xfrm>
            <a:off x="2123585" y="4423126"/>
            <a:ext cx="459034" cy="459034"/>
          </a:xfrm>
          <a:prstGeom prst="rect">
            <a:avLst/>
          </a:prstGeom>
          <a:solidFill>
            <a:srgbClr val="FFFFFF"/>
          </a:solidFill>
          <a:ln w="8827"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07" name="TextBox 106">
            <a:extLst>
              <a:ext uri="{FF2B5EF4-FFF2-40B4-BE49-F238E27FC236}">
                <a16:creationId xmlns:a16="http://schemas.microsoft.com/office/drawing/2014/main" id="{6534E9F6-B589-4167-9267-D24E3AF46A9B}"/>
              </a:ext>
            </a:extLst>
          </p:cNvPr>
          <p:cNvSpPr txBox="1"/>
          <p:nvPr/>
        </p:nvSpPr>
        <p:spPr>
          <a:xfrm>
            <a:off x="1860910" y="4228025"/>
            <a:ext cx="436338" cy="3231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solidFill>
                  <a:srgbClr val="444F9C"/>
                </a:solidFill>
                <a:effectLst/>
                <a:uLnTx/>
                <a:uFillTx/>
                <a:latin typeface="Segoe UI"/>
                <a:ea typeface="+mn-ea"/>
                <a:cs typeface="Segoe UI"/>
                <a:sym typeface="Segoe UI"/>
                <a:rtl val="0"/>
              </a:rPr>
              <a:t>(2)</a:t>
            </a:r>
          </a:p>
        </p:txBody>
      </p:sp>
      <p:sp>
        <p:nvSpPr>
          <p:cNvPr id="108" name="TextBox 107">
            <a:extLst>
              <a:ext uri="{FF2B5EF4-FFF2-40B4-BE49-F238E27FC236}">
                <a16:creationId xmlns:a16="http://schemas.microsoft.com/office/drawing/2014/main" id="{E33B0A72-B5C5-BC02-8F7C-E7659241B170}"/>
              </a:ext>
            </a:extLst>
          </p:cNvPr>
          <p:cNvSpPr txBox="1"/>
          <p:nvPr/>
        </p:nvSpPr>
        <p:spPr>
          <a:xfrm>
            <a:off x="1858952" y="4478231"/>
            <a:ext cx="750783" cy="553998"/>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solidFill>
                  <a:srgbClr val="444F9C"/>
                </a:solidFill>
                <a:effectLst/>
                <a:uLnTx/>
                <a:uFillTx/>
                <a:latin typeface="Segoe UI"/>
                <a:ea typeface="+mn-ea"/>
                <a:cs typeface="Segoe UI"/>
                <a:sym typeface="Segoe UI"/>
                <a:rtl val="0"/>
              </a:rPr>
              <a:t>What’s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solidFill>
                  <a:srgbClr val="444F9C"/>
                </a:solidFill>
                <a:effectLst/>
                <a:uLnTx/>
                <a:uFillTx/>
                <a:latin typeface="Segoe UI"/>
                <a:ea typeface="+mn-ea"/>
                <a:cs typeface="Segoe UI"/>
                <a:sym typeface="Segoe UI"/>
                <a:rtl val="0"/>
              </a:rPr>
              <a:t>here</a:t>
            </a:r>
          </a:p>
        </p:txBody>
      </p:sp>
      <p:sp>
        <p:nvSpPr>
          <p:cNvPr id="110" name="Rectangle 109">
            <a:extLst>
              <a:ext uri="{FF2B5EF4-FFF2-40B4-BE49-F238E27FC236}">
                <a16:creationId xmlns:a16="http://schemas.microsoft.com/office/drawing/2014/main" id="{9D96CC45-FA03-5FC1-F432-12519E1EEABD}"/>
              </a:ext>
            </a:extLst>
          </p:cNvPr>
          <p:cNvSpPr/>
          <p:nvPr/>
        </p:nvSpPr>
        <p:spPr>
          <a:xfrm>
            <a:off x="9627036" y="5517747"/>
            <a:ext cx="52965" cy="264827"/>
          </a:xfrm>
          <a:prstGeom prst="rect">
            <a:avLst/>
          </a:prstGeom>
          <a:solidFill>
            <a:srgbClr val="4E42DA"/>
          </a:solidFill>
          <a:ln w="8827"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11" name="Rectangle 110">
            <a:extLst>
              <a:ext uri="{FF2B5EF4-FFF2-40B4-BE49-F238E27FC236}">
                <a16:creationId xmlns:a16="http://schemas.microsoft.com/office/drawing/2014/main" id="{FE19EBB8-6F57-80EF-FB5C-F1C40DFEA483}"/>
              </a:ext>
            </a:extLst>
          </p:cNvPr>
          <p:cNvSpPr/>
          <p:nvPr/>
        </p:nvSpPr>
        <p:spPr>
          <a:xfrm>
            <a:off x="8461794" y="5376506"/>
            <a:ext cx="1536000" cy="353103"/>
          </a:xfrm>
          <a:prstGeom prst="rect">
            <a:avLst/>
          </a:prstGeom>
          <a:solidFill>
            <a:srgbClr val="FFFFFF"/>
          </a:solidFill>
          <a:ln w="8827"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13" name="TextBox 112">
            <a:extLst>
              <a:ext uri="{FF2B5EF4-FFF2-40B4-BE49-F238E27FC236}">
                <a16:creationId xmlns:a16="http://schemas.microsoft.com/office/drawing/2014/main" id="{79764701-FB45-ECB8-4124-4925EFE2A37B}"/>
              </a:ext>
            </a:extLst>
          </p:cNvPr>
          <p:cNvSpPr txBox="1"/>
          <p:nvPr/>
        </p:nvSpPr>
        <p:spPr>
          <a:xfrm>
            <a:off x="8465556" y="5312002"/>
            <a:ext cx="1216680" cy="3231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solidFill>
                  <a:srgbClr val="4E42DA"/>
                </a:solidFill>
                <a:effectLst/>
                <a:uLnTx/>
                <a:uFillTx/>
                <a:latin typeface="Segoe UI"/>
                <a:ea typeface="+mn-ea"/>
                <a:cs typeface="Segoe UI"/>
                <a:sym typeface="Segoe UI"/>
                <a:rtl val="0"/>
              </a:rPr>
              <a:t>(3) Tagging</a:t>
            </a:r>
          </a:p>
        </p:txBody>
      </p:sp>
      <p:sp>
        <p:nvSpPr>
          <p:cNvPr id="114" name="TextBox 113">
            <a:extLst>
              <a:ext uri="{FF2B5EF4-FFF2-40B4-BE49-F238E27FC236}">
                <a16:creationId xmlns:a16="http://schemas.microsoft.com/office/drawing/2014/main" id="{47958B1D-9A14-1547-94B4-5596949206C7}"/>
              </a:ext>
            </a:extLst>
          </p:cNvPr>
          <p:cNvSpPr txBox="1"/>
          <p:nvPr/>
        </p:nvSpPr>
        <p:spPr>
          <a:xfrm>
            <a:off x="8502166" y="5556820"/>
            <a:ext cx="1733936" cy="276999"/>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solidFill>
                  <a:srgbClr val="4E42DA"/>
                </a:solidFill>
                <a:effectLst/>
                <a:uLnTx/>
                <a:uFillTx/>
                <a:latin typeface="Segoe UI"/>
                <a:ea typeface="+mn-ea"/>
                <a:cs typeface="Segoe UI"/>
                <a:sym typeface="Segoe UI"/>
                <a:rtl val="0"/>
              </a:rPr>
              <a:t>Content categorization</a:t>
            </a:r>
          </a:p>
        </p:txBody>
      </p:sp>
      <p:sp>
        <p:nvSpPr>
          <p:cNvPr id="115" name="Rectangle 114">
            <a:extLst>
              <a:ext uri="{FF2B5EF4-FFF2-40B4-BE49-F238E27FC236}">
                <a16:creationId xmlns:a16="http://schemas.microsoft.com/office/drawing/2014/main" id="{2D7FFCCB-223E-B037-0D78-6A8A49E9E122}"/>
              </a:ext>
            </a:extLst>
          </p:cNvPr>
          <p:cNvSpPr/>
          <p:nvPr/>
        </p:nvSpPr>
        <p:spPr>
          <a:xfrm>
            <a:off x="8461794" y="6153334"/>
            <a:ext cx="1536000" cy="353103"/>
          </a:xfrm>
          <a:prstGeom prst="rect">
            <a:avLst/>
          </a:prstGeom>
          <a:solidFill>
            <a:srgbClr val="FFFFFF"/>
          </a:solidFill>
          <a:ln w="8827" cap="flat">
            <a:noFill/>
            <a:prstDash val="solid"/>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17" name="TextBox 116">
            <a:extLst>
              <a:ext uri="{FF2B5EF4-FFF2-40B4-BE49-F238E27FC236}">
                <a16:creationId xmlns:a16="http://schemas.microsoft.com/office/drawing/2014/main" id="{DC939C81-3FE3-E957-1949-1F5780499EE9}"/>
              </a:ext>
            </a:extLst>
          </p:cNvPr>
          <p:cNvSpPr txBox="1"/>
          <p:nvPr/>
        </p:nvSpPr>
        <p:spPr>
          <a:xfrm>
            <a:off x="8445461" y="5973914"/>
            <a:ext cx="1937582" cy="323165"/>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solidFill>
                  <a:srgbClr val="C23592"/>
                </a:solidFill>
                <a:effectLst/>
                <a:uLnTx/>
                <a:uFillTx/>
                <a:latin typeface="Segoe UI"/>
                <a:ea typeface="+mn-ea"/>
                <a:cs typeface="Segoe UI"/>
                <a:sym typeface="Segoe UI"/>
                <a:rtl val="0"/>
              </a:rPr>
              <a:t>(4) Where can I go?</a:t>
            </a:r>
          </a:p>
        </p:txBody>
      </p:sp>
      <p:sp>
        <p:nvSpPr>
          <p:cNvPr id="118" name="TextBox 117">
            <a:extLst>
              <a:ext uri="{FF2B5EF4-FFF2-40B4-BE49-F238E27FC236}">
                <a16:creationId xmlns:a16="http://schemas.microsoft.com/office/drawing/2014/main" id="{3D018107-D615-D1C4-4863-755D97CF4871}"/>
              </a:ext>
            </a:extLst>
          </p:cNvPr>
          <p:cNvSpPr txBox="1"/>
          <p:nvPr/>
        </p:nvSpPr>
        <p:spPr>
          <a:xfrm>
            <a:off x="8465556" y="6230071"/>
            <a:ext cx="1751698" cy="276999"/>
          </a:xfrm>
          <a:prstGeom prst="rect">
            <a:avLst/>
          </a:prstGeom>
          <a:solidFill>
            <a:schemeClr val="bg1"/>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solidFill>
                  <a:srgbClr val="C23592"/>
                </a:solidFill>
                <a:effectLst/>
                <a:uLnTx/>
                <a:uFillTx/>
                <a:latin typeface="Segoe UI"/>
                <a:ea typeface="+mn-ea"/>
                <a:cs typeface="Segoe UI"/>
                <a:sym typeface="Segoe UI"/>
                <a:rtl val="0"/>
              </a:rPr>
              <a:t>Related links &amp; siblings</a:t>
            </a:r>
          </a:p>
        </p:txBody>
      </p:sp>
      <p:sp>
        <p:nvSpPr>
          <p:cNvPr id="112" name="Freeform: Shape 111">
            <a:extLst>
              <a:ext uri="{FF2B5EF4-FFF2-40B4-BE49-F238E27FC236}">
                <a16:creationId xmlns:a16="http://schemas.microsoft.com/office/drawing/2014/main" id="{B4F67300-52F0-6207-A8E8-1E66718BAA25}"/>
              </a:ext>
            </a:extLst>
          </p:cNvPr>
          <p:cNvSpPr/>
          <p:nvPr/>
        </p:nvSpPr>
        <p:spPr>
          <a:xfrm>
            <a:off x="8241104" y="5553058"/>
            <a:ext cx="220689" cy="176551"/>
          </a:xfrm>
          <a:custGeom>
            <a:avLst/>
            <a:gdLst>
              <a:gd name="csX0" fmla="*/ 220690 w 220689"/>
              <a:gd name="csY0" fmla="*/ 0 h 176551"/>
              <a:gd name="csX1" fmla="*/ 0 w 220689"/>
              <a:gd name="csY1" fmla="*/ 176552 h 176551"/>
            </a:gdLst>
            <a:ahLst/>
            <a:cxnLst>
              <a:cxn ang="0">
                <a:pos x="csX0" y="csY0"/>
              </a:cxn>
              <a:cxn ang="0">
                <a:pos x="csX1" y="csY1"/>
              </a:cxn>
            </a:cxnLst>
            <a:rect l="l" t="t" r="r" b="b"/>
            <a:pathLst>
              <a:path w="220689" h="176551">
                <a:moveTo>
                  <a:pt x="220690" y="0"/>
                </a:moveTo>
                <a:lnTo>
                  <a:pt x="0" y="176552"/>
                </a:lnTo>
              </a:path>
            </a:pathLst>
          </a:custGeom>
          <a:ln w="26480" cap="flat">
            <a:solidFill>
              <a:srgbClr val="4E42DA"/>
            </a:solidFill>
            <a:custDash>
              <a:ds d="300000" sp="150000"/>
            </a:custDash>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
        <p:nvSpPr>
          <p:cNvPr id="116" name="Freeform: Shape 115">
            <a:extLst>
              <a:ext uri="{FF2B5EF4-FFF2-40B4-BE49-F238E27FC236}">
                <a16:creationId xmlns:a16="http://schemas.microsoft.com/office/drawing/2014/main" id="{52B36F3E-2413-DF52-AB97-5E57EE0D13CB}"/>
              </a:ext>
            </a:extLst>
          </p:cNvPr>
          <p:cNvSpPr/>
          <p:nvPr/>
        </p:nvSpPr>
        <p:spPr>
          <a:xfrm>
            <a:off x="8241104" y="6118023"/>
            <a:ext cx="220689" cy="203034"/>
          </a:xfrm>
          <a:custGeom>
            <a:avLst/>
            <a:gdLst>
              <a:gd name="csX0" fmla="*/ 0 w 220689"/>
              <a:gd name="csY0" fmla="*/ 0 h 203034"/>
              <a:gd name="csX1" fmla="*/ 220690 w 220689"/>
              <a:gd name="csY1" fmla="*/ 203035 h 203034"/>
            </a:gdLst>
            <a:ahLst/>
            <a:cxnLst>
              <a:cxn ang="0">
                <a:pos x="csX0" y="csY0"/>
              </a:cxn>
              <a:cxn ang="0">
                <a:pos x="csX1" y="csY1"/>
              </a:cxn>
            </a:cxnLst>
            <a:rect l="l" t="t" r="r" b="b"/>
            <a:pathLst>
              <a:path w="220689" h="203034">
                <a:moveTo>
                  <a:pt x="0" y="0"/>
                </a:moveTo>
                <a:lnTo>
                  <a:pt x="220690" y="203035"/>
                </a:lnTo>
              </a:path>
            </a:pathLst>
          </a:custGeom>
          <a:ln w="26480" cap="flat">
            <a:solidFill>
              <a:srgbClr val="C23592"/>
            </a:solidFill>
            <a:custDash>
              <a:ds d="300000" sp="150000"/>
            </a:custDash>
            <a:mite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venir"/>
              <a:ea typeface="+mn-ea"/>
              <a:cs typeface="+mn-cs"/>
            </a:endParaRPr>
          </a:p>
        </p:txBody>
      </p:sp>
    </p:spTree>
    <p:extLst>
      <p:ext uri="{BB962C8B-B14F-4D97-AF65-F5344CB8AC3E}">
        <p14:creationId xmlns:p14="http://schemas.microsoft.com/office/powerpoint/2010/main" val="248725518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B525C4-8F58-1803-91F0-EAB244668520}"/>
              </a:ext>
            </a:extLst>
          </p:cNvPr>
          <p:cNvSpPr>
            <a:spLocks noGrp="1"/>
          </p:cNvSpPr>
          <p:nvPr>
            <p:ph type="title"/>
          </p:nvPr>
        </p:nvSpPr>
        <p:spPr/>
        <p:txBody>
          <a:bodyPr/>
          <a:lstStyle/>
          <a:p>
            <a:r>
              <a:rPr lang="en-US" dirty="0"/>
              <a:t>Takeaways</a:t>
            </a:r>
          </a:p>
        </p:txBody>
      </p:sp>
      <p:sp>
        <p:nvSpPr>
          <p:cNvPr id="3" name="Text Placeholder 2">
            <a:extLst>
              <a:ext uri="{FF2B5EF4-FFF2-40B4-BE49-F238E27FC236}">
                <a16:creationId xmlns:a16="http://schemas.microsoft.com/office/drawing/2014/main" id="{FBB4AB0A-3FDF-F3EF-0AA2-A2F225EAF638}"/>
              </a:ext>
            </a:extLst>
          </p:cNvPr>
          <p:cNvSpPr>
            <a:spLocks noGrp="1"/>
          </p:cNvSpPr>
          <p:nvPr>
            <p:ph type="body" idx="1"/>
          </p:nvPr>
        </p:nvSpPr>
        <p:spPr>
          <a:xfrm>
            <a:off x="6096000" y="4027268"/>
            <a:ext cx="2431312" cy="480938"/>
          </a:xfrm>
        </p:spPr>
        <p:txBody>
          <a:bodyPr>
            <a:normAutofit lnSpcReduction="10000"/>
          </a:bodyPr>
          <a:lstStyle/>
          <a:p>
            <a:r>
              <a:rPr lang="en-US" sz="2900" b="1" dirty="0">
                <a:solidFill>
                  <a:schemeClr val="accent5">
                    <a:lumMod val="75000"/>
                  </a:schemeClr>
                </a:solidFill>
              </a:rPr>
              <a:t>That was a lot. </a:t>
            </a:r>
          </a:p>
        </p:txBody>
      </p:sp>
      <p:sp>
        <p:nvSpPr>
          <p:cNvPr id="5" name="TextBox 4">
            <a:extLst>
              <a:ext uri="{FF2B5EF4-FFF2-40B4-BE49-F238E27FC236}">
                <a16:creationId xmlns:a16="http://schemas.microsoft.com/office/drawing/2014/main" id="{5B187BD5-0E4C-DEF2-AC03-B2DE318E2B81}"/>
              </a:ext>
            </a:extLst>
          </p:cNvPr>
          <p:cNvSpPr txBox="1"/>
          <p:nvPr/>
        </p:nvSpPr>
        <p:spPr>
          <a:xfrm>
            <a:off x="8527312" y="3969597"/>
            <a:ext cx="2224863" cy="538609"/>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900" b="1" i="0" u="none" strike="noStrike" kern="1200" cap="none" spc="0" normalizeH="0" baseline="0" noProof="0" dirty="0">
                <a:ln>
                  <a:noFill/>
                </a:ln>
                <a:solidFill>
                  <a:srgbClr val="FF5DBA">
                    <a:lumMod val="50000"/>
                  </a:srgbClr>
                </a:solidFill>
                <a:effectLst/>
                <a:uLnTx/>
                <a:uFillTx/>
                <a:latin typeface="Avenir"/>
                <a:ea typeface="+mn-ea"/>
                <a:cs typeface="+mn-cs"/>
              </a:rPr>
              <a:t>Let’s review.</a:t>
            </a:r>
            <a:endParaRPr kumimoji="0" lang="en-US" sz="2900" b="0" i="0" u="none" strike="noStrike" kern="1200" cap="none" spc="0" normalizeH="0" baseline="0" noProof="0" dirty="0">
              <a:ln>
                <a:noFill/>
              </a:ln>
              <a:solidFill>
                <a:prstClr val="black"/>
              </a:solidFill>
              <a:effectLst/>
              <a:uLnTx/>
              <a:uFillTx/>
              <a:latin typeface="Avenir"/>
              <a:ea typeface="+mn-ea"/>
              <a:cs typeface="+mn-cs"/>
            </a:endParaRPr>
          </a:p>
        </p:txBody>
      </p:sp>
    </p:spTree>
    <p:extLst>
      <p:ext uri="{BB962C8B-B14F-4D97-AF65-F5344CB8AC3E}">
        <p14:creationId xmlns:p14="http://schemas.microsoft.com/office/powerpoint/2010/main" val="8020052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5" name="Rectangle 3"/>
          <p:cNvSpPr>
            <a:spLocks noGrp="1" noChangeArrowheads="1"/>
          </p:cNvSpPr>
          <p:nvPr>
            <p:ph idx="1"/>
          </p:nvPr>
        </p:nvSpPr>
        <p:spPr>
          <a:xfrm>
            <a:off x="838200" y="1455013"/>
            <a:ext cx="10515600" cy="4351338"/>
          </a:xfrm>
        </p:spPr>
        <p:txBody>
          <a:bodyPr>
            <a:normAutofit/>
          </a:bodyPr>
          <a:lstStyle/>
          <a:p>
            <a:pPr marL="0" indent="0" eaLnBrk="1" hangingPunct="1">
              <a:spcAft>
                <a:spcPts val="600"/>
              </a:spcAft>
              <a:buNone/>
            </a:pPr>
            <a:r>
              <a:rPr lang="en-US" altLang="en-US" dirty="0">
                <a:solidFill>
                  <a:schemeClr val="accent5">
                    <a:lumMod val="75000"/>
                  </a:schemeClr>
                </a:solidFill>
              </a:rPr>
              <a:t>Labels and naming</a:t>
            </a:r>
          </a:p>
          <a:p>
            <a:pPr marL="457200" lvl="1" indent="0" eaLnBrk="1" hangingPunct="1">
              <a:spcAft>
                <a:spcPts val="600"/>
              </a:spcAft>
              <a:buNone/>
            </a:pPr>
            <a:r>
              <a:rPr lang="en-US" altLang="en-US" dirty="0"/>
              <a:t>What are things called?  Be consistent to avoid confusion</a:t>
            </a:r>
          </a:p>
          <a:p>
            <a:pPr marL="457200" lvl="1" indent="0" eaLnBrk="1" hangingPunct="1">
              <a:spcAft>
                <a:spcPts val="600"/>
              </a:spcAft>
              <a:buNone/>
            </a:pPr>
            <a:r>
              <a:rPr lang="en-US" altLang="en-US" dirty="0"/>
              <a:t>Clarity and simplicity</a:t>
            </a:r>
          </a:p>
          <a:p>
            <a:pPr marL="0" indent="0" eaLnBrk="1" hangingPunct="1">
              <a:spcAft>
                <a:spcPts val="600"/>
              </a:spcAft>
              <a:buNone/>
            </a:pPr>
            <a:r>
              <a:rPr lang="en-US" altLang="en-US" dirty="0">
                <a:solidFill>
                  <a:schemeClr val="accent5">
                    <a:lumMod val="75000"/>
                  </a:schemeClr>
                </a:solidFill>
              </a:rPr>
              <a:t>Structure of content</a:t>
            </a:r>
          </a:p>
          <a:p>
            <a:pPr marL="457200" lvl="1" indent="0" eaLnBrk="1" hangingPunct="1">
              <a:spcAft>
                <a:spcPts val="600"/>
              </a:spcAft>
              <a:buNone/>
            </a:pPr>
            <a:r>
              <a:rPr lang="en-US" altLang="en-US" dirty="0"/>
              <a:t>What goes where?</a:t>
            </a:r>
          </a:p>
          <a:p>
            <a:pPr marL="457200" lvl="1" indent="0" eaLnBrk="1" hangingPunct="1">
              <a:spcAft>
                <a:spcPts val="600"/>
              </a:spcAft>
              <a:buNone/>
            </a:pPr>
            <a:r>
              <a:rPr lang="en-US" altLang="en-US" dirty="0"/>
              <a:t>What is the relationship between elements?</a:t>
            </a:r>
          </a:p>
          <a:p>
            <a:pPr marL="0" indent="0" eaLnBrk="1" hangingPunct="1">
              <a:spcAft>
                <a:spcPts val="600"/>
              </a:spcAft>
              <a:buNone/>
            </a:pPr>
            <a:r>
              <a:rPr lang="en-US" altLang="en-US" dirty="0">
                <a:solidFill>
                  <a:schemeClr val="accent5">
                    <a:lumMod val="75000"/>
                  </a:schemeClr>
                </a:solidFill>
              </a:rPr>
              <a:t>Navigation between pages</a:t>
            </a:r>
          </a:p>
          <a:p>
            <a:pPr marL="457200" lvl="1" indent="0" eaLnBrk="1" hangingPunct="1">
              <a:spcAft>
                <a:spcPts val="600"/>
              </a:spcAft>
              <a:buNone/>
            </a:pPr>
            <a:r>
              <a:rPr lang="en-US" altLang="en-US" dirty="0"/>
              <a:t>How to map mental thought process to supported navigation?</a:t>
            </a:r>
          </a:p>
        </p:txBody>
      </p:sp>
      <p:sp>
        <p:nvSpPr>
          <p:cNvPr id="4" name="Rectangle 2">
            <a:extLst>
              <a:ext uri="{FF2B5EF4-FFF2-40B4-BE49-F238E27FC236}">
                <a16:creationId xmlns:a16="http://schemas.microsoft.com/office/drawing/2014/main" id="{8209F331-BE62-FA03-B939-41D3DAA842E4}"/>
              </a:ext>
            </a:extLst>
          </p:cNvPr>
          <p:cNvSpPr>
            <a:spLocks noGrp="1" noChangeArrowheads="1"/>
          </p:cNvSpPr>
          <p:nvPr>
            <p:ph type="title"/>
          </p:nvPr>
        </p:nvSpPr>
        <p:spPr>
          <a:xfrm>
            <a:off x="797442" y="365126"/>
            <a:ext cx="10556358" cy="768350"/>
          </a:xfrm>
        </p:spPr>
        <p:txBody>
          <a:bodyPr>
            <a:normAutofit fontScale="90000"/>
          </a:bodyPr>
          <a:lstStyle/>
          <a:p>
            <a:pPr eaLnBrk="1" hangingPunct="1"/>
            <a:r>
              <a:rPr lang="en-US" altLang="en-US" sz="4600" dirty="0"/>
              <a:t>Takeaways: </a:t>
            </a:r>
            <a:r>
              <a:rPr lang="en-US" altLang="en-US" sz="3200" dirty="0">
                <a:solidFill>
                  <a:schemeClr val="accent4">
                    <a:lumMod val="50000"/>
                  </a:schemeClr>
                </a:solidFill>
              </a:rPr>
              <a:t>Critical IA Concerns to Support Info-Seeking</a:t>
            </a:r>
          </a:p>
        </p:txBody>
      </p:sp>
    </p:spTree>
    <p:extLst>
      <p:ext uri="{BB962C8B-B14F-4D97-AF65-F5344CB8AC3E}">
        <p14:creationId xmlns:p14="http://schemas.microsoft.com/office/powerpoint/2010/main" val="39085944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23555">
                                            <p:txEl>
                                              <p:pRg st="0" end="0"/>
                                            </p:txEl>
                                          </p:spTgt>
                                        </p:tgtEl>
                                        <p:attrNameLst>
                                          <p:attrName>style.visibility</p:attrName>
                                        </p:attrNameLst>
                                      </p:cBhvr>
                                      <p:to>
                                        <p:strVal val="visible"/>
                                      </p:to>
                                    </p:set>
                                    <p:animEffect transition="in" filter="fade">
                                      <p:cBhvr>
                                        <p:cTn id="7" dur="500"/>
                                        <p:tgtEl>
                                          <p:spTgt spid="23555">
                                            <p:txEl>
                                              <p:pRg st="0" end="0"/>
                                            </p:txEl>
                                          </p:spTgt>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23555">
                                            <p:txEl>
                                              <p:pRg st="1" end="1"/>
                                            </p:txEl>
                                          </p:spTgt>
                                        </p:tgtEl>
                                        <p:attrNameLst>
                                          <p:attrName>style.visibility</p:attrName>
                                        </p:attrNameLst>
                                      </p:cBhvr>
                                      <p:to>
                                        <p:strVal val="visible"/>
                                      </p:to>
                                    </p:set>
                                    <p:animEffect transition="in" filter="fade">
                                      <p:cBhvr>
                                        <p:cTn id="11" dur="500"/>
                                        <p:tgtEl>
                                          <p:spTgt spid="23555">
                                            <p:txEl>
                                              <p:pRg st="1" end="1"/>
                                            </p:txEl>
                                          </p:spTgt>
                                        </p:tgtEl>
                                      </p:cBhvr>
                                    </p:animEffect>
                                  </p:childTnLst>
                                </p:cTn>
                              </p:par>
                            </p:childTnLst>
                          </p:cTn>
                        </p:par>
                        <p:par>
                          <p:cTn id="12" fill="hold">
                            <p:stCondLst>
                              <p:cond delay="1000"/>
                            </p:stCondLst>
                            <p:childTnLst>
                              <p:par>
                                <p:cTn id="13" presetID="10" presetClass="entr" presetSubtype="0" fill="hold" nodeType="afterEffect">
                                  <p:stCondLst>
                                    <p:cond delay="0"/>
                                  </p:stCondLst>
                                  <p:childTnLst>
                                    <p:set>
                                      <p:cBhvr>
                                        <p:cTn id="14" dur="1" fill="hold">
                                          <p:stCondLst>
                                            <p:cond delay="0"/>
                                          </p:stCondLst>
                                        </p:cTn>
                                        <p:tgtEl>
                                          <p:spTgt spid="23555">
                                            <p:txEl>
                                              <p:pRg st="2" end="2"/>
                                            </p:txEl>
                                          </p:spTgt>
                                        </p:tgtEl>
                                        <p:attrNameLst>
                                          <p:attrName>style.visibility</p:attrName>
                                        </p:attrNameLst>
                                      </p:cBhvr>
                                      <p:to>
                                        <p:strVal val="visible"/>
                                      </p:to>
                                    </p:set>
                                    <p:animEffect transition="in" filter="fade">
                                      <p:cBhvr>
                                        <p:cTn id="15" dur="500"/>
                                        <p:tgtEl>
                                          <p:spTgt spid="23555">
                                            <p:txEl>
                                              <p:pRg st="2" end="2"/>
                                            </p:txEl>
                                          </p:spTgt>
                                        </p:tgtEl>
                                      </p:cBhvr>
                                    </p:animEffect>
                                  </p:childTnLst>
                                </p:cTn>
                              </p:par>
                            </p:childTnLst>
                          </p:cTn>
                        </p:par>
                        <p:par>
                          <p:cTn id="16" fill="hold">
                            <p:stCondLst>
                              <p:cond delay="1500"/>
                            </p:stCondLst>
                            <p:childTnLst>
                              <p:par>
                                <p:cTn id="17" presetID="10" presetClass="entr" presetSubtype="0" fill="hold" nodeType="afterEffect">
                                  <p:stCondLst>
                                    <p:cond delay="0"/>
                                  </p:stCondLst>
                                  <p:childTnLst>
                                    <p:set>
                                      <p:cBhvr>
                                        <p:cTn id="18" dur="1" fill="hold">
                                          <p:stCondLst>
                                            <p:cond delay="0"/>
                                          </p:stCondLst>
                                        </p:cTn>
                                        <p:tgtEl>
                                          <p:spTgt spid="23555">
                                            <p:txEl>
                                              <p:pRg st="3" end="3"/>
                                            </p:txEl>
                                          </p:spTgt>
                                        </p:tgtEl>
                                        <p:attrNameLst>
                                          <p:attrName>style.visibility</p:attrName>
                                        </p:attrNameLst>
                                      </p:cBhvr>
                                      <p:to>
                                        <p:strVal val="visible"/>
                                      </p:to>
                                    </p:set>
                                    <p:animEffect transition="in" filter="fade">
                                      <p:cBhvr>
                                        <p:cTn id="19" dur="500"/>
                                        <p:tgtEl>
                                          <p:spTgt spid="23555">
                                            <p:txEl>
                                              <p:pRg st="3" end="3"/>
                                            </p:txEl>
                                          </p:spTgt>
                                        </p:tgtEl>
                                      </p:cBhvr>
                                    </p:animEffect>
                                  </p:childTnLst>
                                </p:cTn>
                              </p:par>
                            </p:childTnLst>
                          </p:cTn>
                        </p:par>
                        <p:par>
                          <p:cTn id="20" fill="hold">
                            <p:stCondLst>
                              <p:cond delay="2000"/>
                            </p:stCondLst>
                            <p:childTnLst>
                              <p:par>
                                <p:cTn id="21" presetID="10" presetClass="entr" presetSubtype="0" fill="hold" nodeType="afterEffect">
                                  <p:stCondLst>
                                    <p:cond delay="0"/>
                                  </p:stCondLst>
                                  <p:childTnLst>
                                    <p:set>
                                      <p:cBhvr>
                                        <p:cTn id="22" dur="1" fill="hold">
                                          <p:stCondLst>
                                            <p:cond delay="0"/>
                                          </p:stCondLst>
                                        </p:cTn>
                                        <p:tgtEl>
                                          <p:spTgt spid="23555">
                                            <p:txEl>
                                              <p:pRg st="4" end="4"/>
                                            </p:txEl>
                                          </p:spTgt>
                                        </p:tgtEl>
                                        <p:attrNameLst>
                                          <p:attrName>style.visibility</p:attrName>
                                        </p:attrNameLst>
                                      </p:cBhvr>
                                      <p:to>
                                        <p:strVal val="visible"/>
                                      </p:to>
                                    </p:set>
                                    <p:animEffect transition="in" filter="fade">
                                      <p:cBhvr>
                                        <p:cTn id="23" dur="500"/>
                                        <p:tgtEl>
                                          <p:spTgt spid="23555">
                                            <p:txEl>
                                              <p:pRg st="4" end="4"/>
                                            </p:txEl>
                                          </p:spTgt>
                                        </p:tgtEl>
                                      </p:cBhvr>
                                    </p:animEffect>
                                  </p:childTnLst>
                                </p:cTn>
                              </p:par>
                            </p:childTnLst>
                          </p:cTn>
                        </p:par>
                        <p:par>
                          <p:cTn id="24" fill="hold">
                            <p:stCondLst>
                              <p:cond delay="2500"/>
                            </p:stCondLst>
                            <p:childTnLst>
                              <p:par>
                                <p:cTn id="25" presetID="10" presetClass="entr" presetSubtype="0" fill="hold" nodeType="afterEffect">
                                  <p:stCondLst>
                                    <p:cond delay="0"/>
                                  </p:stCondLst>
                                  <p:childTnLst>
                                    <p:set>
                                      <p:cBhvr>
                                        <p:cTn id="26" dur="1" fill="hold">
                                          <p:stCondLst>
                                            <p:cond delay="0"/>
                                          </p:stCondLst>
                                        </p:cTn>
                                        <p:tgtEl>
                                          <p:spTgt spid="23555">
                                            <p:txEl>
                                              <p:pRg st="5" end="5"/>
                                            </p:txEl>
                                          </p:spTgt>
                                        </p:tgtEl>
                                        <p:attrNameLst>
                                          <p:attrName>style.visibility</p:attrName>
                                        </p:attrNameLst>
                                      </p:cBhvr>
                                      <p:to>
                                        <p:strVal val="visible"/>
                                      </p:to>
                                    </p:set>
                                    <p:animEffect transition="in" filter="fade">
                                      <p:cBhvr>
                                        <p:cTn id="27" dur="500"/>
                                        <p:tgtEl>
                                          <p:spTgt spid="23555">
                                            <p:txEl>
                                              <p:pRg st="5" end="5"/>
                                            </p:txEl>
                                          </p:spTgt>
                                        </p:tgtEl>
                                      </p:cBhvr>
                                    </p:animEffect>
                                  </p:childTnLst>
                                </p:cTn>
                              </p:par>
                            </p:childTnLst>
                          </p:cTn>
                        </p:par>
                        <p:par>
                          <p:cTn id="28" fill="hold">
                            <p:stCondLst>
                              <p:cond delay="3000"/>
                            </p:stCondLst>
                            <p:childTnLst>
                              <p:par>
                                <p:cTn id="29" presetID="10" presetClass="entr" presetSubtype="0" fill="hold" nodeType="afterEffect">
                                  <p:stCondLst>
                                    <p:cond delay="0"/>
                                  </p:stCondLst>
                                  <p:childTnLst>
                                    <p:set>
                                      <p:cBhvr>
                                        <p:cTn id="30" dur="1" fill="hold">
                                          <p:stCondLst>
                                            <p:cond delay="0"/>
                                          </p:stCondLst>
                                        </p:cTn>
                                        <p:tgtEl>
                                          <p:spTgt spid="23555">
                                            <p:txEl>
                                              <p:pRg st="6" end="6"/>
                                            </p:txEl>
                                          </p:spTgt>
                                        </p:tgtEl>
                                        <p:attrNameLst>
                                          <p:attrName>style.visibility</p:attrName>
                                        </p:attrNameLst>
                                      </p:cBhvr>
                                      <p:to>
                                        <p:strVal val="visible"/>
                                      </p:to>
                                    </p:set>
                                    <p:animEffect transition="in" filter="fade">
                                      <p:cBhvr>
                                        <p:cTn id="31" dur="500"/>
                                        <p:tgtEl>
                                          <p:spTgt spid="23555">
                                            <p:txEl>
                                              <p:pRg st="6" end="6"/>
                                            </p:txEl>
                                          </p:spTgt>
                                        </p:tgtEl>
                                      </p:cBhvr>
                                    </p:animEffect>
                                  </p:childTnLst>
                                </p:cTn>
                              </p:par>
                            </p:childTnLst>
                          </p:cTn>
                        </p:par>
                        <p:par>
                          <p:cTn id="32" fill="hold">
                            <p:stCondLst>
                              <p:cond delay="3500"/>
                            </p:stCondLst>
                            <p:childTnLst>
                              <p:par>
                                <p:cTn id="33" presetID="10" presetClass="entr" presetSubtype="0" fill="hold" nodeType="afterEffect">
                                  <p:stCondLst>
                                    <p:cond delay="0"/>
                                  </p:stCondLst>
                                  <p:childTnLst>
                                    <p:set>
                                      <p:cBhvr>
                                        <p:cTn id="34" dur="1" fill="hold">
                                          <p:stCondLst>
                                            <p:cond delay="0"/>
                                          </p:stCondLst>
                                        </p:cTn>
                                        <p:tgtEl>
                                          <p:spTgt spid="23555">
                                            <p:txEl>
                                              <p:pRg st="7" end="7"/>
                                            </p:txEl>
                                          </p:spTgt>
                                        </p:tgtEl>
                                        <p:attrNameLst>
                                          <p:attrName>style.visibility</p:attrName>
                                        </p:attrNameLst>
                                      </p:cBhvr>
                                      <p:to>
                                        <p:strVal val="visible"/>
                                      </p:to>
                                    </p:set>
                                    <p:animEffect transition="in" filter="fade">
                                      <p:cBhvr>
                                        <p:cTn id="35" dur="500"/>
                                        <p:tgtEl>
                                          <p:spTgt spid="23555">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5" name="Rectangle 3"/>
          <p:cNvSpPr>
            <a:spLocks noGrp="1" noChangeArrowheads="1"/>
          </p:cNvSpPr>
          <p:nvPr>
            <p:ph idx="1"/>
          </p:nvPr>
        </p:nvSpPr>
        <p:spPr>
          <a:xfrm>
            <a:off x="838200" y="1457980"/>
            <a:ext cx="10515600" cy="4351338"/>
          </a:xfrm>
        </p:spPr>
        <p:txBody>
          <a:bodyPr>
            <a:normAutofit/>
          </a:bodyPr>
          <a:lstStyle/>
          <a:p>
            <a:pPr marL="0" indent="0">
              <a:spcAft>
                <a:spcPts val="1200"/>
              </a:spcAft>
              <a:buNone/>
            </a:pPr>
            <a:r>
              <a:rPr lang="en-US" altLang="en-US" dirty="0"/>
              <a:t>Four critical user questions:</a:t>
            </a:r>
          </a:p>
          <a:p>
            <a:pPr marL="457200" lvl="1" indent="0">
              <a:spcAft>
                <a:spcPts val="1200"/>
              </a:spcAft>
              <a:buNone/>
            </a:pPr>
            <a:r>
              <a:rPr lang="en-US" altLang="en-US" dirty="0"/>
              <a:t>Where am I?</a:t>
            </a:r>
          </a:p>
          <a:p>
            <a:pPr marL="457200" lvl="1" indent="0">
              <a:spcAft>
                <a:spcPts val="1200"/>
              </a:spcAft>
              <a:buNone/>
            </a:pPr>
            <a:r>
              <a:rPr lang="en-US" altLang="en-US" dirty="0"/>
              <a:t>Where can I go?</a:t>
            </a:r>
          </a:p>
          <a:p>
            <a:pPr marL="457200" lvl="1" indent="0">
              <a:spcAft>
                <a:spcPts val="1200"/>
              </a:spcAft>
              <a:buNone/>
            </a:pPr>
            <a:r>
              <a:rPr lang="en-US" altLang="en-US" dirty="0"/>
              <a:t>How will I get to my desired content?</a:t>
            </a:r>
          </a:p>
          <a:p>
            <a:pPr marL="457200" lvl="1" indent="0">
              <a:spcAft>
                <a:spcPts val="1200"/>
              </a:spcAft>
              <a:buNone/>
            </a:pPr>
            <a:r>
              <a:rPr lang="en-US" altLang="en-US" dirty="0"/>
              <a:t>How can I get back to where I once was?</a:t>
            </a:r>
          </a:p>
          <a:p>
            <a:pPr marL="0" indent="0">
              <a:spcAft>
                <a:spcPts val="1200"/>
              </a:spcAft>
              <a:buNone/>
            </a:pPr>
            <a:r>
              <a:rPr lang="en-US" altLang="en-US" dirty="0"/>
              <a:t>The web's non-linear presentation of content can be confusing and overwhelming</a:t>
            </a:r>
          </a:p>
        </p:txBody>
      </p:sp>
      <p:sp>
        <p:nvSpPr>
          <p:cNvPr id="6" name="Rectangle 2">
            <a:extLst>
              <a:ext uri="{FF2B5EF4-FFF2-40B4-BE49-F238E27FC236}">
                <a16:creationId xmlns:a16="http://schemas.microsoft.com/office/drawing/2014/main" id="{CCB5C547-33B9-EB50-A6A0-072CF82D4476}"/>
              </a:ext>
            </a:extLst>
          </p:cNvPr>
          <p:cNvSpPr>
            <a:spLocks noGrp="1" noChangeArrowheads="1"/>
          </p:cNvSpPr>
          <p:nvPr>
            <p:ph type="title"/>
          </p:nvPr>
        </p:nvSpPr>
        <p:spPr>
          <a:xfrm>
            <a:off x="797442" y="365126"/>
            <a:ext cx="10556358" cy="768350"/>
          </a:xfrm>
        </p:spPr>
        <p:txBody>
          <a:bodyPr>
            <a:normAutofit/>
          </a:bodyPr>
          <a:lstStyle/>
          <a:p>
            <a:pPr eaLnBrk="1" hangingPunct="1"/>
            <a:r>
              <a:rPr lang="en-US" altLang="en-US" dirty="0"/>
              <a:t>Takeaways: </a:t>
            </a:r>
            <a:r>
              <a:rPr lang="en-US" altLang="en-US" sz="3400" dirty="0">
                <a:solidFill>
                  <a:schemeClr val="accent4">
                    <a:lumMod val="50000"/>
                  </a:schemeClr>
                </a:solidFill>
              </a:rPr>
              <a:t>What good navigation should answer</a:t>
            </a:r>
          </a:p>
        </p:txBody>
      </p:sp>
    </p:spTree>
    <p:extLst>
      <p:ext uri="{BB962C8B-B14F-4D97-AF65-F5344CB8AC3E}">
        <p14:creationId xmlns:p14="http://schemas.microsoft.com/office/powerpoint/2010/main" val="21265891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28675">
                                            <p:txEl>
                                              <p:pRg st="0" end="0"/>
                                            </p:txEl>
                                          </p:spTgt>
                                        </p:tgtEl>
                                        <p:attrNameLst>
                                          <p:attrName>style.visibility</p:attrName>
                                        </p:attrNameLst>
                                      </p:cBhvr>
                                      <p:to>
                                        <p:strVal val="visible"/>
                                      </p:to>
                                    </p:set>
                                    <p:animEffect transition="in" filter="fade">
                                      <p:cBhvr>
                                        <p:cTn id="7" dur="500"/>
                                        <p:tgtEl>
                                          <p:spTgt spid="28675">
                                            <p:txEl>
                                              <p:pRg st="0" end="0"/>
                                            </p:txEl>
                                          </p:spTgt>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28675">
                                            <p:txEl>
                                              <p:pRg st="1" end="1"/>
                                            </p:txEl>
                                          </p:spTgt>
                                        </p:tgtEl>
                                        <p:attrNameLst>
                                          <p:attrName>style.visibility</p:attrName>
                                        </p:attrNameLst>
                                      </p:cBhvr>
                                      <p:to>
                                        <p:strVal val="visible"/>
                                      </p:to>
                                    </p:set>
                                    <p:animEffect transition="in" filter="fade">
                                      <p:cBhvr>
                                        <p:cTn id="11" dur="500"/>
                                        <p:tgtEl>
                                          <p:spTgt spid="28675">
                                            <p:txEl>
                                              <p:pRg st="1" end="1"/>
                                            </p:txEl>
                                          </p:spTgt>
                                        </p:tgtEl>
                                      </p:cBhvr>
                                    </p:animEffect>
                                  </p:childTnLst>
                                </p:cTn>
                              </p:par>
                            </p:childTnLst>
                          </p:cTn>
                        </p:par>
                        <p:par>
                          <p:cTn id="12" fill="hold">
                            <p:stCondLst>
                              <p:cond delay="1000"/>
                            </p:stCondLst>
                            <p:childTnLst>
                              <p:par>
                                <p:cTn id="13" presetID="10" presetClass="entr" presetSubtype="0" fill="hold" nodeType="afterEffect">
                                  <p:stCondLst>
                                    <p:cond delay="0"/>
                                  </p:stCondLst>
                                  <p:childTnLst>
                                    <p:set>
                                      <p:cBhvr>
                                        <p:cTn id="14" dur="1" fill="hold">
                                          <p:stCondLst>
                                            <p:cond delay="0"/>
                                          </p:stCondLst>
                                        </p:cTn>
                                        <p:tgtEl>
                                          <p:spTgt spid="28675">
                                            <p:txEl>
                                              <p:pRg st="2" end="2"/>
                                            </p:txEl>
                                          </p:spTgt>
                                        </p:tgtEl>
                                        <p:attrNameLst>
                                          <p:attrName>style.visibility</p:attrName>
                                        </p:attrNameLst>
                                      </p:cBhvr>
                                      <p:to>
                                        <p:strVal val="visible"/>
                                      </p:to>
                                    </p:set>
                                    <p:animEffect transition="in" filter="fade">
                                      <p:cBhvr>
                                        <p:cTn id="15" dur="500"/>
                                        <p:tgtEl>
                                          <p:spTgt spid="28675">
                                            <p:txEl>
                                              <p:pRg st="2" end="2"/>
                                            </p:txEl>
                                          </p:spTgt>
                                        </p:tgtEl>
                                      </p:cBhvr>
                                    </p:animEffect>
                                  </p:childTnLst>
                                </p:cTn>
                              </p:par>
                            </p:childTnLst>
                          </p:cTn>
                        </p:par>
                        <p:par>
                          <p:cTn id="16" fill="hold">
                            <p:stCondLst>
                              <p:cond delay="1500"/>
                            </p:stCondLst>
                            <p:childTnLst>
                              <p:par>
                                <p:cTn id="17" presetID="10" presetClass="entr" presetSubtype="0" fill="hold" nodeType="afterEffect">
                                  <p:stCondLst>
                                    <p:cond delay="0"/>
                                  </p:stCondLst>
                                  <p:childTnLst>
                                    <p:set>
                                      <p:cBhvr>
                                        <p:cTn id="18" dur="1" fill="hold">
                                          <p:stCondLst>
                                            <p:cond delay="0"/>
                                          </p:stCondLst>
                                        </p:cTn>
                                        <p:tgtEl>
                                          <p:spTgt spid="28675">
                                            <p:txEl>
                                              <p:pRg st="3" end="3"/>
                                            </p:txEl>
                                          </p:spTgt>
                                        </p:tgtEl>
                                        <p:attrNameLst>
                                          <p:attrName>style.visibility</p:attrName>
                                        </p:attrNameLst>
                                      </p:cBhvr>
                                      <p:to>
                                        <p:strVal val="visible"/>
                                      </p:to>
                                    </p:set>
                                    <p:animEffect transition="in" filter="fade">
                                      <p:cBhvr>
                                        <p:cTn id="19" dur="500"/>
                                        <p:tgtEl>
                                          <p:spTgt spid="28675">
                                            <p:txEl>
                                              <p:pRg st="3" end="3"/>
                                            </p:txEl>
                                          </p:spTgt>
                                        </p:tgtEl>
                                      </p:cBhvr>
                                    </p:animEffect>
                                  </p:childTnLst>
                                </p:cTn>
                              </p:par>
                            </p:childTnLst>
                          </p:cTn>
                        </p:par>
                        <p:par>
                          <p:cTn id="20" fill="hold">
                            <p:stCondLst>
                              <p:cond delay="2000"/>
                            </p:stCondLst>
                            <p:childTnLst>
                              <p:par>
                                <p:cTn id="21" presetID="10" presetClass="entr" presetSubtype="0" fill="hold" nodeType="afterEffect">
                                  <p:stCondLst>
                                    <p:cond delay="0"/>
                                  </p:stCondLst>
                                  <p:childTnLst>
                                    <p:set>
                                      <p:cBhvr>
                                        <p:cTn id="22" dur="1" fill="hold">
                                          <p:stCondLst>
                                            <p:cond delay="0"/>
                                          </p:stCondLst>
                                        </p:cTn>
                                        <p:tgtEl>
                                          <p:spTgt spid="28675">
                                            <p:txEl>
                                              <p:pRg st="4" end="4"/>
                                            </p:txEl>
                                          </p:spTgt>
                                        </p:tgtEl>
                                        <p:attrNameLst>
                                          <p:attrName>style.visibility</p:attrName>
                                        </p:attrNameLst>
                                      </p:cBhvr>
                                      <p:to>
                                        <p:strVal val="visible"/>
                                      </p:to>
                                    </p:set>
                                    <p:animEffect transition="in" filter="fade">
                                      <p:cBhvr>
                                        <p:cTn id="23" dur="500"/>
                                        <p:tgtEl>
                                          <p:spTgt spid="28675">
                                            <p:txEl>
                                              <p:pRg st="4" end="4"/>
                                            </p:txEl>
                                          </p:spTgt>
                                        </p:tgtEl>
                                      </p:cBhvr>
                                    </p:animEffect>
                                  </p:childTnLst>
                                </p:cTn>
                              </p:par>
                            </p:childTnLst>
                          </p:cTn>
                        </p:par>
                        <p:par>
                          <p:cTn id="24" fill="hold">
                            <p:stCondLst>
                              <p:cond delay="2500"/>
                            </p:stCondLst>
                            <p:childTnLst>
                              <p:par>
                                <p:cTn id="25" presetID="10" presetClass="entr" presetSubtype="0" fill="hold" nodeType="afterEffect">
                                  <p:stCondLst>
                                    <p:cond delay="0"/>
                                  </p:stCondLst>
                                  <p:childTnLst>
                                    <p:set>
                                      <p:cBhvr>
                                        <p:cTn id="26" dur="1" fill="hold">
                                          <p:stCondLst>
                                            <p:cond delay="0"/>
                                          </p:stCondLst>
                                        </p:cTn>
                                        <p:tgtEl>
                                          <p:spTgt spid="28675">
                                            <p:txEl>
                                              <p:pRg st="5" end="5"/>
                                            </p:txEl>
                                          </p:spTgt>
                                        </p:tgtEl>
                                        <p:attrNameLst>
                                          <p:attrName>style.visibility</p:attrName>
                                        </p:attrNameLst>
                                      </p:cBhvr>
                                      <p:to>
                                        <p:strVal val="visible"/>
                                      </p:to>
                                    </p:set>
                                    <p:animEffect transition="in" filter="fade">
                                      <p:cBhvr>
                                        <p:cTn id="27" dur="500"/>
                                        <p:tgtEl>
                                          <p:spTgt spid="28675">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1" name="Rectangle 3"/>
          <p:cNvSpPr>
            <a:spLocks noGrp="1" noChangeArrowheads="1"/>
          </p:cNvSpPr>
          <p:nvPr>
            <p:ph idx="1"/>
          </p:nvPr>
        </p:nvSpPr>
        <p:spPr>
          <a:xfrm>
            <a:off x="978195" y="1672056"/>
            <a:ext cx="10460665" cy="4351338"/>
          </a:xfrm>
        </p:spPr>
        <p:txBody>
          <a:bodyPr>
            <a:normAutofit/>
          </a:bodyPr>
          <a:lstStyle/>
          <a:p>
            <a:pPr marL="0" indent="0" eaLnBrk="1" hangingPunct="1">
              <a:spcAft>
                <a:spcPts val="1200"/>
              </a:spcAft>
              <a:buNone/>
            </a:pPr>
            <a:r>
              <a:rPr lang="en-US" altLang="en-US" dirty="0">
                <a:solidFill>
                  <a:schemeClr val="accent5">
                    <a:lumMod val="75000"/>
                  </a:schemeClr>
                </a:solidFill>
              </a:rPr>
              <a:t>Be Easy to Learn</a:t>
            </a:r>
          </a:p>
          <a:p>
            <a:pPr marL="457200" lvl="1" indent="0" eaLnBrk="1" hangingPunct="1">
              <a:spcAft>
                <a:spcPts val="1200"/>
              </a:spcAft>
              <a:buNone/>
            </a:pPr>
            <a:r>
              <a:rPr lang="en-US" altLang="en-US" sz="2800" dirty="0"/>
              <a:t>People don't invest time learning to use a website</a:t>
            </a:r>
          </a:p>
          <a:p>
            <a:pPr marL="0" indent="0" eaLnBrk="1" hangingPunct="1">
              <a:spcAft>
                <a:spcPts val="1200"/>
              </a:spcAft>
              <a:buNone/>
            </a:pPr>
            <a:r>
              <a:rPr lang="en-US" altLang="en-US" dirty="0">
                <a:solidFill>
                  <a:schemeClr val="accent5">
                    <a:lumMod val="75000"/>
                  </a:schemeClr>
                </a:solidFill>
              </a:rPr>
              <a:t>Be Consistent</a:t>
            </a:r>
          </a:p>
          <a:p>
            <a:pPr marL="457200" lvl="1" indent="0" eaLnBrk="1" hangingPunct="1">
              <a:spcAft>
                <a:spcPts val="1200"/>
              </a:spcAft>
              <a:buNone/>
            </a:pPr>
            <a:r>
              <a:rPr lang="en-US" altLang="en-US" sz="2800" dirty="0"/>
              <a:t>Should be predictable.  User shouldn't feel lost</a:t>
            </a:r>
          </a:p>
          <a:p>
            <a:pPr marL="0" indent="0" eaLnBrk="1" hangingPunct="1">
              <a:spcAft>
                <a:spcPts val="1200"/>
              </a:spcAft>
              <a:buNone/>
            </a:pPr>
            <a:r>
              <a:rPr lang="en-US" altLang="en-US" dirty="0">
                <a:solidFill>
                  <a:schemeClr val="accent5">
                    <a:lumMod val="75000"/>
                  </a:schemeClr>
                </a:solidFill>
              </a:rPr>
              <a:t>Provide feedback</a:t>
            </a:r>
          </a:p>
          <a:p>
            <a:pPr marL="457200" lvl="1" indent="0" eaLnBrk="1" hangingPunct="1">
              <a:spcAft>
                <a:spcPts val="1200"/>
              </a:spcAft>
              <a:buNone/>
            </a:pPr>
            <a:r>
              <a:rPr lang="en-US" altLang="en-US" sz="2800" dirty="0"/>
              <a:t>Let user know where they are: "You are here"</a:t>
            </a:r>
          </a:p>
          <a:p>
            <a:pPr marL="457200" lvl="1" indent="0" eaLnBrk="1" hangingPunct="1">
              <a:buNone/>
            </a:pPr>
            <a:endParaRPr lang="en-US" altLang="en-US" sz="2800" dirty="0"/>
          </a:p>
        </p:txBody>
      </p:sp>
      <p:sp>
        <p:nvSpPr>
          <p:cNvPr id="4" name="Rectangle 2">
            <a:extLst>
              <a:ext uri="{FF2B5EF4-FFF2-40B4-BE49-F238E27FC236}">
                <a16:creationId xmlns:a16="http://schemas.microsoft.com/office/drawing/2014/main" id="{E6022894-9C41-8278-E3F0-151D666C9C5A}"/>
              </a:ext>
            </a:extLst>
          </p:cNvPr>
          <p:cNvSpPr>
            <a:spLocks noGrp="1" noChangeArrowheads="1"/>
          </p:cNvSpPr>
          <p:nvPr>
            <p:ph type="title"/>
          </p:nvPr>
        </p:nvSpPr>
        <p:spPr>
          <a:xfrm>
            <a:off x="797442" y="365126"/>
            <a:ext cx="10556358" cy="768350"/>
          </a:xfrm>
        </p:spPr>
        <p:txBody>
          <a:bodyPr>
            <a:normAutofit/>
          </a:bodyPr>
          <a:lstStyle/>
          <a:p>
            <a:pPr eaLnBrk="1" hangingPunct="1"/>
            <a:r>
              <a:rPr lang="en-US" altLang="en-US" dirty="0"/>
              <a:t>Takeaways: </a:t>
            </a:r>
            <a:r>
              <a:rPr lang="en-US" altLang="en-US" sz="3400" dirty="0">
                <a:solidFill>
                  <a:schemeClr val="accent4">
                    <a:lumMod val="50000"/>
                  </a:schemeClr>
                </a:solidFill>
              </a:rPr>
              <a:t>Principles of Successful Navigation</a:t>
            </a:r>
          </a:p>
        </p:txBody>
      </p:sp>
    </p:spTree>
    <p:extLst>
      <p:ext uri="{BB962C8B-B14F-4D97-AF65-F5344CB8AC3E}">
        <p14:creationId xmlns:p14="http://schemas.microsoft.com/office/powerpoint/2010/main" val="285439583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32771">
                                            <p:txEl>
                                              <p:pRg st="0" end="0"/>
                                            </p:txEl>
                                          </p:spTgt>
                                        </p:tgtEl>
                                        <p:attrNameLst>
                                          <p:attrName>style.visibility</p:attrName>
                                        </p:attrNameLst>
                                      </p:cBhvr>
                                      <p:to>
                                        <p:strVal val="visible"/>
                                      </p:to>
                                    </p:set>
                                    <p:animEffect transition="in" filter="fade">
                                      <p:cBhvr>
                                        <p:cTn id="7" dur="500"/>
                                        <p:tgtEl>
                                          <p:spTgt spid="32771">
                                            <p:txEl>
                                              <p:pRg st="0" end="0"/>
                                            </p:txEl>
                                          </p:spTgt>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32771">
                                            <p:txEl>
                                              <p:pRg st="1" end="1"/>
                                            </p:txEl>
                                          </p:spTgt>
                                        </p:tgtEl>
                                        <p:attrNameLst>
                                          <p:attrName>style.visibility</p:attrName>
                                        </p:attrNameLst>
                                      </p:cBhvr>
                                      <p:to>
                                        <p:strVal val="visible"/>
                                      </p:to>
                                    </p:set>
                                    <p:animEffect transition="in" filter="fade">
                                      <p:cBhvr>
                                        <p:cTn id="11" dur="500"/>
                                        <p:tgtEl>
                                          <p:spTgt spid="32771">
                                            <p:txEl>
                                              <p:pRg st="1" end="1"/>
                                            </p:txEl>
                                          </p:spTgt>
                                        </p:tgtEl>
                                      </p:cBhvr>
                                    </p:animEffect>
                                  </p:childTnLst>
                                </p:cTn>
                              </p:par>
                            </p:childTnLst>
                          </p:cTn>
                        </p:par>
                        <p:par>
                          <p:cTn id="12" fill="hold">
                            <p:stCondLst>
                              <p:cond delay="1000"/>
                            </p:stCondLst>
                            <p:childTnLst>
                              <p:par>
                                <p:cTn id="13" presetID="10" presetClass="entr" presetSubtype="0" fill="hold" nodeType="afterEffect">
                                  <p:stCondLst>
                                    <p:cond delay="0"/>
                                  </p:stCondLst>
                                  <p:childTnLst>
                                    <p:set>
                                      <p:cBhvr>
                                        <p:cTn id="14" dur="1" fill="hold">
                                          <p:stCondLst>
                                            <p:cond delay="0"/>
                                          </p:stCondLst>
                                        </p:cTn>
                                        <p:tgtEl>
                                          <p:spTgt spid="32771">
                                            <p:txEl>
                                              <p:pRg st="2" end="2"/>
                                            </p:txEl>
                                          </p:spTgt>
                                        </p:tgtEl>
                                        <p:attrNameLst>
                                          <p:attrName>style.visibility</p:attrName>
                                        </p:attrNameLst>
                                      </p:cBhvr>
                                      <p:to>
                                        <p:strVal val="visible"/>
                                      </p:to>
                                    </p:set>
                                    <p:animEffect transition="in" filter="fade">
                                      <p:cBhvr>
                                        <p:cTn id="15" dur="500"/>
                                        <p:tgtEl>
                                          <p:spTgt spid="32771">
                                            <p:txEl>
                                              <p:pRg st="2" end="2"/>
                                            </p:txEl>
                                          </p:spTgt>
                                        </p:tgtEl>
                                      </p:cBhvr>
                                    </p:animEffect>
                                  </p:childTnLst>
                                </p:cTn>
                              </p:par>
                            </p:childTnLst>
                          </p:cTn>
                        </p:par>
                        <p:par>
                          <p:cTn id="16" fill="hold">
                            <p:stCondLst>
                              <p:cond delay="1500"/>
                            </p:stCondLst>
                            <p:childTnLst>
                              <p:par>
                                <p:cTn id="17" presetID="10" presetClass="entr" presetSubtype="0" fill="hold" nodeType="afterEffect">
                                  <p:stCondLst>
                                    <p:cond delay="0"/>
                                  </p:stCondLst>
                                  <p:childTnLst>
                                    <p:set>
                                      <p:cBhvr>
                                        <p:cTn id="18" dur="1" fill="hold">
                                          <p:stCondLst>
                                            <p:cond delay="0"/>
                                          </p:stCondLst>
                                        </p:cTn>
                                        <p:tgtEl>
                                          <p:spTgt spid="32771">
                                            <p:txEl>
                                              <p:pRg st="3" end="3"/>
                                            </p:txEl>
                                          </p:spTgt>
                                        </p:tgtEl>
                                        <p:attrNameLst>
                                          <p:attrName>style.visibility</p:attrName>
                                        </p:attrNameLst>
                                      </p:cBhvr>
                                      <p:to>
                                        <p:strVal val="visible"/>
                                      </p:to>
                                    </p:set>
                                    <p:animEffect transition="in" filter="fade">
                                      <p:cBhvr>
                                        <p:cTn id="19" dur="500"/>
                                        <p:tgtEl>
                                          <p:spTgt spid="32771">
                                            <p:txEl>
                                              <p:pRg st="3" end="3"/>
                                            </p:txEl>
                                          </p:spTgt>
                                        </p:tgtEl>
                                      </p:cBhvr>
                                    </p:animEffect>
                                  </p:childTnLst>
                                </p:cTn>
                              </p:par>
                            </p:childTnLst>
                          </p:cTn>
                        </p:par>
                        <p:par>
                          <p:cTn id="20" fill="hold">
                            <p:stCondLst>
                              <p:cond delay="2000"/>
                            </p:stCondLst>
                            <p:childTnLst>
                              <p:par>
                                <p:cTn id="21" presetID="10" presetClass="entr" presetSubtype="0" fill="hold" nodeType="afterEffect">
                                  <p:stCondLst>
                                    <p:cond delay="0"/>
                                  </p:stCondLst>
                                  <p:childTnLst>
                                    <p:set>
                                      <p:cBhvr>
                                        <p:cTn id="22" dur="1" fill="hold">
                                          <p:stCondLst>
                                            <p:cond delay="0"/>
                                          </p:stCondLst>
                                        </p:cTn>
                                        <p:tgtEl>
                                          <p:spTgt spid="32771">
                                            <p:txEl>
                                              <p:pRg st="4" end="4"/>
                                            </p:txEl>
                                          </p:spTgt>
                                        </p:tgtEl>
                                        <p:attrNameLst>
                                          <p:attrName>style.visibility</p:attrName>
                                        </p:attrNameLst>
                                      </p:cBhvr>
                                      <p:to>
                                        <p:strVal val="visible"/>
                                      </p:to>
                                    </p:set>
                                    <p:animEffect transition="in" filter="fade">
                                      <p:cBhvr>
                                        <p:cTn id="23" dur="500"/>
                                        <p:tgtEl>
                                          <p:spTgt spid="32771">
                                            <p:txEl>
                                              <p:pRg st="4" end="4"/>
                                            </p:txEl>
                                          </p:spTgt>
                                        </p:tgtEl>
                                      </p:cBhvr>
                                    </p:animEffect>
                                  </p:childTnLst>
                                </p:cTn>
                              </p:par>
                            </p:childTnLst>
                          </p:cTn>
                        </p:par>
                        <p:par>
                          <p:cTn id="24" fill="hold">
                            <p:stCondLst>
                              <p:cond delay="2500"/>
                            </p:stCondLst>
                            <p:childTnLst>
                              <p:par>
                                <p:cTn id="25" presetID="10" presetClass="entr" presetSubtype="0" fill="hold" nodeType="afterEffect">
                                  <p:stCondLst>
                                    <p:cond delay="0"/>
                                  </p:stCondLst>
                                  <p:childTnLst>
                                    <p:set>
                                      <p:cBhvr>
                                        <p:cTn id="26" dur="1" fill="hold">
                                          <p:stCondLst>
                                            <p:cond delay="0"/>
                                          </p:stCondLst>
                                        </p:cTn>
                                        <p:tgtEl>
                                          <p:spTgt spid="32771">
                                            <p:txEl>
                                              <p:pRg st="5" end="5"/>
                                            </p:txEl>
                                          </p:spTgt>
                                        </p:tgtEl>
                                        <p:attrNameLst>
                                          <p:attrName>style.visibility</p:attrName>
                                        </p:attrNameLst>
                                      </p:cBhvr>
                                      <p:to>
                                        <p:strVal val="visible"/>
                                      </p:to>
                                    </p:set>
                                    <p:animEffect transition="in" filter="fade">
                                      <p:cBhvr>
                                        <p:cTn id="27" dur="500"/>
                                        <p:tgtEl>
                                          <p:spTgt spid="32771">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1" name="Rectangle 3"/>
          <p:cNvSpPr>
            <a:spLocks noGrp="1" noChangeArrowheads="1"/>
          </p:cNvSpPr>
          <p:nvPr>
            <p:ph idx="1"/>
          </p:nvPr>
        </p:nvSpPr>
        <p:spPr>
          <a:xfrm>
            <a:off x="988828" y="1690688"/>
            <a:ext cx="10364972" cy="4351338"/>
          </a:xfrm>
        </p:spPr>
        <p:txBody>
          <a:bodyPr>
            <a:normAutofit/>
          </a:bodyPr>
          <a:lstStyle/>
          <a:p>
            <a:pPr marL="0" indent="0">
              <a:spcAft>
                <a:spcPts val="1200"/>
              </a:spcAft>
              <a:buNone/>
            </a:pPr>
            <a:r>
              <a:rPr lang="en-US" altLang="en-US" dirty="0">
                <a:solidFill>
                  <a:schemeClr val="accent5">
                    <a:lumMod val="75000"/>
                  </a:schemeClr>
                </a:solidFill>
              </a:rPr>
              <a:t>Offer alternatives</a:t>
            </a:r>
          </a:p>
          <a:p>
            <a:pPr marL="457200" lvl="1" indent="0">
              <a:spcAft>
                <a:spcPts val="1200"/>
              </a:spcAft>
              <a:buNone/>
            </a:pPr>
            <a:r>
              <a:rPr lang="en-US" altLang="en-US" sz="2800" dirty="0"/>
              <a:t>Don't tie user to just one way of moving around</a:t>
            </a:r>
          </a:p>
          <a:p>
            <a:pPr marL="0" indent="0">
              <a:spcAft>
                <a:spcPts val="1200"/>
              </a:spcAft>
              <a:buNone/>
            </a:pPr>
            <a:r>
              <a:rPr lang="en-US" altLang="en-US" dirty="0">
                <a:solidFill>
                  <a:schemeClr val="accent5">
                    <a:lumMod val="75000"/>
                  </a:schemeClr>
                </a:solidFill>
              </a:rPr>
              <a:t>Economize action and time</a:t>
            </a:r>
          </a:p>
          <a:p>
            <a:pPr marL="457200" lvl="1" indent="0">
              <a:spcAft>
                <a:spcPts val="1200"/>
              </a:spcAft>
              <a:buNone/>
            </a:pPr>
            <a:r>
              <a:rPr lang="en-US" altLang="en-US" sz="2800" dirty="0"/>
              <a:t>People lose interest if the path is long</a:t>
            </a:r>
          </a:p>
          <a:p>
            <a:pPr marL="0" indent="0">
              <a:spcAft>
                <a:spcPts val="1200"/>
              </a:spcAft>
              <a:buNone/>
            </a:pPr>
            <a:r>
              <a:rPr lang="en-US" altLang="en-US" dirty="0">
                <a:solidFill>
                  <a:schemeClr val="accent5">
                    <a:lumMod val="75000"/>
                  </a:schemeClr>
                </a:solidFill>
              </a:rPr>
              <a:t>Use clear and understandable labels</a:t>
            </a:r>
          </a:p>
          <a:p>
            <a:pPr marL="457200" lvl="1" indent="0">
              <a:spcAft>
                <a:spcPts val="1200"/>
              </a:spcAft>
              <a:buNone/>
            </a:pPr>
            <a:r>
              <a:rPr lang="en-US" altLang="en-US" sz="2800" dirty="0"/>
              <a:t>Never use a big word when a small one will do</a:t>
            </a:r>
          </a:p>
          <a:p>
            <a:pPr lvl="1" eaLnBrk="1" hangingPunct="1">
              <a:spcAft>
                <a:spcPts val="1200"/>
              </a:spcAft>
            </a:pPr>
            <a:endParaRPr lang="en-US" altLang="en-US" sz="2800" dirty="0"/>
          </a:p>
        </p:txBody>
      </p:sp>
      <p:sp>
        <p:nvSpPr>
          <p:cNvPr id="9" name="Rectangle 2">
            <a:extLst>
              <a:ext uri="{FF2B5EF4-FFF2-40B4-BE49-F238E27FC236}">
                <a16:creationId xmlns:a16="http://schemas.microsoft.com/office/drawing/2014/main" id="{A397D38F-0968-80F4-C1EF-9AB530E229DA}"/>
              </a:ext>
            </a:extLst>
          </p:cNvPr>
          <p:cNvSpPr>
            <a:spLocks noGrp="1" noChangeArrowheads="1"/>
          </p:cNvSpPr>
          <p:nvPr>
            <p:ph type="title"/>
          </p:nvPr>
        </p:nvSpPr>
        <p:spPr>
          <a:xfrm>
            <a:off x="797442" y="365126"/>
            <a:ext cx="10556358" cy="768350"/>
          </a:xfrm>
        </p:spPr>
        <p:txBody>
          <a:bodyPr>
            <a:normAutofit/>
          </a:bodyPr>
          <a:lstStyle/>
          <a:p>
            <a:pPr eaLnBrk="1" hangingPunct="1"/>
            <a:r>
              <a:rPr lang="en-US" altLang="en-US" dirty="0"/>
              <a:t>Takeaways: </a:t>
            </a:r>
            <a:r>
              <a:rPr lang="en-US" altLang="en-US" sz="3400" dirty="0">
                <a:solidFill>
                  <a:schemeClr val="accent4">
                    <a:lumMod val="50000"/>
                  </a:schemeClr>
                </a:solidFill>
              </a:rPr>
              <a:t>Principles of Successful Navigation</a:t>
            </a:r>
          </a:p>
        </p:txBody>
      </p:sp>
    </p:spTree>
    <p:extLst>
      <p:ext uri="{BB962C8B-B14F-4D97-AF65-F5344CB8AC3E}">
        <p14:creationId xmlns:p14="http://schemas.microsoft.com/office/powerpoint/2010/main" val="5995805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32771">
                                            <p:txEl>
                                              <p:pRg st="0" end="0"/>
                                            </p:txEl>
                                          </p:spTgt>
                                        </p:tgtEl>
                                        <p:attrNameLst>
                                          <p:attrName>style.visibility</p:attrName>
                                        </p:attrNameLst>
                                      </p:cBhvr>
                                      <p:to>
                                        <p:strVal val="visible"/>
                                      </p:to>
                                    </p:set>
                                    <p:animEffect transition="in" filter="fade">
                                      <p:cBhvr>
                                        <p:cTn id="7" dur="500"/>
                                        <p:tgtEl>
                                          <p:spTgt spid="32771">
                                            <p:txEl>
                                              <p:pRg st="0" end="0"/>
                                            </p:txEl>
                                          </p:spTgt>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32771">
                                            <p:txEl>
                                              <p:pRg st="1" end="1"/>
                                            </p:txEl>
                                          </p:spTgt>
                                        </p:tgtEl>
                                        <p:attrNameLst>
                                          <p:attrName>style.visibility</p:attrName>
                                        </p:attrNameLst>
                                      </p:cBhvr>
                                      <p:to>
                                        <p:strVal val="visible"/>
                                      </p:to>
                                    </p:set>
                                    <p:animEffect transition="in" filter="fade">
                                      <p:cBhvr>
                                        <p:cTn id="11" dur="500"/>
                                        <p:tgtEl>
                                          <p:spTgt spid="32771">
                                            <p:txEl>
                                              <p:pRg st="1" end="1"/>
                                            </p:txEl>
                                          </p:spTgt>
                                        </p:tgtEl>
                                      </p:cBhvr>
                                    </p:animEffect>
                                  </p:childTnLst>
                                </p:cTn>
                              </p:par>
                            </p:childTnLst>
                          </p:cTn>
                        </p:par>
                        <p:par>
                          <p:cTn id="12" fill="hold">
                            <p:stCondLst>
                              <p:cond delay="1000"/>
                            </p:stCondLst>
                            <p:childTnLst>
                              <p:par>
                                <p:cTn id="13" presetID="10" presetClass="entr" presetSubtype="0" fill="hold" nodeType="afterEffect">
                                  <p:stCondLst>
                                    <p:cond delay="0"/>
                                  </p:stCondLst>
                                  <p:childTnLst>
                                    <p:set>
                                      <p:cBhvr>
                                        <p:cTn id="14" dur="1" fill="hold">
                                          <p:stCondLst>
                                            <p:cond delay="0"/>
                                          </p:stCondLst>
                                        </p:cTn>
                                        <p:tgtEl>
                                          <p:spTgt spid="32771">
                                            <p:txEl>
                                              <p:pRg st="2" end="2"/>
                                            </p:txEl>
                                          </p:spTgt>
                                        </p:tgtEl>
                                        <p:attrNameLst>
                                          <p:attrName>style.visibility</p:attrName>
                                        </p:attrNameLst>
                                      </p:cBhvr>
                                      <p:to>
                                        <p:strVal val="visible"/>
                                      </p:to>
                                    </p:set>
                                    <p:animEffect transition="in" filter="fade">
                                      <p:cBhvr>
                                        <p:cTn id="15" dur="500"/>
                                        <p:tgtEl>
                                          <p:spTgt spid="32771">
                                            <p:txEl>
                                              <p:pRg st="2" end="2"/>
                                            </p:txEl>
                                          </p:spTgt>
                                        </p:tgtEl>
                                      </p:cBhvr>
                                    </p:animEffect>
                                  </p:childTnLst>
                                </p:cTn>
                              </p:par>
                            </p:childTnLst>
                          </p:cTn>
                        </p:par>
                        <p:par>
                          <p:cTn id="16" fill="hold">
                            <p:stCondLst>
                              <p:cond delay="1500"/>
                            </p:stCondLst>
                            <p:childTnLst>
                              <p:par>
                                <p:cTn id="17" presetID="10" presetClass="entr" presetSubtype="0" fill="hold" nodeType="afterEffect">
                                  <p:stCondLst>
                                    <p:cond delay="0"/>
                                  </p:stCondLst>
                                  <p:childTnLst>
                                    <p:set>
                                      <p:cBhvr>
                                        <p:cTn id="18" dur="1" fill="hold">
                                          <p:stCondLst>
                                            <p:cond delay="0"/>
                                          </p:stCondLst>
                                        </p:cTn>
                                        <p:tgtEl>
                                          <p:spTgt spid="32771">
                                            <p:txEl>
                                              <p:pRg st="3" end="3"/>
                                            </p:txEl>
                                          </p:spTgt>
                                        </p:tgtEl>
                                        <p:attrNameLst>
                                          <p:attrName>style.visibility</p:attrName>
                                        </p:attrNameLst>
                                      </p:cBhvr>
                                      <p:to>
                                        <p:strVal val="visible"/>
                                      </p:to>
                                    </p:set>
                                    <p:animEffect transition="in" filter="fade">
                                      <p:cBhvr>
                                        <p:cTn id="19" dur="500"/>
                                        <p:tgtEl>
                                          <p:spTgt spid="32771">
                                            <p:txEl>
                                              <p:pRg st="3" end="3"/>
                                            </p:txEl>
                                          </p:spTgt>
                                        </p:tgtEl>
                                      </p:cBhvr>
                                    </p:animEffect>
                                  </p:childTnLst>
                                </p:cTn>
                              </p:par>
                            </p:childTnLst>
                          </p:cTn>
                        </p:par>
                        <p:par>
                          <p:cTn id="20" fill="hold">
                            <p:stCondLst>
                              <p:cond delay="2000"/>
                            </p:stCondLst>
                            <p:childTnLst>
                              <p:par>
                                <p:cTn id="21" presetID="10" presetClass="entr" presetSubtype="0" fill="hold" nodeType="afterEffect">
                                  <p:stCondLst>
                                    <p:cond delay="0"/>
                                  </p:stCondLst>
                                  <p:childTnLst>
                                    <p:set>
                                      <p:cBhvr>
                                        <p:cTn id="22" dur="1" fill="hold">
                                          <p:stCondLst>
                                            <p:cond delay="0"/>
                                          </p:stCondLst>
                                        </p:cTn>
                                        <p:tgtEl>
                                          <p:spTgt spid="32771">
                                            <p:txEl>
                                              <p:pRg st="4" end="4"/>
                                            </p:txEl>
                                          </p:spTgt>
                                        </p:tgtEl>
                                        <p:attrNameLst>
                                          <p:attrName>style.visibility</p:attrName>
                                        </p:attrNameLst>
                                      </p:cBhvr>
                                      <p:to>
                                        <p:strVal val="visible"/>
                                      </p:to>
                                    </p:set>
                                    <p:animEffect transition="in" filter="fade">
                                      <p:cBhvr>
                                        <p:cTn id="23" dur="500"/>
                                        <p:tgtEl>
                                          <p:spTgt spid="32771">
                                            <p:txEl>
                                              <p:pRg st="4" end="4"/>
                                            </p:txEl>
                                          </p:spTgt>
                                        </p:tgtEl>
                                      </p:cBhvr>
                                    </p:animEffect>
                                  </p:childTnLst>
                                </p:cTn>
                              </p:par>
                            </p:childTnLst>
                          </p:cTn>
                        </p:par>
                        <p:par>
                          <p:cTn id="24" fill="hold">
                            <p:stCondLst>
                              <p:cond delay="2500"/>
                            </p:stCondLst>
                            <p:childTnLst>
                              <p:par>
                                <p:cTn id="25" presetID="10" presetClass="entr" presetSubtype="0" fill="hold" nodeType="afterEffect">
                                  <p:stCondLst>
                                    <p:cond delay="0"/>
                                  </p:stCondLst>
                                  <p:childTnLst>
                                    <p:set>
                                      <p:cBhvr>
                                        <p:cTn id="26" dur="1" fill="hold">
                                          <p:stCondLst>
                                            <p:cond delay="0"/>
                                          </p:stCondLst>
                                        </p:cTn>
                                        <p:tgtEl>
                                          <p:spTgt spid="32771">
                                            <p:txEl>
                                              <p:pRg st="5" end="5"/>
                                            </p:txEl>
                                          </p:spTgt>
                                        </p:tgtEl>
                                        <p:attrNameLst>
                                          <p:attrName>style.visibility</p:attrName>
                                        </p:attrNameLst>
                                      </p:cBhvr>
                                      <p:to>
                                        <p:strVal val="visible"/>
                                      </p:to>
                                    </p:set>
                                    <p:animEffect transition="in" filter="fade">
                                      <p:cBhvr>
                                        <p:cTn id="27" dur="500"/>
                                        <p:tgtEl>
                                          <p:spTgt spid="32771">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dirty="0"/>
              <a:t>Pseudo Classes</a:t>
            </a:r>
          </a:p>
        </p:txBody>
      </p:sp>
      <p:sp>
        <p:nvSpPr>
          <p:cNvPr id="7" name="Text Placeholder 6"/>
          <p:cNvSpPr>
            <a:spLocks noGrp="1"/>
          </p:cNvSpPr>
          <p:nvPr>
            <p:ph type="body" idx="1"/>
          </p:nvPr>
        </p:nvSpPr>
        <p:spPr/>
        <p:txBody>
          <a:bodyPr/>
          <a:lstStyle/>
          <a:p>
            <a:endParaRPr lang="en-US"/>
          </a:p>
        </p:txBody>
      </p:sp>
    </p:spTree>
    <p:extLst>
      <p:ext uri="{BB962C8B-B14F-4D97-AF65-F5344CB8AC3E}">
        <p14:creationId xmlns:p14="http://schemas.microsoft.com/office/powerpoint/2010/main" val="10004262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Pseudo-classes </a:t>
            </a:r>
          </a:p>
        </p:txBody>
      </p:sp>
      <p:sp>
        <p:nvSpPr>
          <p:cNvPr id="5" name="Content Placeholder 4"/>
          <p:cNvSpPr>
            <a:spLocks noGrp="1"/>
          </p:cNvSpPr>
          <p:nvPr>
            <p:ph idx="1"/>
          </p:nvPr>
        </p:nvSpPr>
        <p:spPr>
          <a:xfrm>
            <a:off x="838200" y="1690688"/>
            <a:ext cx="10515600" cy="4487863"/>
          </a:xfrm>
        </p:spPr>
        <p:txBody>
          <a:bodyPr/>
          <a:lstStyle/>
          <a:p>
            <a:pPr marL="0" indent="0">
              <a:spcAft>
                <a:spcPts val="1200"/>
              </a:spcAft>
              <a:buNone/>
            </a:pPr>
            <a:r>
              <a:rPr lang="en-US" dirty="0"/>
              <a:t>CSS pseudo-classes are designed to allow us to add special effects to some selectors  </a:t>
            </a:r>
          </a:p>
          <a:p>
            <a:pPr marL="0" indent="0">
              <a:spcAft>
                <a:spcPts val="1200"/>
              </a:spcAft>
              <a:buNone/>
            </a:pPr>
            <a:r>
              <a:rPr lang="en-US" dirty="0"/>
              <a:t>For instance, if we wanted to change the way a hyperlink looks when someone hovers over a link, we can do that with pseudo-classes</a:t>
            </a:r>
          </a:p>
        </p:txBody>
      </p:sp>
    </p:spTree>
    <p:extLst>
      <p:ext uri="{BB962C8B-B14F-4D97-AF65-F5344CB8AC3E}">
        <p14:creationId xmlns:p14="http://schemas.microsoft.com/office/powerpoint/2010/main" val="15183035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Pseudo-classes </a:t>
            </a:r>
          </a:p>
        </p:txBody>
      </p:sp>
      <p:sp>
        <p:nvSpPr>
          <p:cNvPr id="5" name="Content Placeholder 4"/>
          <p:cNvSpPr>
            <a:spLocks noGrp="1"/>
          </p:cNvSpPr>
          <p:nvPr>
            <p:ph idx="1"/>
          </p:nvPr>
        </p:nvSpPr>
        <p:spPr>
          <a:xfrm>
            <a:off x="838200" y="1690688"/>
            <a:ext cx="10515600" cy="4487863"/>
          </a:xfrm>
        </p:spPr>
        <p:txBody>
          <a:bodyPr/>
          <a:lstStyle/>
          <a:p>
            <a:pPr marL="0" indent="0">
              <a:spcAft>
                <a:spcPts val="1200"/>
              </a:spcAft>
              <a:buNone/>
            </a:pPr>
            <a:r>
              <a:rPr lang="en-US" dirty="0"/>
              <a:t>We signify a pseudo-class with the : colon character after the tag or class</a:t>
            </a:r>
          </a:p>
          <a:p>
            <a:pPr marL="457200" lvl="1" indent="0">
              <a:spcAft>
                <a:spcPts val="1200"/>
              </a:spcAft>
              <a:buNone/>
            </a:pPr>
            <a:r>
              <a:rPr lang="en-US" sz="2800" dirty="0">
                <a:solidFill>
                  <a:srgbClr val="0070C0"/>
                </a:solidFill>
              </a:rPr>
              <a:t>Example</a:t>
            </a:r>
            <a:r>
              <a:rPr lang="en-US" dirty="0"/>
              <a:t>: </a:t>
            </a:r>
          </a:p>
          <a:p>
            <a:pPr marL="457200" lvl="1" indent="0">
              <a:spcAft>
                <a:spcPts val="1200"/>
              </a:spcAft>
              <a:buNone/>
            </a:pPr>
            <a:br>
              <a:rPr lang="en-US" dirty="0"/>
            </a:br>
            <a:r>
              <a:rPr lang="en-US" dirty="0"/>
              <a:t>     </a:t>
            </a:r>
            <a:r>
              <a:rPr lang="en-US" sz="2800" dirty="0">
                <a:solidFill>
                  <a:srgbClr val="0070C0"/>
                </a:solidFill>
              </a:rPr>
              <a:t>a</a:t>
            </a:r>
            <a:r>
              <a:rPr lang="en-US" sz="2800" dirty="0">
                <a:solidFill>
                  <a:srgbClr val="FF0000"/>
                </a:solidFill>
              </a:rPr>
              <a:t>:hover</a:t>
            </a:r>
            <a:r>
              <a:rPr lang="en-US" sz="2800" dirty="0"/>
              <a:t>{ </a:t>
            </a:r>
            <a:r>
              <a:rPr lang="en-US" sz="2800" dirty="0">
                <a:solidFill>
                  <a:srgbClr val="0070C0"/>
                </a:solidFill>
              </a:rPr>
              <a:t>color</a:t>
            </a:r>
            <a:r>
              <a:rPr lang="en-US" sz="2800" dirty="0"/>
              <a:t>:green;}</a:t>
            </a:r>
          </a:p>
          <a:p>
            <a:pPr marL="457200" lvl="1" indent="0">
              <a:spcAft>
                <a:spcPts val="1200"/>
              </a:spcAft>
              <a:buNone/>
            </a:pPr>
            <a:br>
              <a:rPr lang="en-US" sz="2800" dirty="0"/>
            </a:br>
            <a:r>
              <a:rPr lang="en-US" sz="2800" dirty="0"/>
              <a:t>    </a:t>
            </a:r>
            <a:r>
              <a:rPr lang="en-US" sz="2800" dirty="0">
                <a:solidFill>
                  <a:srgbClr val="0070C0"/>
                </a:solidFill>
              </a:rPr>
              <a:t>.nav:hover{color</a:t>
            </a:r>
            <a:r>
              <a:rPr lang="en-US" sz="2800" dirty="0"/>
              <a:t>:green;}</a:t>
            </a:r>
          </a:p>
        </p:txBody>
      </p:sp>
    </p:spTree>
    <p:extLst>
      <p:ext uri="{BB962C8B-B14F-4D97-AF65-F5344CB8AC3E}">
        <p14:creationId xmlns:p14="http://schemas.microsoft.com/office/powerpoint/2010/main" val="41117134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Pseudo-classes</a:t>
            </a:r>
          </a:p>
        </p:txBody>
      </p:sp>
      <p:sp>
        <p:nvSpPr>
          <p:cNvPr id="3" name="Content Placeholder 2"/>
          <p:cNvSpPr>
            <a:spLocks noGrp="1"/>
          </p:cNvSpPr>
          <p:nvPr>
            <p:ph idx="1"/>
          </p:nvPr>
        </p:nvSpPr>
        <p:spPr>
          <a:xfrm>
            <a:off x="838200" y="1690688"/>
            <a:ext cx="10515600" cy="4351338"/>
          </a:xfrm>
        </p:spPr>
        <p:txBody>
          <a:bodyPr/>
          <a:lstStyle/>
          <a:p>
            <a:pPr marL="0" indent="0">
              <a:buNone/>
            </a:pPr>
            <a:r>
              <a:rPr lang="en-US" dirty="0"/>
              <a:t>Some examples</a:t>
            </a:r>
          </a:p>
          <a:p>
            <a:pPr marL="457200" lvl="1" indent="0">
              <a:buNone/>
            </a:pPr>
            <a:r>
              <a:rPr lang="en-US" dirty="0"/>
              <a:t>:link		a:link		unvisited links</a:t>
            </a:r>
          </a:p>
          <a:p>
            <a:pPr marL="457200" lvl="1" indent="0">
              <a:buNone/>
            </a:pPr>
            <a:r>
              <a:rPr lang="en-US" dirty="0"/>
              <a:t>:visited		a:visited	visited links</a:t>
            </a:r>
          </a:p>
          <a:p>
            <a:pPr marL="457200" lvl="1" indent="0">
              <a:buNone/>
            </a:pPr>
            <a:r>
              <a:rPr lang="en-US" dirty="0"/>
              <a:t>:active		a:active	active links</a:t>
            </a:r>
          </a:p>
          <a:p>
            <a:pPr marL="457200" lvl="1" indent="0">
              <a:buNone/>
            </a:pPr>
            <a:r>
              <a:rPr lang="en-US" dirty="0"/>
              <a:t>:hover		a:hover	moused-over links</a:t>
            </a:r>
          </a:p>
          <a:p>
            <a:pPr marL="457200" lvl="1" indent="0">
              <a:buNone/>
            </a:pPr>
            <a:r>
              <a:rPr lang="en-US" dirty="0"/>
              <a:t>:first-letter		p:first-letter	first letter of a paragraph</a:t>
            </a:r>
          </a:p>
          <a:p>
            <a:pPr marL="457200" lvl="1" indent="0">
              <a:buNone/>
            </a:pPr>
            <a:r>
              <a:rPr lang="en-US" dirty="0"/>
              <a:t>:first-line		p:first-line	first line of a paragraph</a:t>
            </a:r>
          </a:p>
        </p:txBody>
      </p:sp>
    </p:spTree>
    <p:extLst>
      <p:ext uri="{BB962C8B-B14F-4D97-AF65-F5344CB8AC3E}">
        <p14:creationId xmlns:p14="http://schemas.microsoft.com/office/powerpoint/2010/main" val="106512351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Unordered List Navigation Bar</a:t>
            </a:r>
          </a:p>
        </p:txBody>
      </p:sp>
      <p:sp>
        <p:nvSpPr>
          <p:cNvPr id="5" name="Text Placeholder 4"/>
          <p:cNvSpPr>
            <a:spLocks noGrp="1"/>
          </p:cNvSpPr>
          <p:nvPr>
            <p:ph type="body" idx="1"/>
          </p:nvPr>
        </p:nvSpPr>
        <p:spPr/>
        <p:txBody>
          <a:bodyPr/>
          <a:lstStyle/>
          <a:p>
            <a:r>
              <a:rPr lang="en-US" dirty="0"/>
              <a:t>Example of using CSS to alter a set of tags</a:t>
            </a:r>
          </a:p>
        </p:txBody>
      </p:sp>
    </p:spTree>
    <p:extLst>
      <p:ext uri="{BB962C8B-B14F-4D97-AF65-F5344CB8AC3E}">
        <p14:creationId xmlns:p14="http://schemas.microsoft.com/office/powerpoint/2010/main" val="180198569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HTML &amp; CSS – Navigation Bar</a:t>
            </a:r>
          </a:p>
        </p:txBody>
      </p:sp>
      <p:sp>
        <p:nvSpPr>
          <p:cNvPr id="3" name="Content Placeholder 2"/>
          <p:cNvSpPr>
            <a:spLocks noGrp="1"/>
          </p:cNvSpPr>
          <p:nvPr>
            <p:ph idx="1"/>
          </p:nvPr>
        </p:nvSpPr>
        <p:spPr/>
        <p:txBody>
          <a:bodyPr/>
          <a:lstStyle/>
          <a:p>
            <a:pPr marL="0" indent="0">
              <a:buNone/>
            </a:pPr>
            <a:r>
              <a:rPr lang="en-US" dirty="0"/>
              <a:t>Using HTML and CSS we can transform a basic unordered list into a navigation bar:</a:t>
            </a:r>
          </a:p>
        </p:txBody>
      </p:sp>
      <p:sp>
        <p:nvSpPr>
          <p:cNvPr id="6" name="Curved Up Arrow 5"/>
          <p:cNvSpPr/>
          <p:nvPr/>
        </p:nvSpPr>
        <p:spPr>
          <a:xfrm rot="20849710">
            <a:off x="3023798" y="4270260"/>
            <a:ext cx="1909675" cy="947848"/>
          </a:xfrm>
          <a:prstGeom prst="curvedUpArrow">
            <a:avLst>
              <a:gd name="adj1" fmla="val 25000"/>
              <a:gd name="adj2" fmla="val 50000"/>
              <a:gd name="adj3" fmla="val 4932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pic>
        <p:nvPicPr>
          <p:cNvPr id="4" name="Picture 3"/>
          <p:cNvPicPr>
            <a:picLocks noChangeAspect="1"/>
          </p:cNvPicPr>
          <p:nvPr/>
        </p:nvPicPr>
        <p:blipFill>
          <a:blip r:embed="rId3"/>
          <a:stretch>
            <a:fillRect/>
          </a:stretch>
        </p:blipFill>
        <p:spPr>
          <a:xfrm>
            <a:off x="838200" y="2783241"/>
            <a:ext cx="2365402" cy="3026010"/>
          </a:xfrm>
          <a:prstGeom prst="rect">
            <a:avLst/>
          </a:prstGeom>
        </p:spPr>
      </p:pic>
      <p:graphicFrame>
        <p:nvGraphicFramePr>
          <p:cNvPr id="7" name="Object 6"/>
          <p:cNvGraphicFramePr>
            <a:graphicFrameLocks noChangeAspect="1"/>
          </p:cNvGraphicFramePr>
          <p:nvPr>
            <p:extLst>
              <p:ext uri="{D42A27DB-BD31-4B8C-83A1-F6EECF244321}">
                <p14:modId xmlns:p14="http://schemas.microsoft.com/office/powerpoint/2010/main" val="3154642871"/>
              </p:ext>
            </p:extLst>
          </p:nvPr>
        </p:nvGraphicFramePr>
        <p:xfrm>
          <a:off x="3185475" y="3342922"/>
          <a:ext cx="8784086" cy="514858"/>
        </p:xfrm>
        <a:graphic>
          <a:graphicData uri="http://schemas.openxmlformats.org/presentationml/2006/ole">
            <mc:AlternateContent xmlns:mc="http://schemas.openxmlformats.org/markup-compatibility/2006">
              <mc:Choice xmlns:v="urn:schemas-microsoft-com:vml" Requires="v">
                <p:oleObj name="Image" r:id="rId4" imgW="10184040" imgH="596520" progId="Photoshop.Image.55">
                  <p:embed/>
                </p:oleObj>
              </mc:Choice>
              <mc:Fallback>
                <p:oleObj name="Image" r:id="rId4" imgW="10184040" imgH="596520" progId="Photoshop.Image.55">
                  <p:embed/>
                  <p:pic>
                    <p:nvPicPr>
                      <p:cNvPr id="0" name=""/>
                      <p:cNvPicPr/>
                      <p:nvPr/>
                    </p:nvPicPr>
                    <p:blipFill>
                      <a:blip r:embed="rId5"/>
                      <a:stretch>
                        <a:fillRect/>
                      </a:stretch>
                    </p:blipFill>
                    <p:spPr>
                      <a:xfrm>
                        <a:off x="3185475" y="3342922"/>
                        <a:ext cx="8784086" cy="514858"/>
                      </a:xfrm>
                      <a:prstGeom prst="rect">
                        <a:avLst/>
                      </a:prstGeom>
                    </p:spPr>
                  </p:pic>
                </p:oleObj>
              </mc:Fallback>
            </mc:AlternateContent>
          </a:graphicData>
        </a:graphic>
      </p:graphicFrame>
    </p:spTree>
    <p:extLst>
      <p:ext uri="{BB962C8B-B14F-4D97-AF65-F5344CB8AC3E}">
        <p14:creationId xmlns:p14="http://schemas.microsoft.com/office/powerpoint/2010/main" val="12883536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left)">
                                      <p:cBhvr>
                                        <p:cTn id="7" dur="10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Navigation Bar - HTML</a:t>
            </a:r>
          </a:p>
        </p:txBody>
      </p:sp>
      <p:pic>
        <p:nvPicPr>
          <p:cNvPr id="7" name="Picture 6">
            <a:extLst>
              <a:ext uri="{FF2B5EF4-FFF2-40B4-BE49-F238E27FC236}">
                <a16:creationId xmlns:a16="http://schemas.microsoft.com/office/drawing/2014/main" id="{90FFC135-F436-477C-96C2-A1CA26E1EF9C}"/>
              </a:ext>
            </a:extLst>
          </p:cNvPr>
          <p:cNvPicPr>
            <a:picLocks noChangeAspect="1"/>
          </p:cNvPicPr>
          <p:nvPr/>
        </p:nvPicPr>
        <p:blipFill>
          <a:blip r:embed="rId2"/>
          <a:stretch>
            <a:fillRect/>
          </a:stretch>
        </p:blipFill>
        <p:spPr>
          <a:xfrm>
            <a:off x="1920649" y="1690688"/>
            <a:ext cx="8350701" cy="3359777"/>
          </a:xfrm>
          <a:prstGeom prst="rect">
            <a:avLst/>
          </a:prstGeom>
        </p:spPr>
      </p:pic>
    </p:spTree>
    <p:extLst>
      <p:ext uri="{BB962C8B-B14F-4D97-AF65-F5344CB8AC3E}">
        <p14:creationId xmlns:p14="http://schemas.microsoft.com/office/powerpoint/2010/main" val="20573002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Navigation Bar - CSS</a:t>
            </a:r>
          </a:p>
        </p:txBody>
      </p:sp>
      <p:sp>
        <p:nvSpPr>
          <p:cNvPr id="4" name="Content Placeholder 3"/>
          <p:cNvSpPr>
            <a:spLocks noGrp="1"/>
          </p:cNvSpPr>
          <p:nvPr>
            <p:ph idx="1"/>
          </p:nvPr>
        </p:nvSpPr>
        <p:spPr/>
        <p:txBody>
          <a:bodyPr/>
          <a:lstStyle/>
          <a:p>
            <a:pPr marL="0" indent="0">
              <a:spcAft>
                <a:spcPts val="1200"/>
              </a:spcAft>
              <a:buNone/>
            </a:pPr>
            <a:r>
              <a:rPr lang="en-US" sz="3200" dirty="0"/>
              <a:t>First, remove the bullets, margins, and paddings from the list:</a:t>
            </a:r>
          </a:p>
        </p:txBody>
      </p:sp>
      <p:pic>
        <p:nvPicPr>
          <p:cNvPr id="5" name="Picture 4">
            <a:extLst>
              <a:ext uri="{FF2B5EF4-FFF2-40B4-BE49-F238E27FC236}">
                <a16:creationId xmlns:a16="http://schemas.microsoft.com/office/drawing/2014/main" id="{95C8A3ED-A624-4B23-A87F-096D734A4439}"/>
              </a:ext>
            </a:extLst>
          </p:cNvPr>
          <p:cNvPicPr>
            <a:picLocks noChangeAspect="1"/>
          </p:cNvPicPr>
          <p:nvPr/>
        </p:nvPicPr>
        <p:blipFill>
          <a:blip r:embed="rId2"/>
          <a:stretch>
            <a:fillRect/>
          </a:stretch>
        </p:blipFill>
        <p:spPr>
          <a:xfrm>
            <a:off x="3299816" y="2688234"/>
            <a:ext cx="5592367" cy="2626120"/>
          </a:xfrm>
          <a:prstGeom prst="rect">
            <a:avLst/>
          </a:prstGeom>
        </p:spPr>
      </p:pic>
    </p:spTree>
    <p:extLst>
      <p:ext uri="{BB962C8B-B14F-4D97-AF65-F5344CB8AC3E}">
        <p14:creationId xmlns:p14="http://schemas.microsoft.com/office/powerpoint/2010/main" val="30530688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Navigation Bar - CSS</a:t>
            </a:r>
          </a:p>
        </p:txBody>
      </p:sp>
      <p:sp>
        <p:nvSpPr>
          <p:cNvPr id="4" name="Content Placeholder 3"/>
          <p:cNvSpPr>
            <a:spLocks noGrp="1"/>
          </p:cNvSpPr>
          <p:nvPr>
            <p:ph idx="1"/>
          </p:nvPr>
        </p:nvSpPr>
        <p:spPr/>
        <p:txBody>
          <a:bodyPr/>
          <a:lstStyle/>
          <a:p>
            <a:pPr marL="0" indent="0">
              <a:spcAft>
                <a:spcPts val="1200"/>
              </a:spcAft>
              <a:buNone/>
            </a:pPr>
            <a:r>
              <a:rPr lang="en-US" sz="3200" dirty="0"/>
              <a:t>Second, we need to float the list items to the left:</a:t>
            </a:r>
          </a:p>
        </p:txBody>
      </p:sp>
      <p:pic>
        <p:nvPicPr>
          <p:cNvPr id="7" name="Picture 6">
            <a:extLst>
              <a:ext uri="{FF2B5EF4-FFF2-40B4-BE49-F238E27FC236}">
                <a16:creationId xmlns:a16="http://schemas.microsoft.com/office/drawing/2014/main" id="{6A21BD8A-255D-4FD8-B12D-8CCC20DED413}"/>
              </a:ext>
            </a:extLst>
          </p:cNvPr>
          <p:cNvPicPr>
            <a:picLocks noChangeAspect="1"/>
          </p:cNvPicPr>
          <p:nvPr/>
        </p:nvPicPr>
        <p:blipFill>
          <a:blip r:embed="rId2"/>
          <a:stretch>
            <a:fillRect/>
          </a:stretch>
        </p:blipFill>
        <p:spPr>
          <a:xfrm>
            <a:off x="4194676" y="2781662"/>
            <a:ext cx="3802648" cy="1875398"/>
          </a:xfrm>
          <a:prstGeom prst="rect">
            <a:avLst/>
          </a:prstGeom>
        </p:spPr>
      </p:pic>
    </p:spTree>
    <p:extLst>
      <p:ext uri="{BB962C8B-B14F-4D97-AF65-F5344CB8AC3E}">
        <p14:creationId xmlns:p14="http://schemas.microsoft.com/office/powerpoint/2010/main" val="5322420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Navigation Bar - CSS</a:t>
            </a:r>
          </a:p>
        </p:txBody>
      </p:sp>
      <p:sp>
        <p:nvSpPr>
          <p:cNvPr id="4" name="Content Placeholder 3"/>
          <p:cNvSpPr>
            <a:spLocks noGrp="1"/>
          </p:cNvSpPr>
          <p:nvPr>
            <p:ph idx="1"/>
          </p:nvPr>
        </p:nvSpPr>
        <p:spPr/>
        <p:txBody>
          <a:bodyPr/>
          <a:lstStyle/>
          <a:p>
            <a:pPr marL="0" indent="0">
              <a:spcAft>
                <a:spcPts val="1200"/>
              </a:spcAft>
              <a:buNone/>
            </a:pPr>
            <a:r>
              <a:rPr lang="en-US" sz="3200" dirty="0"/>
              <a:t>Last, we need to display the &lt;a&gt; as a block and set a width:</a:t>
            </a:r>
          </a:p>
        </p:txBody>
      </p:sp>
      <p:pic>
        <p:nvPicPr>
          <p:cNvPr id="5" name="Picture 4"/>
          <p:cNvPicPr>
            <a:picLocks noChangeAspect="1"/>
          </p:cNvPicPr>
          <p:nvPr/>
        </p:nvPicPr>
        <p:blipFill>
          <a:blip r:embed="rId2"/>
          <a:stretch>
            <a:fillRect/>
          </a:stretch>
        </p:blipFill>
        <p:spPr>
          <a:xfrm>
            <a:off x="5613368" y="3718416"/>
            <a:ext cx="5841189" cy="1304484"/>
          </a:xfrm>
          <a:prstGeom prst="rect">
            <a:avLst/>
          </a:prstGeom>
        </p:spPr>
      </p:pic>
      <p:pic>
        <p:nvPicPr>
          <p:cNvPr id="8" name="Picture 7">
            <a:extLst>
              <a:ext uri="{FF2B5EF4-FFF2-40B4-BE49-F238E27FC236}">
                <a16:creationId xmlns:a16="http://schemas.microsoft.com/office/drawing/2014/main" id="{D9CD468E-4FFA-48F8-AE9C-BEE08CC5DDC9}"/>
              </a:ext>
            </a:extLst>
          </p:cNvPr>
          <p:cNvPicPr>
            <a:picLocks noChangeAspect="1"/>
          </p:cNvPicPr>
          <p:nvPr/>
        </p:nvPicPr>
        <p:blipFill>
          <a:blip r:embed="rId3"/>
          <a:stretch>
            <a:fillRect/>
          </a:stretch>
        </p:blipFill>
        <p:spPr>
          <a:xfrm>
            <a:off x="1135560" y="2701058"/>
            <a:ext cx="3824094" cy="1956002"/>
          </a:xfrm>
          <a:prstGeom prst="rect">
            <a:avLst/>
          </a:prstGeom>
        </p:spPr>
      </p:pic>
    </p:spTree>
    <p:extLst>
      <p:ext uri="{BB962C8B-B14F-4D97-AF65-F5344CB8AC3E}">
        <p14:creationId xmlns:p14="http://schemas.microsoft.com/office/powerpoint/2010/main" val="297379563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Navigation Bar - CSS</a:t>
            </a:r>
          </a:p>
        </p:txBody>
      </p:sp>
      <p:sp>
        <p:nvSpPr>
          <p:cNvPr id="4" name="Content Placeholder 3"/>
          <p:cNvSpPr>
            <a:spLocks noGrp="1"/>
          </p:cNvSpPr>
          <p:nvPr>
            <p:ph idx="1"/>
          </p:nvPr>
        </p:nvSpPr>
        <p:spPr/>
        <p:txBody>
          <a:bodyPr/>
          <a:lstStyle/>
          <a:p>
            <a:pPr marL="0" indent="0">
              <a:buNone/>
            </a:pPr>
            <a:r>
              <a:rPr lang="en-US" sz="3200" dirty="0"/>
              <a:t>Let’s make it pretty:</a:t>
            </a:r>
          </a:p>
          <a:p>
            <a:pPr marL="0" indent="0">
              <a:spcAft>
                <a:spcPts val="1200"/>
              </a:spcAft>
              <a:buNone/>
            </a:pPr>
            <a:r>
              <a:rPr lang="en-US" sz="3200" dirty="0"/>
              <a:t>Remove the following CSS:</a:t>
            </a:r>
          </a:p>
        </p:txBody>
      </p:sp>
      <p:pic>
        <p:nvPicPr>
          <p:cNvPr id="5" name="Picture 4">
            <a:extLst>
              <a:ext uri="{FF2B5EF4-FFF2-40B4-BE49-F238E27FC236}">
                <a16:creationId xmlns:a16="http://schemas.microsoft.com/office/drawing/2014/main" id="{D6FBF1FE-D54F-402A-8A0A-687EE97BD74A}"/>
              </a:ext>
            </a:extLst>
          </p:cNvPr>
          <p:cNvPicPr>
            <a:picLocks noChangeAspect="1"/>
          </p:cNvPicPr>
          <p:nvPr/>
        </p:nvPicPr>
        <p:blipFill>
          <a:blip r:embed="rId2"/>
          <a:stretch>
            <a:fillRect/>
          </a:stretch>
        </p:blipFill>
        <p:spPr>
          <a:xfrm>
            <a:off x="4356537" y="3175322"/>
            <a:ext cx="3478925" cy="1779450"/>
          </a:xfrm>
          <a:prstGeom prst="rect">
            <a:avLst/>
          </a:prstGeom>
        </p:spPr>
      </p:pic>
    </p:spTree>
    <p:extLst>
      <p:ext uri="{BB962C8B-B14F-4D97-AF65-F5344CB8AC3E}">
        <p14:creationId xmlns:p14="http://schemas.microsoft.com/office/powerpoint/2010/main" val="943435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rot="16200000">
            <a:off x="-1935767" y="1767582"/>
            <a:ext cx="5197097" cy="1325563"/>
          </a:xfrm>
        </p:spPr>
        <p:txBody>
          <a:bodyPr/>
          <a:lstStyle/>
          <a:p>
            <a:pPr algn="ctr"/>
            <a:r>
              <a:rPr lang="en-US" dirty="0"/>
              <a:t>Navigation Bar - CSS</a:t>
            </a:r>
            <a:endParaRPr lang="en-US" sz="1800" dirty="0">
              <a:solidFill>
                <a:srgbClr val="0070C0"/>
              </a:solidFill>
              <a:latin typeface="+mn-lt"/>
              <a:ea typeface="+mn-ea"/>
              <a:cs typeface="+mn-cs"/>
            </a:endParaRPr>
          </a:p>
        </p:txBody>
      </p:sp>
      <p:graphicFrame>
        <p:nvGraphicFramePr>
          <p:cNvPr id="7" name="Object 6"/>
          <p:cNvGraphicFramePr>
            <a:graphicFrameLocks noChangeAspect="1"/>
          </p:cNvGraphicFramePr>
          <p:nvPr>
            <p:extLst>
              <p:ext uri="{D42A27DB-BD31-4B8C-83A1-F6EECF244321}">
                <p14:modId xmlns:p14="http://schemas.microsoft.com/office/powerpoint/2010/main" val="3057348407"/>
              </p:ext>
            </p:extLst>
          </p:nvPr>
        </p:nvGraphicFramePr>
        <p:xfrm>
          <a:off x="1239765" y="191619"/>
          <a:ext cx="10183812" cy="596900"/>
        </p:xfrm>
        <a:graphic>
          <a:graphicData uri="http://schemas.openxmlformats.org/presentationml/2006/ole">
            <mc:AlternateContent xmlns:mc="http://schemas.openxmlformats.org/markup-compatibility/2006">
              <mc:Choice xmlns:v="urn:schemas-microsoft-com:vml" Requires="v">
                <p:oleObj name="Image" r:id="rId2" imgW="10184040" imgH="596520" progId="Photoshop.Image.55">
                  <p:embed/>
                </p:oleObj>
              </mc:Choice>
              <mc:Fallback>
                <p:oleObj name="Image" r:id="rId2" imgW="10184040" imgH="596520" progId="Photoshop.Image.55">
                  <p:embed/>
                  <p:pic>
                    <p:nvPicPr>
                      <p:cNvPr id="0" name=""/>
                      <p:cNvPicPr/>
                      <p:nvPr/>
                    </p:nvPicPr>
                    <p:blipFill>
                      <a:blip r:embed="rId3"/>
                      <a:stretch>
                        <a:fillRect/>
                      </a:stretch>
                    </p:blipFill>
                    <p:spPr>
                      <a:xfrm>
                        <a:off x="1239765" y="191619"/>
                        <a:ext cx="10183812" cy="596900"/>
                      </a:xfrm>
                      <a:prstGeom prst="rect">
                        <a:avLst/>
                      </a:prstGeom>
                    </p:spPr>
                  </p:pic>
                </p:oleObj>
              </mc:Fallback>
            </mc:AlternateContent>
          </a:graphicData>
        </a:graphic>
      </p:graphicFrame>
      <p:pic>
        <p:nvPicPr>
          <p:cNvPr id="8" name="Picture 7">
            <a:extLst>
              <a:ext uri="{FF2B5EF4-FFF2-40B4-BE49-F238E27FC236}">
                <a16:creationId xmlns:a16="http://schemas.microsoft.com/office/drawing/2014/main" id="{BF767365-0E87-4BB4-90FB-2A45CA542057}"/>
              </a:ext>
            </a:extLst>
          </p:cNvPr>
          <p:cNvPicPr>
            <a:picLocks noChangeAspect="1"/>
          </p:cNvPicPr>
          <p:nvPr/>
        </p:nvPicPr>
        <p:blipFill>
          <a:blip r:embed="rId4"/>
          <a:stretch>
            <a:fillRect/>
          </a:stretch>
        </p:blipFill>
        <p:spPr>
          <a:xfrm>
            <a:off x="1026707" y="1122144"/>
            <a:ext cx="3492130" cy="4820124"/>
          </a:xfrm>
          <a:prstGeom prst="rect">
            <a:avLst/>
          </a:prstGeom>
        </p:spPr>
      </p:pic>
      <p:pic>
        <p:nvPicPr>
          <p:cNvPr id="10" name="Picture 9">
            <a:extLst>
              <a:ext uri="{FF2B5EF4-FFF2-40B4-BE49-F238E27FC236}">
                <a16:creationId xmlns:a16="http://schemas.microsoft.com/office/drawing/2014/main" id="{1B573A0D-4875-4579-9FA3-7105A781DA10}"/>
              </a:ext>
            </a:extLst>
          </p:cNvPr>
          <p:cNvPicPr>
            <a:picLocks noChangeAspect="1"/>
          </p:cNvPicPr>
          <p:nvPr/>
        </p:nvPicPr>
        <p:blipFill>
          <a:blip r:embed="rId5"/>
          <a:stretch>
            <a:fillRect/>
          </a:stretch>
        </p:blipFill>
        <p:spPr>
          <a:xfrm>
            <a:off x="5303301" y="1122144"/>
            <a:ext cx="3950385" cy="2000195"/>
          </a:xfrm>
          <a:prstGeom prst="rect">
            <a:avLst/>
          </a:prstGeom>
        </p:spPr>
      </p:pic>
      <p:pic>
        <p:nvPicPr>
          <p:cNvPr id="12" name="Picture 11">
            <a:extLst>
              <a:ext uri="{FF2B5EF4-FFF2-40B4-BE49-F238E27FC236}">
                <a16:creationId xmlns:a16="http://schemas.microsoft.com/office/drawing/2014/main" id="{291D7B76-15DA-4DC2-885B-E0701E7CE94C}"/>
              </a:ext>
            </a:extLst>
          </p:cNvPr>
          <p:cNvPicPr>
            <a:picLocks noChangeAspect="1"/>
          </p:cNvPicPr>
          <p:nvPr/>
        </p:nvPicPr>
        <p:blipFill>
          <a:blip r:embed="rId6"/>
          <a:stretch>
            <a:fillRect/>
          </a:stretch>
        </p:blipFill>
        <p:spPr>
          <a:xfrm>
            <a:off x="4706809" y="3334219"/>
            <a:ext cx="7201524" cy="2457663"/>
          </a:xfrm>
          <a:prstGeom prst="rect">
            <a:avLst/>
          </a:prstGeom>
        </p:spPr>
      </p:pic>
      <p:cxnSp>
        <p:nvCxnSpPr>
          <p:cNvPr id="14" name="Straight Arrow Connector 13">
            <a:extLst>
              <a:ext uri="{FF2B5EF4-FFF2-40B4-BE49-F238E27FC236}">
                <a16:creationId xmlns:a16="http://schemas.microsoft.com/office/drawing/2014/main" id="{720E0C6F-5F17-429D-AD03-3F018D6D297C}"/>
              </a:ext>
            </a:extLst>
          </p:cNvPr>
          <p:cNvCxnSpPr/>
          <p:nvPr/>
        </p:nvCxnSpPr>
        <p:spPr>
          <a:xfrm flipH="1" flipV="1">
            <a:off x="2847372" y="752354"/>
            <a:ext cx="2882096" cy="28473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4783293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par>
                          <p:cTn id="8" fill="hold">
                            <p:stCondLst>
                              <p:cond delay="500"/>
                            </p:stCondLst>
                            <p:childTnLst>
                              <p:par>
                                <p:cTn id="9" presetID="10" presetClass="entr" presetSubtype="0" fill="hold" nodeType="after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childTnLst>
                                </p:cTn>
                              </p:par>
                            </p:childTnLst>
                          </p:cTn>
                        </p:par>
                        <p:par>
                          <p:cTn id="12" fill="hold">
                            <p:stCondLst>
                              <p:cond delay="1000"/>
                            </p:stCondLst>
                            <p:childTnLst>
                              <p:par>
                                <p:cTn id="13" presetID="10" presetClass="entr" presetSubtype="0" fill="hold" nodeType="after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500"/>
                                        <p:tgtEl>
                                          <p:spTgt spid="10"/>
                                        </p:tgtEl>
                                      </p:cBhvr>
                                    </p:animEffect>
                                  </p:childTnLst>
                                </p:cTn>
                              </p:par>
                            </p:childTnLst>
                          </p:cTn>
                        </p:par>
                        <p:par>
                          <p:cTn id="16" fill="hold">
                            <p:stCondLst>
                              <p:cond delay="1500"/>
                            </p:stCondLst>
                            <p:childTnLst>
                              <p:par>
                                <p:cTn id="17" presetID="10" presetClass="entr" presetSubtype="0" fill="hold" nodeType="afterEffect">
                                  <p:stCondLst>
                                    <p:cond delay="0"/>
                                  </p:stCondLst>
                                  <p:childTnLst>
                                    <p:set>
                                      <p:cBhvr>
                                        <p:cTn id="18" dur="1" fill="hold">
                                          <p:stCondLst>
                                            <p:cond delay="0"/>
                                          </p:stCondLst>
                                        </p:cTn>
                                        <p:tgtEl>
                                          <p:spTgt spid="12"/>
                                        </p:tgtEl>
                                        <p:attrNameLst>
                                          <p:attrName>style.visibility</p:attrName>
                                        </p:attrNameLst>
                                      </p:cBhvr>
                                      <p:to>
                                        <p:strVal val="visible"/>
                                      </p:to>
                                    </p:set>
                                    <p:animEffect transition="in" filter="fade">
                                      <p:cBhvr>
                                        <p:cTn id="19" dur="500"/>
                                        <p:tgtEl>
                                          <p:spTgt spid="12"/>
                                        </p:tgtEl>
                                      </p:cBhvr>
                                    </p:animEffect>
                                  </p:childTnLst>
                                </p:cTn>
                              </p:par>
                            </p:childTnLst>
                          </p:cTn>
                        </p:par>
                        <p:par>
                          <p:cTn id="20" fill="hold">
                            <p:stCondLst>
                              <p:cond delay="2000"/>
                            </p:stCondLst>
                            <p:childTnLst>
                              <p:par>
                                <p:cTn id="21" presetID="22" presetClass="entr" presetSubtype="4" fill="hold" nodeType="afterEffect">
                                  <p:stCondLst>
                                    <p:cond delay="1000"/>
                                  </p:stCondLst>
                                  <p:childTnLst>
                                    <p:set>
                                      <p:cBhvr>
                                        <p:cTn id="22" dur="1" fill="hold">
                                          <p:stCondLst>
                                            <p:cond delay="0"/>
                                          </p:stCondLst>
                                        </p:cTn>
                                        <p:tgtEl>
                                          <p:spTgt spid="14"/>
                                        </p:tgtEl>
                                        <p:attrNameLst>
                                          <p:attrName>style.visibility</p:attrName>
                                        </p:attrNameLst>
                                      </p:cBhvr>
                                      <p:to>
                                        <p:strVal val="visible"/>
                                      </p:to>
                                    </p:set>
                                    <p:animEffect transition="in" filter="wipe(down)">
                                      <p:cBhvr>
                                        <p:cTn id="23"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AE5BAE-E026-DB08-8D62-0A085DBAD3DA}"/>
              </a:ext>
            </a:extLst>
          </p:cNvPr>
          <p:cNvSpPr>
            <a:spLocks noGrp="1"/>
          </p:cNvSpPr>
          <p:nvPr>
            <p:ph type="title"/>
          </p:nvPr>
        </p:nvSpPr>
        <p:spPr/>
        <p:txBody>
          <a:bodyPr/>
          <a:lstStyle/>
          <a:p>
            <a:r>
              <a:rPr lang="en-US" dirty="0"/>
              <a:t>Lecture Quiz 8</a:t>
            </a:r>
          </a:p>
        </p:txBody>
      </p:sp>
      <p:sp>
        <p:nvSpPr>
          <p:cNvPr id="3" name="Text Placeholder 2">
            <a:extLst>
              <a:ext uri="{FF2B5EF4-FFF2-40B4-BE49-F238E27FC236}">
                <a16:creationId xmlns:a16="http://schemas.microsoft.com/office/drawing/2014/main" id="{BEA31DC5-CD4B-AC14-93A3-E703BF006F51}"/>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37501311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74830E-5A12-038A-C5D7-41B2BE4E8A5E}"/>
              </a:ext>
            </a:extLst>
          </p:cNvPr>
          <p:cNvSpPr>
            <a:spLocks noGrp="1"/>
          </p:cNvSpPr>
          <p:nvPr>
            <p:ph type="title"/>
          </p:nvPr>
        </p:nvSpPr>
        <p:spPr/>
        <p:txBody>
          <a:bodyPr/>
          <a:lstStyle/>
          <a:p>
            <a:r>
              <a:rPr lang="en-US" dirty="0"/>
              <a:t>Question 1</a:t>
            </a:r>
          </a:p>
        </p:txBody>
      </p:sp>
      <p:sp>
        <p:nvSpPr>
          <p:cNvPr id="3" name="Content Placeholder 2">
            <a:extLst>
              <a:ext uri="{FF2B5EF4-FFF2-40B4-BE49-F238E27FC236}">
                <a16:creationId xmlns:a16="http://schemas.microsoft.com/office/drawing/2014/main" id="{B0C0D8B3-7B69-C108-802F-A32BBF803EC4}"/>
              </a:ext>
            </a:extLst>
          </p:cNvPr>
          <p:cNvSpPr>
            <a:spLocks noGrp="1"/>
          </p:cNvSpPr>
          <p:nvPr>
            <p:ph idx="1"/>
          </p:nvPr>
        </p:nvSpPr>
        <p:spPr/>
        <p:txBody>
          <a:bodyPr>
            <a:normAutofit/>
          </a:bodyPr>
          <a:lstStyle/>
          <a:p>
            <a:pPr marL="0" indent="0">
              <a:buNone/>
            </a:pPr>
            <a:r>
              <a:rPr lang="en-US" sz="3200" dirty="0"/>
              <a:t>&lt;section&gt; elements are more important than &lt;article&gt; elements</a:t>
            </a:r>
          </a:p>
          <a:p>
            <a:pPr marL="0" indent="0">
              <a:buNone/>
            </a:pPr>
            <a:endParaRPr lang="en-US" sz="3200" dirty="0"/>
          </a:p>
          <a:p>
            <a:pPr marL="457200" lvl="1" indent="0">
              <a:buNone/>
            </a:pPr>
            <a:r>
              <a:rPr lang="en-US" sz="2800" dirty="0"/>
              <a:t>A. True</a:t>
            </a:r>
          </a:p>
          <a:p>
            <a:pPr marL="457200" lvl="1" indent="0">
              <a:buNone/>
            </a:pPr>
            <a:r>
              <a:rPr lang="en-US" sz="2800" dirty="0"/>
              <a:t>B. False</a:t>
            </a:r>
          </a:p>
        </p:txBody>
      </p:sp>
    </p:spTree>
    <p:extLst>
      <p:ext uri="{BB962C8B-B14F-4D97-AF65-F5344CB8AC3E}">
        <p14:creationId xmlns:p14="http://schemas.microsoft.com/office/powerpoint/2010/main" val="1503458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74830E-5A12-038A-C5D7-41B2BE4E8A5E}"/>
              </a:ext>
            </a:extLst>
          </p:cNvPr>
          <p:cNvSpPr>
            <a:spLocks noGrp="1"/>
          </p:cNvSpPr>
          <p:nvPr>
            <p:ph type="title"/>
          </p:nvPr>
        </p:nvSpPr>
        <p:spPr/>
        <p:txBody>
          <a:bodyPr/>
          <a:lstStyle/>
          <a:p>
            <a:r>
              <a:rPr lang="en-US" dirty="0"/>
              <a:t>Question 2</a:t>
            </a:r>
          </a:p>
        </p:txBody>
      </p:sp>
      <p:sp>
        <p:nvSpPr>
          <p:cNvPr id="3" name="Content Placeholder 2">
            <a:extLst>
              <a:ext uri="{FF2B5EF4-FFF2-40B4-BE49-F238E27FC236}">
                <a16:creationId xmlns:a16="http://schemas.microsoft.com/office/drawing/2014/main" id="{B0C0D8B3-7B69-C108-802F-A32BBF803EC4}"/>
              </a:ext>
            </a:extLst>
          </p:cNvPr>
          <p:cNvSpPr>
            <a:spLocks noGrp="1"/>
          </p:cNvSpPr>
          <p:nvPr>
            <p:ph idx="1"/>
          </p:nvPr>
        </p:nvSpPr>
        <p:spPr/>
        <p:txBody>
          <a:bodyPr>
            <a:normAutofit/>
          </a:bodyPr>
          <a:lstStyle/>
          <a:p>
            <a:pPr marL="0" indent="0">
              <a:buNone/>
            </a:pPr>
            <a:r>
              <a:rPr lang="en-US" sz="3200" dirty="0"/>
              <a:t>Use of semantic HTML</a:t>
            </a:r>
          </a:p>
          <a:p>
            <a:pPr marL="0" indent="0">
              <a:buNone/>
            </a:pPr>
            <a:endParaRPr lang="en-US" sz="3200" dirty="0"/>
          </a:p>
          <a:p>
            <a:pPr marL="457200" lvl="1" indent="0">
              <a:buNone/>
            </a:pPr>
            <a:r>
              <a:rPr lang="en-US" sz="2800" dirty="0"/>
              <a:t>A. Makes web pages more maintainable</a:t>
            </a:r>
          </a:p>
          <a:p>
            <a:pPr marL="457200" lvl="1" indent="0">
              <a:buNone/>
            </a:pPr>
            <a:r>
              <a:rPr lang="en-US" sz="2800" dirty="0"/>
              <a:t>B. Makes web pages more search engine friendly</a:t>
            </a:r>
          </a:p>
          <a:p>
            <a:pPr marL="457200" lvl="1" indent="0">
              <a:buNone/>
            </a:pPr>
            <a:r>
              <a:rPr lang="en-US" sz="2800" dirty="0"/>
              <a:t>C. Facilitates Information Architecture</a:t>
            </a:r>
          </a:p>
          <a:p>
            <a:pPr marL="457200" lvl="1" indent="0">
              <a:buNone/>
            </a:pPr>
            <a:r>
              <a:rPr lang="en-US" sz="2800" dirty="0"/>
              <a:t>D. All of the above</a:t>
            </a:r>
          </a:p>
        </p:txBody>
      </p:sp>
    </p:spTree>
    <p:extLst>
      <p:ext uri="{BB962C8B-B14F-4D97-AF65-F5344CB8AC3E}">
        <p14:creationId xmlns:p14="http://schemas.microsoft.com/office/powerpoint/2010/main" val="308518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74830E-5A12-038A-C5D7-41B2BE4E8A5E}"/>
              </a:ext>
            </a:extLst>
          </p:cNvPr>
          <p:cNvSpPr>
            <a:spLocks noGrp="1"/>
          </p:cNvSpPr>
          <p:nvPr>
            <p:ph type="title"/>
          </p:nvPr>
        </p:nvSpPr>
        <p:spPr/>
        <p:txBody>
          <a:bodyPr/>
          <a:lstStyle/>
          <a:p>
            <a:r>
              <a:rPr lang="en-US" dirty="0"/>
              <a:t>Question 3</a:t>
            </a:r>
          </a:p>
        </p:txBody>
      </p:sp>
      <p:sp>
        <p:nvSpPr>
          <p:cNvPr id="3" name="Content Placeholder 2">
            <a:extLst>
              <a:ext uri="{FF2B5EF4-FFF2-40B4-BE49-F238E27FC236}">
                <a16:creationId xmlns:a16="http://schemas.microsoft.com/office/drawing/2014/main" id="{B0C0D8B3-7B69-C108-802F-A32BBF803EC4}"/>
              </a:ext>
            </a:extLst>
          </p:cNvPr>
          <p:cNvSpPr>
            <a:spLocks noGrp="1"/>
          </p:cNvSpPr>
          <p:nvPr>
            <p:ph idx="1"/>
          </p:nvPr>
        </p:nvSpPr>
        <p:spPr/>
        <p:txBody>
          <a:bodyPr>
            <a:normAutofit/>
          </a:bodyPr>
          <a:lstStyle/>
          <a:p>
            <a:pPr marL="0" indent="0">
              <a:buNone/>
            </a:pPr>
            <a:r>
              <a:rPr lang="en-US" sz="3200" dirty="0"/>
              <a:t>Which of the following are the primary elements of Information Architecture?</a:t>
            </a:r>
          </a:p>
          <a:p>
            <a:pPr marL="0" indent="0">
              <a:buNone/>
            </a:pPr>
            <a:endParaRPr lang="en-US" sz="3200" dirty="0"/>
          </a:p>
          <a:p>
            <a:pPr marL="971550" lvl="1" indent="-514350">
              <a:spcAft>
                <a:spcPts val="1200"/>
              </a:spcAft>
              <a:buAutoNum type="alphaUcPeriod"/>
              <a:defRPr/>
            </a:pPr>
            <a:r>
              <a:rPr lang="en-US" sz="2800" dirty="0">
                <a:solidFill>
                  <a:schemeClr val="tx1"/>
                </a:solidFill>
              </a:rPr>
              <a:t>Organizing and labeling site content</a:t>
            </a:r>
          </a:p>
          <a:p>
            <a:pPr marL="971550" lvl="1" indent="-514350">
              <a:spcAft>
                <a:spcPts val="1200"/>
              </a:spcAft>
              <a:buAutoNum type="alphaUcPeriod"/>
              <a:defRPr/>
            </a:pPr>
            <a:r>
              <a:rPr lang="en-US" sz="2800" dirty="0"/>
              <a:t>Images</a:t>
            </a:r>
            <a:endParaRPr lang="en-US" sz="2800" dirty="0">
              <a:solidFill>
                <a:schemeClr val="tx1"/>
              </a:solidFill>
            </a:endParaRPr>
          </a:p>
          <a:p>
            <a:pPr marL="971550" lvl="1" indent="-514350">
              <a:spcAft>
                <a:spcPts val="1200"/>
              </a:spcAft>
              <a:buAutoNum type="alphaUcPeriod"/>
              <a:defRPr/>
            </a:pPr>
            <a:r>
              <a:rPr lang="en-US" sz="2800" dirty="0">
                <a:solidFill>
                  <a:schemeClr val="tx1"/>
                </a:solidFill>
              </a:rPr>
              <a:t>Designing navigation through information</a:t>
            </a:r>
          </a:p>
          <a:p>
            <a:pPr marL="971550" lvl="1" indent="-514350">
              <a:spcAft>
                <a:spcPts val="1200"/>
              </a:spcAft>
              <a:buAutoNum type="alphaUcPeriod"/>
              <a:defRPr/>
            </a:pPr>
            <a:r>
              <a:rPr lang="en-US" sz="2800" dirty="0"/>
              <a:t>File names</a:t>
            </a:r>
            <a:endParaRPr lang="en-US" sz="2800" dirty="0">
              <a:solidFill>
                <a:schemeClr val="tx1"/>
              </a:solidFill>
            </a:endParaRPr>
          </a:p>
        </p:txBody>
      </p:sp>
    </p:spTree>
    <p:extLst>
      <p:ext uri="{BB962C8B-B14F-4D97-AF65-F5344CB8AC3E}">
        <p14:creationId xmlns:p14="http://schemas.microsoft.com/office/powerpoint/2010/main" val="11844161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74830E-5A12-038A-C5D7-41B2BE4E8A5E}"/>
              </a:ext>
            </a:extLst>
          </p:cNvPr>
          <p:cNvSpPr>
            <a:spLocks noGrp="1"/>
          </p:cNvSpPr>
          <p:nvPr>
            <p:ph type="title"/>
          </p:nvPr>
        </p:nvSpPr>
        <p:spPr/>
        <p:txBody>
          <a:bodyPr/>
          <a:lstStyle/>
          <a:p>
            <a:r>
              <a:rPr lang="en-US" dirty="0"/>
              <a:t>Question 4</a:t>
            </a:r>
          </a:p>
        </p:txBody>
      </p:sp>
      <p:sp>
        <p:nvSpPr>
          <p:cNvPr id="3" name="Content Placeholder 2">
            <a:extLst>
              <a:ext uri="{FF2B5EF4-FFF2-40B4-BE49-F238E27FC236}">
                <a16:creationId xmlns:a16="http://schemas.microsoft.com/office/drawing/2014/main" id="{B0C0D8B3-7B69-C108-802F-A32BBF803EC4}"/>
              </a:ext>
            </a:extLst>
          </p:cNvPr>
          <p:cNvSpPr>
            <a:spLocks noGrp="1"/>
          </p:cNvSpPr>
          <p:nvPr>
            <p:ph idx="1"/>
          </p:nvPr>
        </p:nvSpPr>
        <p:spPr/>
        <p:txBody>
          <a:bodyPr>
            <a:normAutofit/>
          </a:bodyPr>
          <a:lstStyle/>
          <a:p>
            <a:pPr marL="0" indent="0">
              <a:buNone/>
            </a:pPr>
            <a:r>
              <a:rPr lang="en-US" sz="3200" dirty="0"/>
              <a:t>Which type of navigation calls attention to special items or content?</a:t>
            </a:r>
          </a:p>
          <a:p>
            <a:pPr marL="0" indent="0">
              <a:buNone/>
            </a:pPr>
            <a:endParaRPr lang="en-US" sz="3200" dirty="0"/>
          </a:p>
          <a:p>
            <a:pPr marL="971550" lvl="1" indent="-514350">
              <a:spcAft>
                <a:spcPts val="1200"/>
              </a:spcAft>
              <a:buAutoNum type="alphaUcPeriod"/>
              <a:defRPr/>
            </a:pPr>
            <a:r>
              <a:rPr lang="en-US" sz="2800" dirty="0">
                <a:solidFill>
                  <a:schemeClr val="tx1"/>
                </a:solidFill>
              </a:rPr>
              <a:t>Promotional</a:t>
            </a:r>
          </a:p>
          <a:p>
            <a:pPr marL="971550" lvl="1" indent="-514350">
              <a:spcAft>
                <a:spcPts val="1200"/>
              </a:spcAft>
              <a:buAutoNum type="alphaUcPeriod"/>
              <a:defRPr/>
            </a:pPr>
            <a:r>
              <a:rPr lang="en-US" sz="2800" dirty="0"/>
              <a:t>Structural</a:t>
            </a:r>
            <a:endParaRPr lang="en-US" sz="2800" dirty="0">
              <a:solidFill>
                <a:schemeClr val="tx1"/>
              </a:solidFill>
            </a:endParaRPr>
          </a:p>
          <a:p>
            <a:pPr marL="971550" lvl="1" indent="-514350">
              <a:spcAft>
                <a:spcPts val="1200"/>
              </a:spcAft>
              <a:buAutoNum type="alphaUcPeriod"/>
              <a:defRPr/>
            </a:pPr>
            <a:r>
              <a:rPr lang="en-US" sz="2800" dirty="0">
                <a:solidFill>
                  <a:schemeClr val="tx1"/>
                </a:solidFill>
              </a:rPr>
              <a:t>Categorical</a:t>
            </a:r>
          </a:p>
          <a:p>
            <a:pPr marL="971550" lvl="1" indent="-514350">
              <a:spcAft>
                <a:spcPts val="1200"/>
              </a:spcAft>
              <a:buAutoNum type="alphaUcPeriod"/>
              <a:defRPr/>
            </a:pPr>
            <a:r>
              <a:rPr lang="en-US" sz="2800" dirty="0"/>
              <a:t>Relational</a:t>
            </a:r>
            <a:endParaRPr lang="en-US" sz="2800" dirty="0">
              <a:solidFill>
                <a:schemeClr val="tx1"/>
              </a:solidFill>
            </a:endParaRPr>
          </a:p>
        </p:txBody>
      </p:sp>
    </p:spTree>
    <p:extLst>
      <p:ext uri="{BB962C8B-B14F-4D97-AF65-F5344CB8AC3E}">
        <p14:creationId xmlns:p14="http://schemas.microsoft.com/office/powerpoint/2010/main" val="374880381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74830E-5A12-038A-C5D7-41B2BE4E8A5E}"/>
              </a:ext>
            </a:extLst>
          </p:cNvPr>
          <p:cNvSpPr>
            <a:spLocks noGrp="1"/>
          </p:cNvSpPr>
          <p:nvPr>
            <p:ph type="title"/>
          </p:nvPr>
        </p:nvSpPr>
        <p:spPr/>
        <p:txBody>
          <a:bodyPr/>
          <a:lstStyle/>
          <a:p>
            <a:r>
              <a:rPr lang="en-US" dirty="0"/>
              <a:t>Question 5</a:t>
            </a:r>
          </a:p>
        </p:txBody>
      </p:sp>
      <p:sp>
        <p:nvSpPr>
          <p:cNvPr id="3" name="Content Placeholder 2">
            <a:extLst>
              <a:ext uri="{FF2B5EF4-FFF2-40B4-BE49-F238E27FC236}">
                <a16:creationId xmlns:a16="http://schemas.microsoft.com/office/drawing/2014/main" id="{B0C0D8B3-7B69-C108-802F-A32BBF803EC4}"/>
              </a:ext>
            </a:extLst>
          </p:cNvPr>
          <p:cNvSpPr>
            <a:spLocks noGrp="1"/>
          </p:cNvSpPr>
          <p:nvPr>
            <p:ph idx="1"/>
          </p:nvPr>
        </p:nvSpPr>
        <p:spPr/>
        <p:txBody>
          <a:bodyPr>
            <a:normAutofit/>
          </a:bodyPr>
          <a:lstStyle/>
          <a:p>
            <a:pPr marL="0" indent="0">
              <a:buNone/>
            </a:pPr>
            <a:r>
              <a:rPr lang="en-US" sz="3200" dirty="0"/>
              <a:t>Which character is used to define a pseudo class in CSS?</a:t>
            </a:r>
          </a:p>
          <a:p>
            <a:pPr marL="0" indent="0">
              <a:buNone/>
            </a:pPr>
            <a:endParaRPr lang="en-US" sz="3200" dirty="0"/>
          </a:p>
          <a:p>
            <a:pPr marL="971550" lvl="1" indent="-514350">
              <a:spcAft>
                <a:spcPts val="1200"/>
              </a:spcAft>
              <a:buAutoNum type="alphaUcPeriod"/>
              <a:defRPr/>
            </a:pPr>
            <a:r>
              <a:rPr lang="en-US" sz="2800" dirty="0">
                <a:solidFill>
                  <a:schemeClr val="tx1"/>
                </a:solidFill>
              </a:rPr>
              <a:t>#</a:t>
            </a:r>
          </a:p>
          <a:p>
            <a:pPr marL="971550" lvl="1" indent="-514350">
              <a:spcAft>
                <a:spcPts val="1200"/>
              </a:spcAft>
              <a:buAutoNum type="alphaUcPeriod"/>
              <a:defRPr/>
            </a:pPr>
            <a:r>
              <a:rPr lang="en-US" sz="2800" dirty="0"/>
              <a:t>.</a:t>
            </a:r>
            <a:endParaRPr lang="en-US" sz="2800" dirty="0">
              <a:solidFill>
                <a:schemeClr val="tx1"/>
              </a:solidFill>
            </a:endParaRPr>
          </a:p>
          <a:p>
            <a:pPr marL="971550" lvl="1" indent="-514350">
              <a:spcAft>
                <a:spcPts val="1200"/>
              </a:spcAft>
              <a:buAutoNum type="alphaUcPeriod"/>
              <a:defRPr/>
            </a:pPr>
            <a:r>
              <a:rPr lang="en-US" sz="2800" dirty="0">
                <a:solidFill>
                  <a:schemeClr val="tx1"/>
                </a:solidFill>
              </a:rPr>
              <a:t>::</a:t>
            </a:r>
          </a:p>
          <a:p>
            <a:pPr marL="971550" lvl="1" indent="-514350">
              <a:spcAft>
                <a:spcPts val="1200"/>
              </a:spcAft>
              <a:buAutoNum type="alphaUcPeriod"/>
              <a:defRPr/>
            </a:pPr>
            <a:r>
              <a:rPr lang="en-US" sz="2800" dirty="0"/>
              <a:t>:</a:t>
            </a:r>
            <a:endParaRPr lang="en-US" sz="2800" dirty="0">
              <a:solidFill>
                <a:schemeClr val="tx1"/>
              </a:solidFill>
            </a:endParaRPr>
          </a:p>
        </p:txBody>
      </p:sp>
    </p:spTree>
    <p:extLst>
      <p:ext uri="{BB962C8B-B14F-4D97-AF65-F5344CB8AC3E}">
        <p14:creationId xmlns:p14="http://schemas.microsoft.com/office/powerpoint/2010/main" val="24246857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74830E-5A12-038A-C5D7-41B2BE4E8A5E}"/>
              </a:ext>
            </a:extLst>
          </p:cNvPr>
          <p:cNvSpPr>
            <a:spLocks noGrp="1"/>
          </p:cNvSpPr>
          <p:nvPr>
            <p:ph type="title"/>
          </p:nvPr>
        </p:nvSpPr>
        <p:spPr/>
        <p:txBody>
          <a:bodyPr/>
          <a:lstStyle/>
          <a:p>
            <a:r>
              <a:rPr lang="en-US" dirty="0"/>
              <a:t>Question 7</a:t>
            </a:r>
          </a:p>
        </p:txBody>
      </p:sp>
      <p:sp>
        <p:nvSpPr>
          <p:cNvPr id="3" name="Content Placeholder 2">
            <a:extLst>
              <a:ext uri="{FF2B5EF4-FFF2-40B4-BE49-F238E27FC236}">
                <a16:creationId xmlns:a16="http://schemas.microsoft.com/office/drawing/2014/main" id="{B0C0D8B3-7B69-C108-802F-A32BBF803EC4}"/>
              </a:ext>
            </a:extLst>
          </p:cNvPr>
          <p:cNvSpPr>
            <a:spLocks noGrp="1"/>
          </p:cNvSpPr>
          <p:nvPr>
            <p:ph idx="1"/>
          </p:nvPr>
        </p:nvSpPr>
        <p:spPr/>
        <p:txBody>
          <a:bodyPr>
            <a:normAutofit/>
          </a:bodyPr>
          <a:lstStyle/>
          <a:p>
            <a:pPr marL="0" indent="0">
              <a:buNone/>
            </a:pPr>
            <a:r>
              <a:rPr lang="en-US" sz="3200" dirty="0"/>
              <a:t>In CSS, how do we remove the bullet points from an unordered list?</a:t>
            </a:r>
          </a:p>
          <a:p>
            <a:pPr marL="0" indent="0">
              <a:buNone/>
            </a:pPr>
            <a:endParaRPr lang="en-US" sz="3200" dirty="0"/>
          </a:p>
          <a:p>
            <a:pPr marL="971550" lvl="1" indent="-514350">
              <a:spcAft>
                <a:spcPts val="1200"/>
              </a:spcAft>
              <a:buAutoNum type="alphaUcPeriod"/>
              <a:defRPr/>
            </a:pPr>
            <a:r>
              <a:rPr lang="en-US" sz="2800" dirty="0">
                <a:solidFill>
                  <a:schemeClr val="tx1"/>
                </a:solidFill>
              </a:rPr>
              <a:t>list-style-type: plain;</a:t>
            </a:r>
          </a:p>
          <a:p>
            <a:pPr marL="971550" lvl="1" indent="-514350">
              <a:spcAft>
                <a:spcPts val="1200"/>
              </a:spcAft>
              <a:buAutoNum type="alphaUcPeriod"/>
              <a:defRPr/>
            </a:pPr>
            <a:r>
              <a:rPr lang="en-US" sz="2800" dirty="0">
                <a:solidFill>
                  <a:schemeClr val="tx1"/>
                </a:solidFill>
              </a:rPr>
              <a:t>list-style-type: none;</a:t>
            </a:r>
          </a:p>
          <a:p>
            <a:pPr marL="971550" lvl="1" indent="-514350">
              <a:spcAft>
                <a:spcPts val="1200"/>
              </a:spcAft>
              <a:buAutoNum type="alphaUcPeriod"/>
              <a:defRPr/>
            </a:pPr>
            <a:r>
              <a:rPr lang="en-US" sz="2800" dirty="0">
                <a:solidFill>
                  <a:schemeClr val="tx1"/>
                </a:solidFill>
              </a:rPr>
              <a:t>list-style-type: </a:t>
            </a:r>
            <a:r>
              <a:rPr lang="en-US" sz="2800" dirty="0" err="1">
                <a:solidFill>
                  <a:schemeClr val="tx1"/>
                </a:solidFill>
              </a:rPr>
              <a:t>nobullets</a:t>
            </a:r>
            <a:r>
              <a:rPr lang="en-US" sz="2800" dirty="0">
                <a:solidFill>
                  <a:schemeClr val="tx1"/>
                </a:solidFill>
              </a:rPr>
              <a:t>;</a:t>
            </a:r>
          </a:p>
          <a:p>
            <a:pPr marL="971550" lvl="1" indent="-514350">
              <a:spcAft>
                <a:spcPts val="1200"/>
              </a:spcAft>
              <a:buAutoNum type="alphaUcPeriod"/>
              <a:defRPr/>
            </a:pPr>
            <a:r>
              <a:rPr lang="en-US" sz="2800" dirty="0">
                <a:solidFill>
                  <a:schemeClr val="tx1"/>
                </a:solidFill>
              </a:rPr>
              <a:t>list-style-type: transparent;</a:t>
            </a:r>
          </a:p>
        </p:txBody>
      </p:sp>
    </p:spTree>
    <p:extLst>
      <p:ext uri="{BB962C8B-B14F-4D97-AF65-F5344CB8AC3E}">
        <p14:creationId xmlns:p14="http://schemas.microsoft.com/office/powerpoint/2010/main" val="32643536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74830E-5A12-038A-C5D7-41B2BE4E8A5E}"/>
              </a:ext>
            </a:extLst>
          </p:cNvPr>
          <p:cNvSpPr>
            <a:spLocks noGrp="1"/>
          </p:cNvSpPr>
          <p:nvPr>
            <p:ph type="title"/>
          </p:nvPr>
        </p:nvSpPr>
        <p:spPr/>
        <p:txBody>
          <a:bodyPr/>
          <a:lstStyle/>
          <a:p>
            <a:r>
              <a:rPr lang="en-US" dirty="0"/>
              <a:t>Question 8</a:t>
            </a:r>
          </a:p>
        </p:txBody>
      </p:sp>
      <p:sp>
        <p:nvSpPr>
          <p:cNvPr id="3" name="Content Placeholder 2">
            <a:extLst>
              <a:ext uri="{FF2B5EF4-FFF2-40B4-BE49-F238E27FC236}">
                <a16:creationId xmlns:a16="http://schemas.microsoft.com/office/drawing/2014/main" id="{B0C0D8B3-7B69-C108-802F-A32BBF803EC4}"/>
              </a:ext>
            </a:extLst>
          </p:cNvPr>
          <p:cNvSpPr>
            <a:spLocks noGrp="1"/>
          </p:cNvSpPr>
          <p:nvPr>
            <p:ph idx="1"/>
          </p:nvPr>
        </p:nvSpPr>
        <p:spPr/>
        <p:txBody>
          <a:bodyPr>
            <a:normAutofit/>
          </a:bodyPr>
          <a:lstStyle/>
          <a:p>
            <a:pPr marL="0" indent="0">
              <a:buNone/>
            </a:pPr>
            <a:r>
              <a:rPr lang="en-US" sz="3200" dirty="0"/>
              <a:t>Which pseudo class allows us to style links to sites we've already been to?</a:t>
            </a:r>
          </a:p>
          <a:p>
            <a:pPr marL="0" indent="0">
              <a:buNone/>
            </a:pPr>
            <a:endParaRPr lang="en-US" sz="3200" dirty="0"/>
          </a:p>
          <a:p>
            <a:pPr marL="971550" lvl="1" indent="-514350">
              <a:spcAft>
                <a:spcPts val="1200"/>
              </a:spcAft>
              <a:buAutoNum type="alphaUcPeriod"/>
              <a:defRPr/>
            </a:pPr>
            <a:r>
              <a:rPr lang="en-US" sz="2800" dirty="0" err="1">
                <a:solidFill>
                  <a:schemeClr val="tx1"/>
                </a:solidFill>
              </a:rPr>
              <a:t>link:visited</a:t>
            </a:r>
            <a:endParaRPr lang="en-US" sz="2800" dirty="0">
              <a:solidFill>
                <a:schemeClr val="tx1"/>
              </a:solidFill>
            </a:endParaRPr>
          </a:p>
          <a:p>
            <a:pPr marL="971550" lvl="1" indent="-514350">
              <a:spcAft>
                <a:spcPts val="1200"/>
              </a:spcAft>
              <a:buAutoNum type="alphaUcPeriod"/>
              <a:defRPr/>
            </a:pPr>
            <a:r>
              <a:rPr lang="en-US" sz="2800" dirty="0"/>
              <a:t>a::hover</a:t>
            </a:r>
            <a:endParaRPr lang="en-US" sz="2800" dirty="0">
              <a:solidFill>
                <a:schemeClr val="tx1"/>
              </a:solidFill>
            </a:endParaRPr>
          </a:p>
          <a:p>
            <a:pPr marL="971550" lvl="1" indent="-514350">
              <a:spcAft>
                <a:spcPts val="1200"/>
              </a:spcAft>
              <a:buAutoNum type="alphaUcPeriod"/>
              <a:defRPr/>
            </a:pPr>
            <a:r>
              <a:rPr lang="en-US" sz="2800" dirty="0" err="1"/>
              <a:t>link:hover</a:t>
            </a:r>
            <a:endParaRPr lang="en-US" sz="2800" dirty="0">
              <a:solidFill>
                <a:schemeClr val="tx1"/>
              </a:solidFill>
            </a:endParaRPr>
          </a:p>
          <a:p>
            <a:pPr marL="971550" lvl="1" indent="-514350">
              <a:spcAft>
                <a:spcPts val="1200"/>
              </a:spcAft>
              <a:buAutoNum type="alphaUcPeriod"/>
              <a:defRPr/>
            </a:pPr>
            <a:r>
              <a:rPr lang="en-US" sz="2800" dirty="0">
                <a:solidFill>
                  <a:schemeClr val="tx1"/>
                </a:solidFill>
              </a:rPr>
              <a:t>a:visited</a:t>
            </a:r>
          </a:p>
        </p:txBody>
      </p:sp>
    </p:spTree>
    <p:extLst>
      <p:ext uri="{BB962C8B-B14F-4D97-AF65-F5344CB8AC3E}">
        <p14:creationId xmlns:p14="http://schemas.microsoft.com/office/powerpoint/2010/main" val="266667108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74830E-5A12-038A-C5D7-41B2BE4E8A5E}"/>
              </a:ext>
            </a:extLst>
          </p:cNvPr>
          <p:cNvSpPr>
            <a:spLocks noGrp="1"/>
          </p:cNvSpPr>
          <p:nvPr>
            <p:ph type="title"/>
          </p:nvPr>
        </p:nvSpPr>
        <p:spPr/>
        <p:txBody>
          <a:bodyPr/>
          <a:lstStyle/>
          <a:p>
            <a:r>
              <a:rPr lang="en-US" dirty="0"/>
              <a:t>Question 9</a:t>
            </a:r>
          </a:p>
        </p:txBody>
      </p:sp>
      <p:sp>
        <p:nvSpPr>
          <p:cNvPr id="3" name="Content Placeholder 2">
            <a:extLst>
              <a:ext uri="{FF2B5EF4-FFF2-40B4-BE49-F238E27FC236}">
                <a16:creationId xmlns:a16="http://schemas.microsoft.com/office/drawing/2014/main" id="{B0C0D8B3-7B69-C108-802F-A32BBF803EC4}"/>
              </a:ext>
            </a:extLst>
          </p:cNvPr>
          <p:cNvSpPr>
            <a:spLocks noGrp="1"/>
          </p:cNvSpPr>
          <p:nvPr>
            <p:ph idx="1"/>
          </p:nvPr>
        </p:nvSpPr>
        <p:spPr/>
        <p:txBody>
          <a:bodyPr>
            <a:normAutofit/>
          </a:bodyPr>
          <a:lstStyle/>
          <a:p>
            <a:pPr marL="0" indent="0">
              <a:buNone/>
            </a:pPr>
            <a:r>
              <a:rPr lang="en-US" sz="3200" dirty="0"/>
              <a:t>How does CSS 'know' when it is displaying a link to a site we've already been to?</a:t>
            </a:r>
          </a:p>
          <a:p>
            <a:pPr marL="0" indent="0">
              <a:buNone/>
            </a:pPr>
            <a:endParaRPr lang="en-US" sz="3200" dirty="0"/>
          </a:p>
          <a:p>
            <a:pPr marL="971550" lvl="1" indent="-514350">
              <a:spcAft>
                <a:spcPts val="1200"/>
              </a:spcAft>
              <a:buAutoNum type="alphaUcPeriod"/>
              <a:defRPr/>
            </a:pPr>
            <a:r>
              <a:rPr lang="en-US" sz="2800" dirty="0">
                <a:solidFill>
                  <a:schemeClr val="tx1"/>
                </a:solidFill>
              </a:rPr>
              <a:t>Browser history</a:t>
            </a:r>
          </a:p>
          <a:p>
            <a:pPr marL="971550" lvl="1" indent="-514350">
              <a:spcAft>
                <a:spcPts val="1200"/>
              </a:spcAft>
              <a:buAutoNum type="alphaUcPeriod"/>
              <a:defRPr/>
            </a:pPr>
            <a:r>
              <a:rPr lang="en-US" sz="2800" dirty="0"/>
              <a:t>The server sends a ‘visited’ signal</a:t>
            </a:r>
            <a:endParaRPr lang="en-US" sz="2800" dirty="0">
              <a:solidFill>
                <a:schemeClr val="tx1"/>
              </a:solidFill>
            </a:endParaRPr>
          </a:p>
          <a:p>
            <a:pPr marL="971550" lvl="1" indent="-514350">
              <a:spcAft>
                <a:spcPts val="1200"/>
              </a:spcAft>
              <a:buAutoNum type="alphaUcPeriod"/>
              <a:defRPr/>
            </a:pPr>
            <a:r>
              <a:rPr lang="en-US" sz="2800" dirty="0"/>
              <a:t>Windows keeps track of site visits</a:t>
            </a:r>
            <a:endParaRPr lang="en-US" sz="2800" dirty="0">
              <a:solidFill>
                <a:schemeClr val="tx1"/>
              </a:solidFill>
            </a:endParaRPr>
          </a:p>
          <a:p>
            <a:pPr marL="971550" lvl="1" indent="-514350">
              <a:spcAft>
                <a:spcPts val="1200"/>
              </a:spcAft>
              <a:buAutoNum type="alphaUcPeriod"/>
              <a:defRPr/>
            </a:pPr>
            <a:r>
              <a:rPr lang="en-US" sz="2800" dirty="0">
                <a:solidFill>
                  <a:schemeClr val="tx1"/>
                </a:solidFill>
              </a:rPr>
              <a:t>Cookies</a:t>
            </a:r>
          </a:p>
        </p:txBody>
      </p:sp>
    </p:spTree>
    <p:extLst>
      <p:ext uri="{BB962C8B-B14F-4D97-AF65-F5344CB8AC3E}">
        <p14:creationId xmlns:p14="http://schemas.microsoft.com/office/powerpoint/2010/main" val="423481115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74830E-5A12-038A-C5D7-41B2BE4E8A5E}"/>
              </a:ext>
            </a:extLst>
          </p:cNvPr>
          <p:cNvSpPr>
            <a:spLocks noGrp="1"/>
          </p:cNvSpPr>
          <p:nvPr>
            <p:ph type="title"/>
          </p:nvPr>
        </p:nvSpPr>
        <p:spPr/>
        <p:txBody>
          <a:bodyPr/>
          <a:lstStyle/>
          <a:p>
            <a:r>
              <a:rPr lang="en-US"/>
              <a:t>Question 10</a:t>
            </a:r>
            <a:endParaRPr lang="en-US" dirty="0"/>
          </a:p>
        </p:txBody>
      </p:sp>
      <p:sp>
        <p:nvSpPr>
          <p:cNvPr id="3" name="Content Placeholder 2">
            <a:extLst>
              <a:ext uri="{FF2B5EF4-FFF2-40B4-BE49-F238E27FC236}">
                <a16:creationId xmlns:a16="http://schemas.microsoft.com/office/drawing/2014/main" id="{B0C0D8B3-7B69-C108-802F-A32BBF803EC4}"/>
              </a:ext>
            </a:extLst>
          </p:cNvPr>
          <p:cNvSpPr>
            <a:spLocks noGrp="1"/>
          </p:cNvSpPr>
          <p:nvPr>
            <p:ph idx="1"/>
          </p:nvPr>
        </p:nvSpPr>
        <p:spPr/>
        <p:txBody>
          <a:bodyPr>
            <a:normAutofit/>
          </a:bodyPr>
          <a:lstStyle/>
          <a:p>
            <a:pPr marL="0" indent="0">
              <a:buNone/>
            </a:pPr>
            <a:r>
              <a:rPr lang="en-US" sz="3200" dirty="0"/>
              <a:t>List items in an unordered list are block level elements by default. How did we make them display side-by-side in our navigation bar example?</a:t>
            </a:r>
          </a:p>
          <a:p>
            <a:pPr marL="0" indent="0">
              <a:buNone/>
            </a:pPr>
            <a:endParaRPr lang="en-US" sz="3200" dirty="0"/>
          </a:p>
          <a:p>
            <a:pPr marL="971550" lvl="1" indent="-514350">
              <a:spcAft>
                <a:spcPts val="1200"/>
              </a:spcAft>
              <a:buAutoNum type="alphaUcPeriod"/>
              <a:defRPr/>
            </a:pPr>
            <a:r>
              <a:rPr lang="en-US" sz="2800" dirty="0">
                <a:solidFill>
                  <a:schemeClr val="tx1"/>
                </a:solidFill>
              </a:rPr>
              <a:t>display: inline;</a:t>
            </a:r>
          </a:p>
          <a:p>
            <a:pPr marL="971550" lvl="1" indent="-514350">
              <a:spcAft>
                <a:spcPts val="1200"/>
              </a:spcAft>
              <a:buAutoNum type="alphaUcPeriod"/>
              <a:defRPr/>
            </a:pPr>
            <a:r>
              <a:rPr lang="en-US" sz="2800" dirty="0"/>
              <a:t>float: left;</a:t>
            </a:r>
            <a:endParaRPr lang="en-US" sz="2800" dirty="0">
              <a:solidFill>
                <a:schemeClr val="tx1"/>
              </a:solidFill>
            </a:endParaRPr>
          </a:p>
          <a:p>
            <a:pPr marL="971550" lvl="1" indent="-514350">
              <a:spcAft>
                <a:spcPts val="1200"/>
              </a:spcAft>
              <a:buAutoNum type="alphaUcPeriod"/>
              <a:defRPr/>
            </a:pPr>
            <a:r>
              <a:rPr lang="en-US" sz="2800" dirty="0"/>
              <a:t>display: block;</a:t>
            </a:r>
            <a:endParaRPr lang="en-US" sz="2800" dirty="0">
              <a:solidFill>
                <a:schemeClr val="tx1"/>
              </a:solidFill>
            </a:endParaRPr>
          </a:p>
          <a:p>
            <a:pPr marL="971550" lvl="1" indent="-514350">
              <a:spcAft>
                <a:spcPts val="1200"/>
              </a:spcAft>
              <a:buAutoNum type="alphaUcPeriod"/>
              <a:defRPr/>
            </a:pPr>
            <a:r>
              <a:rPr lang="en-US" sz="2800" dirty="0">
                <a:solidFill>
                  <a:schemeClr val="tx1"/>
                </a:solidFill>
              </a:rPr>
              <a:t>position: relative;</a:t>
            </a:r>
          </a:p>
        </p:txBody>
      </p:sp>
    </p:spTree>
    <p:extLst>
      <p:ext uri="{BB962C8B-B14F-4D97-AF65-F5344CB8AC3E}">
        <p14:creationId xmlns:p14="http://schemas.microsoft.com/office/powerpoint/2010/main" val="312219209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US" dirty="0"/>
              <a:t>Sources</a:t>
            </a:r>
          </a:p>
        </p:txBody>
      </p:sp>
      <p:sp>
        <p:nvSpPr>
          <p:cNvPr id="6" name="Content Placeholder 5"/>
          <p:cNvSpPr>
            <a:spLocks noGrp="1"/>
          </p:cNvSpPr>
          <p:nvPr>
            <p:ph idx="1"/>
          </p:nvPr>
        </p:nvSpPr>
        <p:spPr>
          <a:xfrm>
            <a:off x="2133598" y="2160591"/>
            <a:ext cx="6347714" cy="4586439"/>
          </a:xfrm>
        </p:spPr>
        <p:txBody>
          <a:bodyPr>
            <a:normAutofit/>
          </a:bodyPr>
          <a:lstStyle/>
          <a:p>
            <a:r>
              <a:rPr lang="en-US" sz="1000" dirty="0"/>
              <a:t>“CSS Navigation Bar”, W3Schools, Retrieved from http://www.w3schools.com/css/css_navbar.asp</a:t>
            </a:r>
          </a:p>
          <a:p>
            <a:r>
              <a:rPr lang="en-US" sz="1000" dirty="0"/>
              <a:t>“HTML5 Semantic Elements”, W3Schools, Retrieved from http://www.w3schools.com/html/html5_semantic_elements.asp</a:t>
            </a:r>
          </a:p>
          <a:p>
            <a:r>
              <a:rPr lang="en-US" sz="1000" dirty="0"/>
              <a:t>“HTML Reference”, W3Schools, Retrieved from http://www.w3schools.com/tags/default.asp</a:t>
            </a:r>
          </a:p>
          <a:p>
            <a:r>
              <a:rPr lang="en-US" sz="1000" dirty="0"/>
              <a:t>“CSS Reference”, W3Schools, Retrieved from http://www.w3schools.com/cssref/default.asp</a:t>
            </a:r>
          </a:p>
          <a:p>
            <a:endParaRPr lang="en-US" sz="1000" dirty="0"/>
          </a:p>
        </p:txBody>
      </p:sp>
    </p:spTree>
    <p:extLst>
      <p:ext uri="{BB962C8B-B14F-4D97-AF65-F5344CB8AC3E}">
        <p14:creationId xmlns:p14="http://schemas.microsoft.com/office/powerpoint/2010/main" val="7114910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133768"/>
            <a:ext cx="10515600" cy="701675"/>
          </a:xfrm>
        </p:spPr>
        <p:txBody>
          <a:bodyPr/>
          <a:lstStyle/>
          <a:p>
            <a:r>
              <a:rPr lang="en-US" dirty="0"/>
              <a:t>Copyrights</a:t>
            </a:r>
          </a:p>
        </p:txBody>
      </p:sp>
      <p:sp>
        <p:nvSpPr>
          <p:cNvPr id="3" name="Content Placeholder 2"/>
          <p:cNvSpPr>
            <a:spLocks noGrp="1"/>
          </p:cNvSpPr>
          <p:nvPr>
            <p:ph sz="quarter" idx="1"/>
          </p:nvPr>
        </p:nvSpPr>
        <p:spPr>
          <a:xfrm>
            <a:off x="179942" y="2038120"/>
            <a:ext cx="11832115" cy="3371161"/>
          </a:xfrm>
        </p:spPr>
        <p:txBody>
          <a:bodyPr>
            <a:noAutofit/>
          </a:bodyPr>
          <a:lstStyle/>
          <a:p>
            <a:pPr marL="0" indent="0">
              <a:spcBef>
                <a:spcPct val="50000"/>
              </a:spcBef>
            </a:pPr>
            <a:r>
              <a:rPr lang="en-GB" sz="1100" dirty="0"/>
              <a:t>Microsoft, Windows, Excel, Outlook, and PowerPoint are registered trademarks of Microsoft Corporation. </a:t>
            </a:r>
            <a:endParaRPr lang="de-DE" sz="1100" dirty="0"/>
          </a:p>
          <a:p>
            <a:pPr marL="0" indent="0">
              <a:spcBef>
                <a:spcPct val="50000"/>
              </a:spcBef>
            </a:pPr>
            <a:r>
              <a:rPr lang="en-GB" sz="1100" dirty="0"/>
              <a:t>IBM, DB2, DB2 Universal Database, System i, System i5, System p, System p5, System x, System z, System z10, System z9, z10, z9, iSeries, pSeries, xSeries, zSeries, eServer, z/VM, z/OS, i5/OS, S/390, OS/390, OS/400, AS/400, S/390 Parallel Enterprise Server, PowerVM, Power Architecture, POWER6+, POWER6, POWER5+, POWER5, POWER, OpenPower, PowerPC, BatchPipes, BladeCenter, System Storage, GPFS, HACMP, RETAIN, DB2 Connect, RACF, Redbooks, OS/2, Parallel Sysplex, MVS/ESA, AIX, Intelligent Miner, WebSphere, Netfinity, Tivoli and Informix are trademarks or registered trademarks of IBM Corporation.</a:t>
            </a:r>
            <a:endParaRPr lang="de-DE" sz="1100" dirty="0"/>
          </a:p>
          <a:p>
            <a:pPr marL="0" indent="0">
              <a:spcBef>
                <a:spcPct val="50000"/>
              </a:spcBef>
            </a:pPr>
            <a:r>
              <a:rPr lang="en-GB" sz="1100" dirty="0"/>
              <a:t>Linux is the registered trademark of Linus Torvalds in the U.S. and other countries.</a:t>
            </a:r>
            <a:endParaRPr lang="de-DE" sz="1100" dirty="0"/>
          </a:p>
          <a:p>
            <a:pPr marL="0" indent="0">
              <a:spcBef>
                <a:spcPct val="50000"/>
              </a:spcBef>
            </a:pPr>
            <a:r>
              <a:rPr lang="en-GB" sz="1100" dirty="0"/>
              <a:t>Oracle is a registered trademark of Oracle Corporation. </a:t>
            </a:r>
            <a:endParaRPr lang="de-DE" sz="1100" dirty="0"/>
          </a:p>
          <a:p>
            <a:pPr marL="0" indent="0">
              <a:spcBef>
                <a:spcPct val="50000"/>
              </a:spcBef>
            </a:pPr>
            <a:r>
              <a:rPr lang="en-GB" sz="1100" dirty="0"/>
              <a:t>HTML, XML, XHTML and W3C are trademarks or registered trademarks of W3C®, World Wide Web Consortium, Massachusetts Institute of Technology.</a:t>
            </a:r>
            <a:endParaRPr lang="de-DE" sz="1100" dirty="0"/>
          </a:p>
          <a:p>
            <a:pPr marL="0" indent="0">
              <a:spcBef>
                <a:spcPct val="50000"/>
              </a:spcBef>
            </a:pPr>
            <a:r>
              <a:rPr lang="en-GB" sz="1100" dirty="0"/>
              <a:t>Java is a registered trademark of Sun Microsystems, Inc.</a:t>
            </a:r>
            <a:endParaRPr lang="de-DE" sz="1100" dirty="0"/>
          </a:p>
          <a:p>
            <a:pPr marL="0" indent="0">
              <a:spcBef>
                <a:spcPct val="50000"/>
              </a:spcBef>
            </a:pPr>
            <a:r>
              <a:rPr lang="en-GB" sz="1100" dirty="0"/>
              <a:t>JavaScript is a registered trademark of Sun Microsystems, Inc., used under license for technology invented and implemented by Netscape. </a:t>
            </a:r>
            <a:endParaRPr lang="de-DE" sz="1100" dirty="0"/>
          </a:p>
          <a:p>
            <a:pPr marL="0" indent="0">
              <a:spcBef>
                <a:spcPct val="50000"/>
              </a:spcBef>
            </a:pPr>
            <a:r>
              <a:rPr lang="en-GB" sz="1100" dirty="0"/>
              <a:t>SAP, R/3, SAP NetWeaver, Duet, PartnerEdge, ByDesign, SAP Business ByDesign, and other SAP products and services mentioned herein as well as their respective logos are trademarks or registered trademarks of SAP AG in Germany and other countries. </a:t>
            </a:r>
            <a:endParaRPr lang="de-DE" sz="1100" dirty="0"/>
          </a:p>
          <a:p>
            <a:pPr marL="0" indent="0">
              <a:spcBef>
                <a:spcPct val="50000"/>
              </a:spcBef>
            </a:pPr>
            <a:r>
              <a:rPr lang="en-GB" sz="1100" dirty="0"/>
              <a:t>Business Objects and the Business Objects logo, BusinessObjects, Crystal Reports, Crystal Decisions, Web Intelligence, Xcelsius, and other Business Objects products and services mentioned herein as well as their respective logos are trademarks or registered trademarks of Business Objects S.A. in the United States and in other countries. Business Objects is an SAP company.</a:t>
            </a:r>
          </a:p>
          <a:p>
            <a:pPr marL="0" indent="0">
              <a:spcBef>
                <a:spcPct val="50000"/>
              </a:spcBef>
            </a:pPr>
            <a:r>
              <a:rPr lang="en-GB" sz="1100" dirty="0"/>
              <a:t>ERPsim is a registered copyright of ERPsim Labs, HEC Montreal.</a:t>
            </a:r>
          </a:p>
          <a:p>
            <a:pPr marL="0" indent="0">
              <a:spcBef>
                <a:spcPct val="50000"/>
              </a:spcBef>
            </a:pPr>
            <a:r>
              <a:rPr lang="de-DE" sz="1100" dirty="0"/>
              <a:t>Other products mentioned in this presentation are trademarks of their respective owners.</a:t>
            </a:r>
            <a:endParaRPr lang="en-GB" sz="1100" dirty="0"/>
          </a:p>
        </p:txBody>
      </p:sp>
      <p:sp>
        <p:nvSpPr>
          <p:cNvPr id="4" name="Content Placeholder 6"/>
          <p:cNvSpPr txBox="1">
            <a:spLocks/>
          </p:cNvSpPr>
          <p:nvPr/>
        </p:nvSpPr>
        <p:spPr>
          <a:xfrm>
            <a:off x="3200400" y="835443"/>
            <a:ext cx="5791200" cy="993354"/>
          </a:xfrm>
          <a:prstGeom prst="rect">
            <a:avLst/>
          </a:prstGeom>
        </p:spPr>
        <p:txBody>
          <a:bodyPr vert="horz">
            <a:normAutofit/>
          </a:bodyPr>
          <a:lstStyle/>
          <a:p>
            <a:pPr marL="228600" indent="-228600" algn="ctr">
              <a:spcAft>
                <a:spcPts val="300"/>
              </a:spcAft>
              <a:buClr>
                <a:schemeClr val="accent2"/>
              </a:buClr>
              <a:buSzPct val="90000"/>
              <a:defRPr/>
            </a:pPr>
            <a:r>
              <a:rPr lang="en-US" dirty="0">
                <a:latin typeface="Calibri" pitchFamily="34" charset="0"/>
              </a:rPr>
              <a:t>Presentation prepared by and copyright of John Ramsey, East Tennessee State University, Department of Computing . (</a:t>
            </a:r>
            <a:r>
              <a:rPr lang="en-US" dirty="0">
                <a:latin typeface="Calibri" pitchFamily="34" charset="0"/>
                <a:hlinkClick r:id="rId3"/>
              </a:rPr>
              <a:t>ramseyjw@etsu.edu</a:t>
            </a:r>
            <a:r>
              <a:rPr lang="en-US" dirty="0">
                <a:latin typeface="Calibri" pitchFamily="34" charset="0"/>
              </a:rPr>
              <a:t>)</a:t>
            </a:r>
          </a:p>
        </p:txBody>
      </p:sp>
      <p:pic>
        <p:nvPicPr>
          <p:cNvPr id="6" name="Picture 5" descr="sm-C&amp;IS-Logo.jpg"/>
          <p:cNvPicPr>
            <a:picLocks noChangeAspect="1"/>
          </p:cNvPicPr>
          <p:nvPr/>
        </p:nvPicPr>
        <p:blipFill>
          <a:blip r:embed="rId4" cstate="print"/>
          <a:stretch>
            <a:fillRect/>
          </a:stretch>
        </p:blipFill>
        <p:spPr>
          <a:xfrm>
            <a:off x="9551454" y="759243"/>
            <a:ext cx="945096" cy="1197121"/>
          </a:xfrm>
          <a:prstGeom prst="rect">
            <a:avLst/>
          </a:prstGeom>
        </p:spPr>
      </p:pic>
      <p:pic>
        <p:nvPicPr>
          <p:cNvPr id="7" name="Picture 6"/>
          <p:cNvPicPr>
            <a:picLocks noChangeAspect="1"/>
          </p:cNvPicPr>
          <p:nvPr/>
        </p:nvPicPr>
        <p:blipFill rotWithShape="1">
          <a:blip r:embed="rId5">
            <a:extLst>
              <a:ext uri="{28A0092B-C50C-407E-A947-70E740481C1C}">
                <a14:useLocalDpi xmlns:a14="http://schemas.microsoft.com/office/drawing/2010/main" val="0"/>
              </a:ext>
            </a:extLst>
          </a:blip>
          <a:srcRect l="30200" t="23395" r="33350" b="20101"/>
          <a:stretch/>
        </p:blipFill>
        <p:spPr>
          <a:xfrm>
            <a:off x="882771" y="835443"/>
            <a:ext cx="1221451" cy="1120921"/>
          </a:xfrm>
          <a:prstGeom prst="rect">
            <a:avLst/>
          </a:prstGeom>
          <a:effectLst>
            <a:glow rad="101600">
              <a:schemeClr val="accent1">
                <a:satMod val="175000"/>
                <a:alpha val="40000"/>
              </a:schemeClr>
            </a:glow>
          </a:effectLst>
        </p:spPr>
      </p:pic>
    </p:spTree>
    <p:extLst>
      <p:ext uri="{BB962C8B-B14F-4D97-AF65-F5344CB8AC3E}">
        <p14:creationId xmlns:p14="http://schemas.microsoft.com/office/powerpoint/2010/main" val="42260635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csci1100_1150_lab_v2.3">
      <a:dk1>
        <a:sysClr val="windowText" lastClr="000000"/>
      </a:dk1>
      <a:lt1>
        <a:sysClr val="window" lastClr="FFFFFF"/>
      </a:lt1>
      <a:dk2>
        <a:srgbClr val="444F9C"/>
      </a:dk2>
      <a:lt2>
        <a:srgbClr val="E8E8E8"/>
      </a:lt2>
      <a:accent1>
        <a:srgbClr val="FDE379"/>
      </a:accent1>
      <a:accent2>
        <a:srgbClr val="7B9FAB"/>
      </a:accent2>
      <a:accent3>
        <a:srgbClr val="E8927C"/>
      </a:accent3>
      <a:accent4>
        <a:srgbClr val="FF5DBA"/>
      </a:accent4>
      <a:accent5>
        <a:srgbClr val="9B8BBD"/>
      </a:accent5>
      <a:accent6>
        <a:srgbClr val="95D08A"/>
      </a:accent6>
      <a:hlink>
        <a:srgbClr val="467886"/>
      </a:hlink>
      <a:folHlink>
        <a:srgbClr val="96607D"/>
      </a:folHlink>
    </a:clrScheme>
    <a:fontScheme name="Web Essentials">
      <a:majorFont>
        <a:latin typeface="Text Me One"/>
        <a:ea typeface=""/>
        <a:cs typeface=""/>
      </a:majorFont>
      <a:minorFont>
        <a:latin typeface="Avenir"/>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3-html-part-2.pptx" id="{2DF8F905-1FA3-48F0-ABED-3D722CA0B907}" vid="{347B3FB8-E8A9-4463-9142-CE8F40D11C03}"/>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20005</TotalTime>
  <Words>6456</Words>
  <Application>Microsoft Office PowerPoint</Application>
  <PresentationFormat>Widescreen</PresentationFormat>
  <Paragraphs>780</Paragraphs>
  <Slides>84</Slides>
  <Notes>31</Notes>
  <HiddenSlides>0</HiddenSlides>
  <MMClips>0</MMClips>
  <ScaleCrop>false</ScaleCrop>
  <HeadingPairs>
    <vt:vector size="8" baseType="variant">
      <vt:variant>
        <vt:lpstr>Fonts Used</vt:lpstr>
      </vt:variant>
      <vt:variant>
        <vt:i4>14</vt:i4>
      </vt:variant>
      <vt:variant>
        <vt:lpstr>Theme</vt:lpstr>
      </vt:variant>
      <vt:variant>
        <vt:i4>2</vt:i4>
      </vt:variant>
      <vt:variant>
        <vt:lpstr>Embedded OLE Servers</vt:lpstr>
      </vt:variant>
      <vt:variant>
        <vt:i4>1</vt:i4>
      </vt:variant>
      <vt:variant>
        <vt:lpstr>Slide Titles</vt:lpstr>
      </vt:variant>
      <vt:variant>
        <vt:i4>84</vt:i4>
      </vt:variant>
    </vt:vector>
  </HeadingPairs>
  <TitlesOfParts>
    <vt:vector size="101" baseType="lpstr">
      <vt:lpstr>Aptos</vt:lpstr>
      <vt:lpstr>Arial</vt:lpstr>
      <vt:lpstr>Avenir</vt:lpstr>
      <vt:lpstr>Bahnschrift</vt:lpstr>
      <vt:lpstr>Book Antiqua</vt:lpstr>
      <vt:lpstr>Calibri</vt:lpstr>
      <vt:lpstr>Calibri Light</vt:lpstr>
      <vt:lpstr>Cambria Math</vt:lpstr>
      <vt:lpstr>Segoe UI</vt:lpstr>
      <vt:lpstr>Segoe UI Emoji</vt:lpstr>
      <vt:lpstr>Segoe UI Symbol</vt:lpstr>
      <vt:lpstr>Sorts Mill Goudy</vt:lpstr>
      <vt:lpstr>Text Me One</vt:lpstr>
      <vt:lpstr>Wingdings</vt:lpstr>
      <vt:lpstr>Office Theme</vt:lpstr>
      <vt:lpstr>1_Office Theme</vt:lpstr>
      <vt:lpstr>Image</vt:lpstr>
      <vt:lpstr>HTML5 Semantic Elements / Information Architecture  / Navigation</vt:lpstr>
      <vt:lpstr>Class Today</vt:lpstr>
      <vt:lpstr>Semantics</vt:lpstr>
      <vt:lpstr>HTML5 Semantic Tags</vt:lpstr>
      <vt:lpstr>Header</vt:lpstr>
      <vt:lpstr>Nav</vt:lpstr>
      <vt:lpstr>Nav</vt:lpstr>
      <vt:lpstr>Nav</vt:lpstr>
      <vt:lpstr>Section</vt:lpstr>
      <vt:lpstr>Section</vt:lpstr>
      <vt:lpstr>Article</vt:lpstr>
      <vt:lpstr>Article</vt:lpstr>
      <vt:lpstr>Aside</vt:lpstr>
      <vt:lpstr>Aside</vt:lpstr>
      <vt:lpstr>Footer</vt:lpstr>
      <vt:lpstr>Figure Captions</vt:lpstr>
      <vt:lpstr>Nesting Semantic Elements</vt:lpstr>
      <vt:lpstr>Nesting Semantic Elements</vt:lpstr>
      <vt:lpstr>Nesting Semantic Elements</vt:lpstr>
      <vt:lpstr>Nesting Semantic Elements</vt:lpstr>
      <vt:lpstr>PowerPoint Presentation</vt:lpstr>
      <vt:lpstr>PowerPoint Presentation</vt:lpstr>
      <vt:lpstr>Why Semantic HTML5 Elements?</vt:lpstr>
      <vt:lpstr>Why Semantic HTML5 Elements?</vt:lpstr>
      <vt:lpstr>HTML5 Semantic Tags</vt:lpstr>
      <vt:lpstr>HTML5 Semantic Tags</vt:lpstr>
      <vt:lpstr>HTML5 Semantic Tags</vt:lpstr>
      <vt:lpstr>HTML5 Semantic Tags</vt:lpstr>
      <vt:lpstr>Information Architecture &amp; Site Navigation</vt:lpstr>
      <vt:lpstr>Information Architecture (IA)</vt:lpstr>
      <vt:lpstr>Information Architecture (IA)</vt:lpstr>
      <vt:lpstr>The Goals of IA</vt:lpstr>
      <vt:lpstr>IA: Information “ scent” ?</vt:lpstr>
      <vt:lpstr>IA: Information “ scent” , cont’d</vt:lpstr>
      <vt:lpstr>Types of Information Seeking</vt:lpstr>
      <vt:lpstr>IA: Information-Seeking Strategies</vt:lpstr>
      <vt:lpstr>PowerPoint Presentation</vt:lpstr>
      <vt:lpstr>The Process for Planning Site Organization</vt:lpstr>
      <vt:lpstr>The Dept. of Computing’s Site Organization</vt:lpstr>
      <vt:lpstr>The Dept. of Computing’s Site Organization</vt:lpstr>
      <vt:lpstr>PowerPoint Presentation</vt:lpstr>
      <vt:lpstr>Supporting Browsing for Known Information</vt:lpstr>
      <vt:lpstr>PowerPoint Presentation</vt:lpstr>
      <vt:lpstr>Supporting Exploratory Browsing</vt:lpstr>
      <vt:lpstr>PowerPoint Presentation</vt:lpstr>
      <vt:lpstr>Creating Labels &amp; Defining Structure</vt:lpstr>
      <vt:lpstr>Exercise – Organizing Items Into Categories</vt:lpstr>
      <vt:lpstr>Many Ways to Organize</vt:lpstr>
      <vt:lpstr>Information Architecture (IA)</vt:lpstr>
      <vt:lpstr>Balancing Browsing Needs Known &amp; Exploratory</vt:lpstr>
      <vt:lpstr>PowerPoint Presentation</vt:lpstr>
      <vt:lpstr>PowerPoint Presentation</vt:lpstr>
      <vt:lpstr>The User's Mental Model: Top-down</vt:lpstr>
      <vt:lpstr>The User's Mental Model: Bottom-up</vt:lpstr>
      <vt:lpstr>Bottom-up IA Design Features: Specific Site Page</vt:lpstr>
      <vt:lpstr>Takeaways</vt:lpstr>
      <vt:lpstr>Takeaways: Critical IA Concerns to Support Info-Seeking</vt:lpstr>
      <vt:lpstr>Takeaways: What good navigation should answer</vt:lpstr>
      <vt:lpstr>Takeaways: Principles of Successful Navigation</vt:lpstr>
      <vt:lpstr>Takeaways: Principles of Successful Navigation</vt:lpstr>
      <vt:lpstr>Pseudo Classes</vt:lpstr>
      <vt:lpstr>Pseudo-classes </vt:lpstr>
      <vt:lpstr>Pseudo-classes </vt:lpstr>
      <vt:lpstr>Pseudo-classes</vt:lpstr>
      <vt:lpstr>Unordered List Navigation Bar</vt:lpstr>
      <vt:lpstr>HTML &amp; CSS – Navigation Bar</vt:lpstr>
      <vt:lpstr>Navigation Bar - HTML</vt:lpstr>
      <vt:lpstr>Navigation Bar - CSS</vt:lpstr>
      <vt:lpstr>Navigation Bar - CSS</vt:lpstr>
      <vt:lpstr>Navigation Bar - CSS</vt:lpstr>
      <vt:lpstr>Navigation Bar - CSS</vt:lpstr>
      <vt:lpstr>Navigation Bar - CSS</vt:lpstr>
      <vt:lpstr>Lecture Quiz 8</vt:lpstr>
      <vt:lpstr>Question 1</vt:lpstr>
      <vt:lpstr>Question 2</vt:lpstr>
      <vt:lpstr>Question 3</vt:lpstr>
      <vt:lpstr>Question 4</vt:lpstr>
      <vt:lpstr>Question 5</vt:lpstr>
      <vt:lpstr>Question 7</vt:lpstr>
      <vt:lpstr>Question 8</vt:lpstr>
      <vt:lpstr>Question 9</vt:lpstr>
      <vt:lpstr>Question 10</vt:lpstr>
      <vt:lpstr>Sources</vt:lpstr>
      <vt:lpstr>Copyrights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Jack Ramsey</dc:creator>
  <cp:lastModifiedBy>Haas, Ryan R</cp:lastModifiedBy>
  <cp:revision>133</cp:revision>
  <dcterms:created xsi:type="dcterms:W3CDTF">2015-01-07T14:02:51Z</dcterms:created>
  <dcterms:modified xsi:type="dcterms:W3CDTF">2026-03-12T03:14:32Z</dcterms:modified>
</cp:coreProperties>
</file>